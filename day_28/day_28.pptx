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5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6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2000" b="1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SVM (Support Vector Machine)</a:t>
            </a:r>
            <a:endParaRPr lang="en-US" sz="1867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28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741643952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SVM (Support Vector Machine)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is SVM?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two groups of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points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a piece of paper.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draws the best possible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them.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just any line. The line with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maximum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gap.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gap is called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Margin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Wider margin = model is more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confident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about its predictions.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That is literally the entire idea behind SVM.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Support Vectors - The Important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Not all data points are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equal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SVM.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points closest to the line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matter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These special points are called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Support</a:t>
            </a:r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Vectors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Everything else is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ignored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completely.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a tug of war: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Only the people at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front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the rope actually matter.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Hard Margin - The Strict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Hard Margin SVM says: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nothing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crosses the line. Ever.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Works perfectly when data is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clean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separable.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Real world problem: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One single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outlier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breaks the entire boundary.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one spam email that looks like a normal email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destroys the whole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separator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Hard Margin is too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strict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real data.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Soft Margin - The Flexible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Soft Margin says: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okay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 few mistakes are allowed.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Controlled by one number called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 = big number: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is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tries hard to separate everything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C = small number: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Model is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relaxed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allows more mistakes for a wider gap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Start with C = 1.0.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Adjust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based on your results.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how SVM actually works on real data.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What if a Line is Not Enough?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Sometimes data CANNOT be separated by a straight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line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Example: spam and normal emails are completely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mixed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together.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Solution: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lift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 data into a higher dimension.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Imagine pushing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flat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paper into 3D space.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Suddenly the groups become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separable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a flat surface.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the key idea behind the Kernel Trick.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The Kernel Trick - 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94EE6B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Kernel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just a mathematical shortcut.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transforms data into a higher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dimension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WITHOUT actually computing all the new features.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it like X-ray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vision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You see through the complexity without doing the hard work.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kernels to know: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Linear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data is already separable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chemeClr val="accent1"/>
                </a:solidFill>
                <a:latin typeface="Source Code Pro"/>
              </a:rPr>
              <a:t>Polynomial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curved boundaries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</a:t>
            </a:r>
            <a:r>
              <a:rPr sz="1400" b="1" dirty="0">
                <a:solidFill>
                  <a:srgbClr val="00B0F0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most powerful, works on almost anything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RBF Kernel - The Most Useful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Radial Basis Function. Most popular kernel.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Think of each data point as a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lamp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controls how far each lamp's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light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reaches.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HIGH → small light → very detailed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boundary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overfitting risk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Gamma LOW → wide light → smooth boundary → underfitting risk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SVC(kernel='</a:t>
            </a:r>
            <a:r>
              <a:rPr sz="1400" b="1" dirty="0" err="1">
                <a:solidFill>
                  <a:srgbClr val="FD4A4A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C=1.0, gamma='scale')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When in doubt: start with RBF. It works on most problems.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Feature Scaling - Do Not Skip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measures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distances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between point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s.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If one feature is 0-1 and another is 0-100000: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big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numbers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completely dominate.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gives wrong answers without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scaling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do this BEFORE training: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sklearn.preprocessing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StandardScaler</a:t>
            </a:r>
            <a:endParaRPr sz="1400" b="1" dirty="0">
              <a:solidFill>
                <a:srgbClr val="E81A81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scaler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Skipping scaling is the most common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mistake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SVM.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SVM in sklearn - Full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Three lines is all you need to train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sklearn.svm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SVC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from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sklearn.preprocessing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import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scaler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StandardScaler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scaler.fit_transform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model = SVC(kernel='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rbf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', C=1.0, gamma='scale')</a:t>
            </a:r>
          </a:p>
          <a:p>
            <a:pPr algn="l"/>
            <a:r>
              <a:rPr sz="1400" dirty="0" err="1">
                <a:solidFill>
                  <a:srgbClr val="E7E7E7"/>
                </a:solidFill>
                <a:latin typeface="Source Code Pro"/>
              </a:rPr>
              <a:t>model.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fit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X_train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y_train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predictions =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model.predict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scaler.transform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</a:t>
            </a:r>
            <a:r>
              <a:rPr sz="1400" b="1" dirty="0" err="1">
                <a:solidFill>
                  <a:srgbClr val="4CAE97"/>
                </a:solidFill>
                <a:latin typeface="Source Code Pro"/>
              </a:rPr>
              <a:t>X_test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))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scale first. Then train. Then predict.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When SVM Shines and When It Struggles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is great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Your data has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many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(text, images)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Dataset is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medium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sized (not millions of rows)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need strong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accuracy</a:t>
            </a:r>
            <a:endParaRPr lang="en-US"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endParaRPr sz="1400" b="1" dirty="0">
              <a:solidFill>
                <a:srgbClr val="FD4A4A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SVM struggles when: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Dataset is very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large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→ training becomes very slow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Data has lots of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noise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overlapping classes</a:t>
            </a: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* You need to </a:t>
            </a:r>
            <a:r>
              <a:rPr sz="1400" b="1" dirty="0">
                <a:solidFill>
                  <a:srgbClr val="E7E7E7"/>
                </a:solidFill>
                <a:latin typeface="Source Code Pro"/>
              </a:rPr>
              <a:t>explain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why the model made a decision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 NLP and text classification</a:t>
            </a:r>
            <a:r>
              <a:rPr sz="1400">
                <a:solidFill>
                  <a:srgbClr val="E7E7E7"/>
                </a:solidFill>
                <a:latin typeface="Source Code Pro"/>
              </a:rPr>
              <a:t>: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Linear</a:t>
            </a:r>
            <a:r>
              <a:rPr lang="en-US" sz="1400" b="1">
                <a:solidFill>
                  <a:srgbClr val="E81A81"/>
                </a:solidFill>
                <a:latin typeface="Source Code Pro"/>
              </a:rPr>
              <a:t> </a:t>
            </a:r>
            <a:r>
              <a:rPr sz="1400" b="1">
                <a:solidFill>
                  <a:srgbClr val="E81A81"/>
                </a:solidFill>
                <a:latin typeface="Source Code Pro"/>
              </a:rPr>
              <a:t>SVC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is your best friend.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884</Words>
  <Application>Microsoft Office PowerPoint</Application>
  <PresentationFormat>Widescreen</PresentationFormat>
  <Paragraphs>142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28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32</cp:revision>
  <dcterms:created xsi:type="dcterms:W3CDTF">2026-03-05T18:59:57Z</dcterms:created>
  <dcterms:modified xsi:type="dcterms:W3CDTF">2026-03-30T11:48:55Z</dcterms:modified>
</cp:coreProperties>
</file>
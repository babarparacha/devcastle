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4"/>
  </p:notesMasterIdLst>
  <p:sldIdLst>
    <p:sldId id="258" r:id="rId3"/>
    <p:sldId id="257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59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7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99B2F-13C3-4916-9AE2-773954F7FF9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32A58F-A9F4-4EDD-94B3-A9547EE99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207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6" name="Google Shape;23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13be7910b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5" name="Google Shape;295;g213be7910b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41FE8E1D-AF0E-59E5-1CF0-0CB2BC40A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>
            <a:extLst>
              <a:ext uri="{FF2B5EF4-FFF2-40B4-BE49-F238E27FC236}">
                <a16:creationId xmlns:a16="http://schemas.microsoft.com/office/drawing/2014/main" id="{F6349265-5EC2-688A-70F5-3F5D3DD154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>
            <a:extLst>
              <a:ext uri="{FF2B5EF4-FFF2-40B4-BE49-F238E27FC236}">
                <a16:creationId xmlns:a16="http://schemas.microsoft.com/office/drawing/2014/main" id="{ECB32FDA-D98A-CE84-AFFA-F53E6AFAC5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0131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B8AFFE66-5FD3-C1EB-D4E0-9C96A8739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>
            <a:extLst>
              <a:ext uri="{FF2B5EF4-FFF2-40B4-BE49-F238E27FC236}">
                <a16:creationId xmlns:a16="http://schemas.microsoft.com/office/drawing/2014/main" id="{DD94950C-A82E-D6B7-2EE0-26E00BFD04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>
            <a:extLst>
              <a:ext uri="{FF2B5EF4-FFF2-40B4-BE49-F238E27FC236}">
                <a16:creationId xmlns:a16="http://schemas.microsoft.com/office/drawing/2014/main" id="{490F2EAF-A245-E537-46FE-B5B3D500F2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42202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CECA482D-3788-7E83-DDF1-11E227C09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>
            <a:extLst>
              <a:ext uri="{FF2B5EF4-FFF2-40B4-BE49-F238E27FC236}">
                <a16:creationId xmlns:a16="http://schemas.microsoft.com/office/drawing/2014/main" id="{563A1F7E-0C53-0E0E-C86A-5BCF1B7AFD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>
            <a:extLst>
              <a:ext uri="{FF2B5EF4-FFF2-40B4-BE49-F238E27FC236}">
                <a16:creationId xmlns:a16="http://schemas.microsoft.com/office/drawing/2014/main" id="{7714536C-EA1A-280F-E768-C04B71908A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541547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00F3333C-34F1-58C6-FC76-17F50D319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>
            <a:extLst>
              <a:ext uri="{FF2B5EF4-FFF2-40B4-BE49-F238E27FC236}">
                <a16:creationId xmlns:a16="http://schemas.microsoft.com/office/drawing/2014/main" id="{7CEF2700-5E46-E645-D9AD-4D485B832F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>
            <a:extLst>
              <a:ext uri="{FF2B5EF4-FFF2-40B4-BE49-F238E27FC236}">
                <a16:creationId xmlns:a16="http://schemas.microsoft.com/office/drawing/2014/main" id="{D5A2D00C-FFDB-101B-1E1C-ECB263F0FB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032300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AAFDB50B-6C20-A80C-6D16-B52277B72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>
            <a:extLst>
              <a:ext uri="{FF2B5EF4-FFF2-40B4-BE49-F238E27FC236}">
                <a16:creationId xmlns:a16="http://schemas.microsoft.com/office/drawing/2014/main" id="{48CC6054-A59C-E12B-7029-9ABEF0A00C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>
            <a:extLst>
              <a:ext uri="{FF2B5EF4-FFF2-40B4-BE49-F238E27FC236}">
                <a16:creationId xmlns:a16="http://schemas.microsoft.com/office/drawing/2014/main" id="{5DBDC74B-1DAB-176E-342A-F9696049F5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000838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5AE5528E-B042-BC58-3516-E4C58BD6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>
            <a:extLst>
              <a:ext uri="{FF2B5EF4-FFF2-40B4-BE49-F238E27FC236}">
                <a16:creationId xmlns:a16="http://schemas.microsoft.com/office/drawing/2014/main" id="{09485391-46E4-B617-5698-787481866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>
            <a:extLst>
              <a:ext uri="{FF2B5EF4-FFF2-40B4-BE49-F238E27FC236}">
                <a16:creationId xmlns:a16="http://schemas.microsoft.com/office/drawing/2014/main" id="{A5ABB7DB-2B67-09B9-941E-267BA71C98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17741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ACACF098-4040-FB80-AC27-D0B839BF4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>
            <a:extLst>
              <a:ext uri="{FF2B5EF4-FFF2-40B4-BE49-F238E27FC236}">
                <a16:creationId xmlns:a16="http://schemas.microsoft.com/office/drawing/2014/main" id="{5409B23B-BFCD-FA72-01B8-18E3B453A2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>
            <a:extLst>
              <a:ext uri="{FF2B5EF4-FFF2-40B4-BE49-F238E27FC236}">
                <a16:creationId xmlns:a16="http://schemas.microsoft.com/office/drawing/2014/main" id="{ABF98D4A-BE5E-D056-F225-879210A9BF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787428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FDE32048-6A48-6206-A6DD-39B91D2FE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>
            <a:extLst>
              <a:ext uri="{FF2B5EF4-FFF2-40B4-BE49-F238E27FC236}">
                <a16:creationId xmlns:a16="http://schemas.microsoft.com/office/drawing/2014/main" id="{8F098B1F-A367-054A-D773-FF9E3B83F8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>
            <a:extLst>
              <a:ext uri="{FF2B5EF4-FFF2-40B4-BE49-F238E27FC236}">
                <a16:creationId xmlns:a16="http://schemas.microsoft.com/office/drawing/2014/main" id="{B71CC71B-0EA4-98C8-30B9-BA364A89AB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978479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50" name="Google Shape;350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1827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8653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2184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5825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1170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4406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523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4758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7805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8717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55014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2047651" y="3021933"/>
            <a:ext cx="8847600" cy="160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333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1317484" y="1800733"/>
            <a:ext cx="2202800" cy="1221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773533" y="4625133"/>
            <a:ext cx="8058400" cy="37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5" name="Google Shape;15;p3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6" name="Google Shape;16;p3"/>
          <p:cNvGrpSpPr/>
          <p:nvPr/>
        </p:nvGrpSpPr>
        <p:grpSpPr>
          <a:xfrm>
            <a:off x="11085100" y="470668"/>
            <a:ext cx="630800" cy="248667"/>
            <a:chOff x="7059675" y="514525"/>
            <a:chExt cx="473100" cy="186500"/>
          </a:xfrm>
        </p:grpSpPr>
        <p:cxnSp>
          <p:nvCxnSpPr>
            <p:cNvPr id="17" name="Google Shape;17;p3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18;p3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3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3786883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22" name="Google Shape;22;p4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23" name="Google Shape;23;p4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" name="Google Shape;24;p4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" name="Google Shape;25;p4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960000" y="1621000"/>
            <a:ext cx="10272000" cy="37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70" lvl="0" indent="-423312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 sz="1600"/>
            </a:lvl1pPr>
            <a:lvl2pPr marL="1219140" lvl="1" indent="-42331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828709" lvl="2" indent="-42331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2438278" lvl="3" indent="-42331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3047848" lvl="4" indent="-42331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3657418" lvl="5" indent="-42331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4266987" lvl="6" indent="-42331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4876557" lvl="7" indent="-42331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5486126" lvl="8" indent="-42331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040566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30" name="Google Shape;30;p5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31" name="Google Shape;31;p5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" name="Google Shape;33;p5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ubTitle" idx="1"/>
          </p:nvPr>
        </p:nvSpPr>
        <p:spPr>
          <a:xfrm>
            <a:off x="7056729" y="4843465"/>
            <a:ext cx="3566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867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ubTitle" idx="2"/>
          </p:nvPr>
        </p:nvSpPr>
        <p:spPr>
          <a:xfrm>
            <a:off x="2114269" y="4843465"/>
            <a:ext cx="3566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867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3"/>
          </p:nvPr>
        </p:nvSpPr>
        <p:spPr>
          <a:xfrm>
            <a:off x="6651249" y="4267600"/>
            <a:ext cx="3566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ubTitle" idx="4"/>
          </p:nvPr>
        </p:nvSpPr>
        <p:spPr>
          <a:xfrm>
            <a:off x="1708483" y="4267600"/>
            <a:ext cx="3566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1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843021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41" name="Google Shape;41;p6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42" name="Google Shape;42;p6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" name="Google Shape;43;p6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672967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/>
          <p:nvPr/>
        </p:nvSpPr>
        <p:spPr>
          <a:xfrm>
            <a:off x="5018000" y="-2400"/>
            <a:ext cx="7174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56" name="Google Shape;56;p8"/>
          <p:cNvGrpSpPr/>
          <p:nvPr/>
        </p:nvGrpSpPr>
        <p:grpSpPr>
          <a:xfrm>
            <a:off x="10746533" y="595001"/>
            <a:ext cx="630800" cy="248667"/>
            <a:chOff x="7059675" y="514525"/>
            <a:chExt cx="473100" cy="186500"/>
          </a:xfrm>
        </p:grpSpPr>
        <p:cxnSp>
          <p:nvCxnSpPr>
            <p:cNvPr id="57" name="Google Shape;57;p8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8;p8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9;p8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807000" y="1742800"/>
            <a:ext cx="5434000" cy="33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884903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/>
          <p:cNvSpPr>
            <a:spLocks noGrp="1"/>
          </p:cNvSpPr>
          <p:nvPr>
            <p:ph type="pic" idx="2"/>
          </p:nvPr>
        </p:nvSpPr>
        <p:spPr>
          <a:xfrm>
            <a:off x="-33" y="-18300"/>
            <a:ext cx="12192000" cy="6876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1" name="Google Shape;71;p10"/>
          <p:cNvSpPr txBox="1">
            <a:spLocks noGrp="1"/>
          </p:cNvSpPr>
          <p:nvPr>
            <p:ph type="title"/>
          </p:nvPr>
        </p:nvSpPr>
        <p:spPr>
          <a:xfrm>
            <a:off x="960000" y="5352600"/>
            <a:ext cx="10272000" cy="7636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7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248036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 hasCustomPrompt="1"/>
          </p:nvPr>
        </p:nvSpPr>
        <p:spPr>
          <a:xfrm>
            <a:off x="1360817" y="1780133"/>
            <a:ext cx="9470400" cy="210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74" name="Google Shape;74;p11"/>
          <p:cNvSpPr txBox="1">
            <a:spLocks noGrp="1"/>
          </p:cNvSpPr>
          <p:nvPr>
            <p:ph type="subTitle" idx="1"/>
          </p:nvPr>
        </p:nvSpPr>
        <p:spPr>
          <a:xfrm>
            <a:off x="1360784" y="4125967"/>
            <a:ext cx="9470400" cy="6204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5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75" name="Google Shape;75;p11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76" name="Google Shape;76;p11"/>
          <p:cNvGrpSpPr/>
          <p:nvPr/>
        </p:nvGrpSpPr>
        <p:grpSpPr>
          <a:xfrm>
            <a:off x="10746533" y="595001"/>
            <a:ext cx="630800" cy="248667"/>
            <a:chOff x="7059675" y="514525"/>
            <a:chExt cx="473100" cy="186500"/>
          </a:xfrm>
        </p:grpSpPr>
        <p:cxnSp>
          <p:nvCxnSpPr>
            <p:cNvPr id="77" name="Google Shape;77;p11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8" name="Google Shape;78;p11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" name="Google Shape;79;p11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16356967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740518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83" name="Google Shape;83;p13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84" name="Google Shape;84;p13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85;p13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87" name="Google Shape;87;p13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8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1"/>
          </p:nvPr>
        </p:nvSpPr>
        <p:spPr>
          <a:xfrm>
            <a:off x="3296000" y="2443933"/>
            <a:ext cx="5612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subTitle" idx="2"/>
          </p:nvPr>
        </p:nvSpPr>
        <p:spPr>
          <a:xfrm>
            <a:off x="4234001" y="3777903"/>
            <a:ext cx="5612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0" name="Google Shape;90;p13"/>
          <p:cNvSpPr txBox="1">
            <a:spLocks noGrp="1"/>
          </p:cNvSpPr>
          <p:nvPr>
            <p:ph type="subTitle" idx="3"/>
          </p:nvPr>
        </p:nvSpPr>
        <p:spPr>
          <a:xfrm>
            <a:off x="4672036" y="5112331"/>
            <a:ext cx="5612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4" hasCustomPrompt="1"/>
          </p:nvPr>
        </p:nvSpPr>
        <p:spPr>
          <a:xfrm>
            <a:off x="2493200" y="1960700"/>
            <a:ext cx="802800" cy="522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5" hasCustomPrompt="1"/>
          </p:nvPr>
        </p:nvSpPr>
        <p:spPr>
          <a:xfrm>
            <a:off x="3431200" y="3309900"/>
            <a:ext cx="802800" cy="522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6" hasCustomPrompt="1"/>
          </p:nvPr>
        </p:nvSpPr>
        <p:spPr>
          <a:xfrm>
            <a:off x="3855033" y="4659100"/>
            <a:ext cx="8028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subTitle" idx="7"/>
          </p:nvPr>
        </p:nvSpPr>
        <p:spPr>
          <a:xfrm>
            <a:off x="3296000" y="1960700"/>
            <a:ext cx="5612800" cy="64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subTitle" idx="8"/>
          </p:nvPr>
        </p:nvSpPr>
        <p:spPr>
          <a:xfrm>
            <a:off x="4234000" y="3309900"/>
            <a:ext cx="5612800" cy="64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9"/>
          </p:nvPr>
        </p:nvSpPr>
        <p:spPr>
          <a:xfrm>
            <a:off x="4672033" y="4659100"/>
            <a:ext cx="5612800" cy="64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3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373016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>
            <a:spLocks noGrp="1"/>
          </p:cNvSpPr>
          <p:nvPr>
            <p:ph type="title"/>
          </p:nvPr>
        </p:nvSpPr>
        <p:spPr>
          <a:xfrm>
            <a:off x="3583367" y="4619000"/>
            <a:ext cx="7658000" cy="8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1"/>
          </p:nvPr>
        </p:nvSpPr>
        <p:spPr>
          <a:xfrm>
            <a:off x="3583219" y="2134600"/>
            <a:ext cx="7658000" cy="248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01" name="Google Shape;101;p14"/>
          <p:cNvGrpSpPr/>
          <p:nvPr/>
        </p:nvGrpSpPr>
        <p:grpSpPr>
          <a:xfrm>
            <a:off x="10746533" y="595001"/>
            <a:ext cx="630800" cy="248667"/>
            <a:chOff x="7059675" y="514525"/>
            <a:chExt cx="473100" cy="186500"/>
          </a:xfrm>
        </p:grpSpPr>
        <p:cxnSp>
          <p:nvCxnSpPr>
            <p:cNvPr id="102" name="Google Shape;102;p14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" name="Google Shape;103;p14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4" name="Google Shape;104;p14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765395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/>
          <p:nvPr/>
        </p:nvSpPr>
        <p:spPr>
          <a:xfrm>
            <a:off x="5657333" y="-2400"/>
            <a:ext cx="65348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07" name="Google Shape;107;p15"/>
          <p:cNvGrpSpPr/>
          <p:nvPr/>
        </p:nvGrpSpPr>
        <p:grpSpPr>
          <a:xfrm>
            <a:off x="10746533" y="595001"/>
            <a:ext cx="630800" cy="248667"/>
            <a:chOff x="7059675" y="514525"/>
            <a:chExt cx="473100" cy="186500"/>
          </a:xfrm>
        </p:grpSpPr>
        <p:cxnSp>
          <p:nvCxnSpPr>
            <p:cNvPr id="108" name="Google Shape;108;p15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" name="Google Shape;109;p15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0" name="Google Shape;110;p15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1" name="Google Shape;111;p15"/>
          <p:cNvSpPr txBox="1">
            <a:spLocks noGrp="1"/>
          </p:cNvSpPr>
          <p:nvPr>
            <p:ph type="title"/>
          </p:nvPr>
        </p:nvSpPr>
        <p:spPr>
          <a:xfrm>
            <a:off x="950967" y="714200"/>
            <a:ext cx="4221200" cy="317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12" name="Google Shape;112;p15"/>
          <p:cNvSpPr txBox="1">
            <a:spLocks noGrp="1"/>
          </p:cNvSpPr>
          <p:nvPr>
            <p:ph type="subTitle" idx="1"/>
          </p:nvPr>
        </p:nvSpPr>
        <p:spPr>
          <a:xfrm>
            <a:off x="950967" y="3885400"/>
            <a:ext cx="4221200" cy="225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3" name="Google Shape;113;p15"/>
          <p:cNvSpPr>
            <a:spLocks noGrp="1"/>
          </p:cNvSpPr>
          <p:nvPr>
            <p:ph type="pic" idx="2"/>
          </p:nvPr>
        </p:nvSpPr>
        <p:spPr>
          <a:xfrm>
            <a:off x="6377667" y="709417"/>
            <a:ext cx="3880000" cy="543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2181124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/>
          <p:nvPr/>
        </p:nvSpPr>
        <p:spPr>
          <a:xfrm>
            <a:off x="5657333" y="-2400"/>
            <a:ext cx="65348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6" name="Google Shape;116;p16"/>
          <p:cNvSpPr txBox="1">
            <a:spLocks noGrp="1"/>
          </p:cNvSpPr>
          <p:nvPr>
            <p:ph type="title"/>
          </p:nvPr>
        </p:nvSpPr>
        <p:spPr>
          <a:xfrm>
            <a:off x="950967" y="1870467"/>
            <a:ext cx="4332000" cy="141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17" name="Google Shape;117;p16"/>
          <p:cNvSpPr txBox="1">
            <a:spLocks noGrp="1"/>
          </p:cNvSpPr>
          <p:nvPr>
            <p:ph type="subTitle" idx="1"/>
          </p:nvPr>
        </p:nvSpPr>
        <p:spPr>
          <a:xfrm>
            <a:off x="950967" y="3288067"/>
            <a:ext cx="4332000" cy="18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12076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/>
          <p:nvPr/>
        </p:nvSpPr>
        <p:spPr>
          <a:xfrm>
            <a:off x="0" y="0"/>
            <a:ext cx="65348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0" name="Google Shape;120;p17"/>
          <p:cNvSpPr txBox="1">
            <a:spLocks noGrp="1"/>
          </p:cNvSpPr>
          <p:nvPr>
            <p:ph type="title"/>
          </p:nvPr>
        </p:nvSpPr>
        <p:spPr>
          <a:xfrm>
            <a:off x="6449600" y="2001600"/>
            <a:ext cx="4791200" cy="141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subTitle" idx="1"/>
          </p:nvPr>
        </p:nvSpPr>
        <p:spPr>
          <a:xfrm>
            <a:off x="6449828" y="3416000"/>
            <a:ext cx="4791200" cy="14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849317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24" name="Google Shape;124;p18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125" name="Google Shape;125;p18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6" name="Google Shape;126;p18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7" name="Google Shape;127;p18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28" name="Google Shape;128;p18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9" name="Google Shape;129;p18"/>
          <p:cNvSpPr txBox="1">
            <a:spLocks noGrp="1"/>
          </p:cNvSpPr>
          <p:nvPr>
            <p:ph type="subTitle" idx="1"/>
          </p:nvPr>
        </p:nvSpPr>
        <p:spPr>
          <a:xfrm>
            <a:off x="6985135" y="2994735"/>
            <a:ext cx="3719200" cy="19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0" name="Google Shape;130;p18"/>
          <p:cNvSpPr txBox="1">
            <a:spLocks noGrp="1"/>
          </p:cNvSpPr>
          <p:nvPr>
            <p:ph type="subTitle" idx="2"/>
          </p:nvPr>
        </p:nvSpPr>
        <p:spPr>
          <a:xfrm>
            <a:off x="2276900" y="2994735"/>
            <a:ext cx="3719200" cy="19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1" name="Google Shape;131;p18"/>
          <p:cNvSpPr txBox="1">
            <a:spLocks noGrp="1"/>
          </p:cNvSpPr>
          <p:nvPr>
            <p:ph type="subTitle" idx="3"/>
          </p:nvPr>
        </p:nvSpPr>
        <p:spPr>
          <a:xfrm>
            <a:off x="1882268" y="2249533"/>
            <a:ext cx="3719200" cy="74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dk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2" name="Google Shape;132;p18"/>
          <p:cNvSpPr txBox="1">
            <a:spLocks noGrp="1"/>
          </p:cNvSpPr>
          <p:nvPr>
            <p:ph type="subTitle" idx="4"/>
          </p:nvPr>
        </p:nvSpPr>
        <p:spPr>
          <a:xfrm>
            <a:off x="6590509" y="2249533"/>
            <a:ext cx="3719200" cy="74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935239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35" name="Google Shape;135;p19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136" name="Google Shape;136;p19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7" name="Google Shape;137;p19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8" name="Google Shape;138;p19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39" name="Google Shape;139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40" name="Google Shape;140;p19"/>
          <p:cNvSpPr txBox="1">
            <a:spLocks noGrp="1"/>
          </p:cNvSpPr>
          <p:nvPr>
            <p:ph type="subTitle" idx="1"/>
          </p:nvPr>
        </p:nvSpPr>
        <p:spPr>
          <a:xfrm>
            <a:off x="6429197" y="1924167"/>
            <a:ext cx="4802800" cy="32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41" name="Google Shape;141;p19"/>
          <p:cNvSpPr txBox="1">
            <a:spLocks noGrp="1"/>
          </p:cNvSpPr>
          <p:nvPr>
            <p:ph type="subTitle" idx="2"/>
          </p:nvPr>
        </p:nvSpPr>
        <p:spPr>
          <a:xfrm>
            <a:off x="858667" y="1924167"/>
            <a:ext cx="4802800" cy="32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3610056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0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44" name="Google Shape;144;p20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145" name="Google Shape;145;p20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6" name="Google Shape;146;p20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7" name="Google Shape;147;p20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48" name="Google Shape;148;p20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49" name="Google Shape;149;p20"/>
          <p:cNvSpPr txBox="1">
            <a:spLocks noGrp="1"/>
          </p:cNvSpPr>
          <p:nvPr>
            <p:ph type="subTitle" idx="1"/>
          </p:nvPr>
        </p:nvSpPr>
        <p:spPr>
          <a:xfrm>
            <a:off x="1330267" y="2795167"/>
            <a:ext cx="3164000" cy="18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50" name="Google Shape;150;p20"/>
          <p:cNvSpPr txBox="1">
            <a:spLocks noGrp="1"/>
          </p:cNvSpPr>
          <p:nvPr>
            <p:ph type="subTitle" idx="2"/>
          </p:nvPr>
        </p:nvSpPr>
        <p:spPr>
          <a:xfrm>
            <a:off x="4697316" y="3675167"/>
            <a:ext cx="3164000" cy="18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51" name="Google Shape;151;p20"/>
          <p:cNvSpPr txBox="1">
            <a:spLocks noGrp="1"/>
          </p:cNvSpPr>
          <p:nvPr>
            <p:ph type="subTitle" idx="3"/>
          </p:nvPr>
        </p:nvSpPr>
        <p:spPr>
          <a:xfrm>
            <a:off x="8068311" y="4323467"/>
            <a:ext cx="3164000" cy="18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52" name="Google Shape;152;p20"/>
          <p:cNvSpPr txBox="1">
            <a:spLocks noGrp="1"/>
          </p:cNvSpPr>
          <p:nvPr>
            <p:ph type="subTitle" idx="4"/>
          </p:nvPr>
        </p:nvSpPr>
        <p:spPr>
          <a:xfrm>
            <a:off x="960000" y="1915167"/>
            <a:ext cx="3222400" cy="88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dk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53" name="Google Shape;153;p20"/>
          <p:cNvSpPr txBox="1">
            <a:spLocks noGrp="1"/>
          </p:cNvSpPr>
          <p:nvPr>
            <p:ph type="subTitle" idx="5"/>
          </p:nvPr>
        </p:nvSpPr>
        <p:spPr>
          <a:xfrm>
            <a:off x="4389396" y="2795167"/>
            <a:ext cx="3222400" cy="88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3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54" name="Google Shape;154;p20"/>
          <p:cNvSpPr txBox="1">
            <a:spLocks noGrp="1"/>
          </p:cNvSpPr>
          <p:nvPr>
            <p:ph type="subTitle" idx="6"/>
          </p:nvPr>
        </p:nvSpPr>
        <p:spPr>
          <a:xfrm>
            <a:off x="7822725" y="3443467"/>
            <a:ext cx="3222400" cy="88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5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306908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57" name="Google Shape;157;p21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158" name="Google Shape;158;p21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9" name="Google Shape;159;p21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0" name="Google Shape;160;p21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61" name="Google Shape;161;p21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62" name="Google Shape;162;p21"/>
          <p:cNvSpPr txBox="1">
            <a:spLocks noGrp="1"/>
          </p:cNvSpPr>
          <p:nvPr>
            <p:ph type="subTitle" idx="1"/>
          </p:nvPr>
        </p:nvSpPr>
        <p:spPr>
          <a:xfrm>
            <a:off x="4667467" y="2565033"/>
            <a:ext cx="2637600" cy="11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3" name="Google Shape;163;p21"/>
          <p:cNvSpPr txBox="1">
            <a:spLocks noGrp="1"/>
          </p:cNvSpPr>
          <p:nvPr>
            <p:ph type="subTitle" idx="2"/>
          </p:nvPr>
        </p:nvSpPr>
        <p:spPr>
          <a:xfrm>
            <a:off x="8594388" y="2565033"/>
            <a:ext cx="2637600" cy="11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4" name="Google Shape;164;p21"/>
          <p:cNvSpPr txBox="1">
            <a:spLocks noGrp="1"/>
          </p:cNvSpPr>
          <p:nvPr>
            <p:ph type="subTitle" idx="3"/>
          </p:nvPr>
        </p:nvSpPr>
        <p:spPr>
          <a:xfrm>
            <a:off x="4667467" y="4755667"/>
            <a:ext cx="2637600" cy="11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5" name="Google Shape;165;p21"/>
          <p:cNvSpPr txBox="1">
            <a:spLocks noGrp="1"/>
          </p:cNvSpPr>
          <p:nvPr>
            <p:ph type="subTitle" idx="4"/>
          </p:nvPr>
        </p:nvSpPr>
        <p:spPr>
          <a:xfrm>
            <a:off x="8594388" y="4755667"/>
            <a:ext cx="2637600" cy="11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6" name="Google Shape;166;p21"/>
          <p:cNvSpPr txBox="1">
            <a:spLocks noGrp="1"/>
          </p:cNvSpPr>
          <p:nvPr>
            <p:ph type="subTitle" idx="5"/>
          </p:nvPr>
        </p:nvSpPr>
        <p:spPr>
          <a:xfrm>
            <a:off x="4259248" y="1891033"/>
            <a:ext cx="2637600" cy="67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lt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7" name="Google Shape;167;p21"/>
          <p:cNvSpPr txBox="1">
            <a:spLocks noGrp="1"/>
          </p:cNvSpPr>
          <p:nvPr>
            <p:ph type="subTitle" idx="6"/>
          </p:nvPr>
        </p:nvSpPr>
        <p:spPr>
          <a:xfrm>
            <a:off x="4259248" y="4081667"/>
            <a:ext cx="2637600" cy="67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8" name="Google Shape;168;p21"/>
          <p:cNvSpPr txBox="1">
            <a:spLocks noGrp="1"/>
          </p:cNvSpPr>
          <p:nvPr>
            <p:ph type="subTitle" idx="7"/>
          </p:nvPr>
        </p:nvSpPr>
        <p:spPr>
          <a:xfrm>
            <a:off x="8186148" y="1891033"/>
            <a:ext cx="2637600" cy="67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4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9" name="Google Shape;169;p21"/>
          <p:cNvSpPr txBox="1">
            <a:spLocks noGrp="1"/>
          </p:cNvSpPr>
          <p:nvPr>
            <p:ph type="subTitle" idx="8"/>
          </p:nvPr>
        </p:nvSpPr>
        <p:spPr>
          <a:xfrm>
            <a:off x="8186148" y="4081667"/>
            <a:ext cx="2637600" cy="67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5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27529640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2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72" name="Google Shape;172;p22"/>
          <p:cNvSpPr txBox="1">
            <a:spLocks noGrp="1"/>
          </p:cNvSpPr>
          <p:nvPr>
            <p:ph type="subTitle" idx="1"/>
          </p:nvPr>
        </p:nvSpPr>
        <p:spPr>
          <a:xfrm>
            <a:off x="1859867" y="2471333"/>
            <a:ext cx="2648000" cy="1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3" name="Google Shape;173;p22"/>
          <p:cNvSpPr txBox="1">
            <a:spLocks noGrp="1"/>
          </p:cNvSpPr>
          <p:nvPr>
            <p:ph type="subTitle" idx="2"/>
          </p:nvPr>
        </p:nvSpPr>
        <p:spPr>
          <a:xfrm>
            <a:off x="5153000" y="2471333"/>
            <a:ext cx="2648000" cy="1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4" name="Google Shape;174;p22"/>
          <p:cNvSpPr txBox="1">
            <a:spLocks noGrp="1"/>
          </p:cNvSpPr>
          <p:nvPr>
            <p:ph type="subTitle" idx="3"/>
          </p:nvPr>
        </p:nvSpPr>
        <p:spPr>
          <a:xfrm>
            <a:off x="1859867" y="4378267"/>
            <a:ext cx="2648000" cy="1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5" name="Google Shape;175;p22"/>
          <p:cNvSpPr txBox="1">
            <a:spLocks noGrp="1"/>
          </p:cNvSpPr>
          <p:nvPr>
            <p:ph type="subTitle" idx="4"/>
          </p:nvPr>
        </p:nvSpPr>
        <p:spPr>
          <a:xfrm>
            <a:off x="5153000" y="4378267"/>
            <a:ext cx="2648000" cy="1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subTitle" idx="5"/>
          </p:nvPr>
        </p:nvSpPr>
        <p:spPr>
          <a:xfrm>
            <a:off x="8446132" y="2471333"/>
            <a:ext cx="2648000" cy="1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7" name="Google Shape;177;p22"/>
          <p:cNvSpPr txBox="1">
            <a:spLocks noGrp="1"/>
          </p:cNvSpPr>
          <p:nvPr>
            <p:ph type="subTitle" idx="6"/>
          </p:nvPr>
        </p:nvSpPr>
        <p:spPr>
          <a:xfrm>
            <a:off x="8446132" y="4378267"/>
            <a:ext cx="2648000" cy="1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8" name="Google Shape;178;p22"/>
          <p:cNvSpPr txBox="1">
            <a:spLocks noGrp="1"/>
          </p:cNvSpPr>
          <p:nvPr>
            <p:ph type="subTitle" idx="7"/>
          </p:nvPr>
        </p:nvSpPr>
        <p:spPr>
          <a:xfrm>
            <a:off x="1484069" y="1814532"/>
            <a:ext cx="2637600" cy="6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9" name="Google Shape;179;p22"/>
          <p:cNvSpPr txBox="1">
            <a:spLocks noGrp="1"/>
          </p:cNvSpPr>
          <p:nvPr>
            <p:ph type="subTitle" idx="8"/>
          </p:nvPr>
        </p:nvSpPr>
        <p:spPr>
          <a:xfrm>
            <a:off x="4777200" y="1814532"/>
            <a:ext cx="2637600" cy="6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dk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0" name="Google Shape;180;p22"/>
          <p:cNvSpPr txBox="1">
            <a:spLocks noGrp="1"/>
          </p:cNvSpPr>
          <p:nvPr>
            <p:ph type="subTitle" idx="9"/>
          </p:nvPr>
        </p:nvSpPr>
        <p:spPr>
          <a:xfrm>
            <a:off x="8070331" y="1814532"/>
            <a:ext cx="2637600" cy="6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5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1" name="Google Shape;181;p22"/>
          <p:cNvSpPr txBox="1">
            <a:spLocks noGrp="1"/>
          </p:cNvSpPr>
          <p:nvPr>
            <p:ph type="subTitle" idx="13"/>
          </p:nvPr>
        </p:nvSpPr>
        <p:spPr>
          <a:xfrm>
            <a:off x="1484069" y="3721467"/>
            <a:ext cx="2637600" cy="6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1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2" name="Google Shape;182;p22"/>
          <p:cNvSpPr txBox="1">
            <a:spLocks noGrp="1"/>
          </p:cNvSpPr>
          <p:nvPr>
            <p:ph type="subTitle" idx="14"/>
          </p:nvPr>
        </p:nvSpPr>
        <p:spPr>
          <a:xfrm>
            <a:off x="4777200" y="3721467"/>
            <a:ext cx="2637600" cy="6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lt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3" name="Google Shape;183;p22"/>
          <p:cNvSpPr txBox="1">
            <a:spLocks noGrp="1"/>
          </p:cNvSpPr>
          <p:nvPr>
            <p:ph type="subTitle" idx="15"/>
          </p:nvPr>
        </p:nvSpPr>
        <p:spPr>
          <a:xfrm>
            <a:off x="8070331" y="3721467"/>
            <a:ext cx="2637600" cy="6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3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922488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3"/>
          <p:cNvSpPr/>
          <p:nvPr/>
        </p:nvSpPr>
        <p:spPr>
          <a:xfrm>
            <a:off x="5018000" y="-2400"/>
            <a:ext cx="7174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86" name="Google Shape;186;p23"/>
          <p:cNvGrpSpPr/>
          <p:nvPr/>
        </p:nvGrpSpPr>
        <p:grpSpPr>
          <a:xfrm>
            <a:off x="10746533" y="595001"/>
            <a:ext cx="630800" cy="248667"/>
            <a:chOff x="7059675" y="514525"/>
            <a:chExt cx="473100" cy="186500"/>
          </a:xfrm>
        </p:grpSpPr>
        <p:cxnSp>
          <p:nvCxnSpPr>
            <p:cNvPr id="187" name="Google Shape;187;p23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23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9" name="Google Shape;189;p23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" name="Google Shape;190;p23"/>
          <p:cNvSpPr txBox="1">
            <a:spLocks noGrp="1"/>
          </p:cNvSpPr>
          <p:nvPr>
            <p:ph type="title" hasCustomPrompt="1"/>
          </p:nvPr>
        </p:nvSpPr>
        <p:spPr>
          <a:xfrm>
            <a:off x="5402633" y="840767"/>
            <a:ext cx="53628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91" name="Google Shape;191;p23"/>
          <p:cNvSpPr txBox="1">
            <a:spLocks noGrp="1"/>
          </p:cNvSpPr>
          <p:nvPr>
            <p:ph type="subTitle" idx="1"/>
          </p:nvPr>
        </p:nvSpPr>
        <p:spPr>
          <a:xfrm>
            <a:off x="5878073" y="1734227"/>
            <a:ext cx="53628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2" name="Google Shape;192;p23"/>
          <p:cNvSpPr txBox="1">
            <a:spLocks noGrp="1"/>
          </p:cNvSpPr>
          <p:nvPr>
            <p:ph type="title" idx="2" hasCustomPrompt="1"/>
          </p:nvPr>
        </p:nvSpPr>
        <p:spPr>
          <a:xfrm>
            <a:off x="5402633" y="2643787"/>
            <a:ext cx="53628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3"/>
          <p:cNvSpPr txBox="1">
            <a:spLocks noGrp="1"/>
          </p:cNvSpPr>
          <p:nvPr>
            <p:ph type="subTitle" idx="3"/>
          </p:nvPr>
        </p:nvSpPr>
        <p:spPr>
          <a:xfrm>
            <a:off x="5878073" y="3537247"/>
            <a:ext cx="53628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4" name="Google Shape;194;p23"/>
          <p:cNvSpPr txBox="1">
            <a:spLocks noGrp="1"/>
          </p:cNvSpPr>
          <p:nvPr>
            <p:ph type="title" idx="4" hasCustomPrompt="1"/>
          </p:nvPr>
        </p:nvSpPr>
        <p:spPr>
          <a:xfrm>
            <a:off x="5402633" y="4446807"/>
            <a:ext cx="53628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95" name="Google Shape;195;p23"/>
          <p:cNvSpPr txBox="1">
            <a:spLocks noGrp="1"/>
          </p:cNvSpPr>
          <p:nvPr>
            <p:ph type="subTitle" idx="5"/>
          </p:nvPr>
        </p:nvSpPr>
        <p:spPr>
          <a:xfrm>
            <a:off x="5878073" y="5340267"/>
            <a:ext cx="53628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448289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Numbers and text 1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4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98" name="Google Shape;198;p24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199" name="Google Shape;199;p24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0" name="Google Shape;200;p24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1" name="Google Shape;201;p24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202" name="Google Shape;202;p24"/>
          <p:cNvSpPr txBox="1">
            <a:spLocks noGrp="1"/>
          </p:cNvSpPr>
          <p:nvPr>
            <p:ph type="title" hasCustomPrompt="1"/>
          </p:nvPr>
        </p:nvSpPr>
        <p:spPr>
          <a:xfrm>
            <a:off x="1179800" y="2520933"/>
            <a:ext cx="1407600" cy="54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03" name="Google Shape;203;p24"/>
          <p:cNvSpPr txBox="1">
            <a:spLocks noGrp="1"/>
          </p:cNvSpPr>
          <p:nvPr>
            <p:ph type="subTitle" idx="1"/>
          </p:nvPr>
        </p:nvSpPr>
        <p:spPr>
          <a:xfrm>
            <a:off x="1307167" y="4585667"/>
            <a:ext cx="2968000" cy="13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4" name="Google Shape;204;p24"/>
          <p:cNvSpPr txBox="1">
            <a:spLocks noGrp="1"/>
          </p:cNvSpPr>
          <p:nvPr>
            <p:ph type="subTitle" idx="2"/>
          </p:nvPr>
        </p:nvSpPr>
        <p:spPr>
          <a:xfrm>
            <a:off x="960000" y="3875633"/>
            <a:ext cx="3072000" cy="79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accent5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5" name="Google Shape;205;p24"/>
          <p:cNvSpPr txBox="1">
            <a:spLocks noGrp="1"/>
          </p:cNvSpPr>
          <p:nvPr>
            <p:ph type="title" idx="3" hasCustomPrompt="1"/>
          </p:nvPr>
        </p:nvSpPr>
        <p:spPr>
          <a:xfrm>
            <a:off x="4787984" y="2521267"/>
            <a:ext cx="1407600" cy="54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06" name="Google Shape;206;p24"/>
          <p:cNvSpPr txBox="1">
            <a:spLocks noGrp="1"/>
          </p:cNvSpPr>
          <p:nvPr>
            <p:ph type="subTitle" idx="4"/>
          </p:nvPr>
        </p:nvSpPr>
        <p:spPr>
          <a:xfrm>
            <a:off x="4785591" y="4585667"/>
            <a:ext cx="2968000" cy="13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7" name="Google Shape;207;p24"/>
          <p:cNvSpPr txBox="1">
            <a:spLocks noGrp="1"/>
          </p:cNvSpPr>
          <p:nvPr>
            <p:ph type="subTitle" idx="5"/>
          </p:nvPr>
        </p:nvSpPr>
        <p:spPr>
          <a:xfrm>
            <a:off x="4560001" y="3875633"/>
            <a:ext cx="3072000" cy="79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accent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8" name="Google Shape;208;p24"/>
          <p:cNvSpPr txBox="1">
            <a:spLocks noGrp="1"/>
          </p:cNvSpPr>
          <p:nvPr>
            <p:ph type="title" idx="6" hasCustomPrompt="1"/>
          </p:nvPr>
        </p:nvSpPr>
        <p:spPr>
          <a:xfrm>
            <a:off x="8395700" y="2521433"/>
            <a:ext cx="1407600" cy="54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09" name="Google Shape;209;p24"/>
          <p:cNvSpPr txBox="1">
            <a:spLocks noGrp="1"/>
          </p:cNvSpPr>
          <p:nvPr>
            <p:ph type="subTitle" idx="7"/>
          </p:nvPr>
        </p:nvSpPr>
        <p:spPr>
          <a:xfrm>
            <a:off x="8264015" y="4585667"/>
            <a:ext cx="2968000" cy="13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0" name="Google Shape;210;p24"/>
          <p:cNvSpPr txBox="1">
            <a:spLocks noGrp="1"/>
          </p:cNvSpPr>
          <p:nvPr>
            <p:ph type="subTitle" idx="8"/>
          </p:nvPr>
        </p:nvSpPr>
        <p:spPr>
          <a:xfrm>
            <a:off x="8160003" y="3875633"/>
            <a:ext cx="3072000" cy="79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accent4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1" name="Google Shape;211;p24"/>
          <p:cNvSpPr txBox="1">
            <a:spLocks noGrp="1"/>
          </p:cNvSpPr>
          <p:nvPr>
            <p:ph type="title" idx="9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3684034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6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218" name="Google Shape;218;p26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219" name="Google Shape;219;p26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1187346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7"/>
          <p:cNvSpPr/>
          <p:nvPr/>
        </p:nvSpPr>
        <p:spPr>
          <a:xfrm>
            <a:off x="5899667" y="-2400"/>
            <a:ext cx="62924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224" name="Google Shape;224;p27"/>
          <p:cNvGrpSpPr/>
          <p:nvPr/>
        </p:nvGrpSpPr>
        <p:grpSpPr>
          <a:xfrm>
            <a:off x="10924156" y="595001"/>
            <a:ext cx="553275" cy="248667"/>
            <a:chOff x="7059675" y="514525"/>
            <a:chExt cx="473100" cy="186500"/>
          </a:xfrm>
        </p:grpSpPr>
        <p:cxnSp>
          <p:nvCxnSpPr>
            <p:cNvPr id="225" name="Google Shape;225;p27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6" name="Google Shape;226;p27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7" name="Google Shape;227;p27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192414228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3647333" y="1678467"/>
            <a:ext cx="7730000" cy="271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333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3647333" y="4396867"/>
            <a:ext cx="7730000" cy="5876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2133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314538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5018000" y="-2400"/>
            <a:ext cx="7174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63" name="Google Shape;63;p9"/>
          <p:cNvGrpSpPr/>
          <p:nvPr/>
        </p:nvGrpSpPr>
        <p:grpSpPr>
          <a:xfrm>
            <a:off x="10746533" y="595001"/>
            <a:ext cx="630800" cy="248667"/>
            <a:chOff x="7059675" y="514525"/>
            <a:chExt cx="473100" cy="186500"/>
          </a:xfrm>
        </p:grpSpPr>
        <p:cxnSp>
          <p:nvCxnSpPr>
            <p:cNvPr id="64" name="Google Shape;64;p9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5" name="Google Shape;65;p9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6" name="Google Shape;66;p9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7" name="Google Shape;67;p9"/>
          <p:cNvSpPr txBox="1">
            <a:spLocks noGrp="1"/>
          </p:cNvSpPr>
          <p:nvPr>
            <p:ph type="title"/>
          </p:nvPr>
        </p:nvSpPr>
        <p:spPr>
          <a:xfrm>
            <a:off x="5630800" y="1597933"/>
            <a:ext cx="5608000" cy="261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1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subTitle" idx="1"/>
          </p:nvPr>
        </p:nvSpPr>
        <p:spPr>
          <a:xfrm>
            <a:off x="5630800" y="4217133"/>
            <a:ext cx="5608000" cy="14216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9931279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48" name="Google Shape;48;p7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49" name="Google Shape;49;p7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" name="Google Shape;50;p7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" name="Google Shape;51;p7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8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ubTitle" idx="1"/>
          </p:nvPr>
        </p:nvSpPr>
        <p:spPr>
          <a:xfrm>
            <a:off x="4620300" y="2038667"/>
            <a:ext cx="6620800" cy="4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20853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3094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●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○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■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●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○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■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●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○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■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028760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1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sz="5400" dirty="0"/>
              <a:t>Artificial Intelligence</a:t>
            </a:r>
            <a:br>
              <a:rPr lang="en-US" sz="6000" dirty="0"/>
            </a:br>
            <a:r>
              <a:rPr lang="en" sz="2800" dirty="0">
                <a:solidFill>
                  <a:schemeClr val="accent4"/>
                </a:solidFill>
              </a:rPr>
              <a:t>(Machine Learning &amp; Deep Learning)</a:t>
            </a:r>
            <a:endParaRPr sz="2800" dirty="0"/>
          </a:p>
        </p:txBody>
      </p:sp>
      <p:sp>
        <p:nvSpPr>
          <p:cNvPr id="239" name="Google Shape;239;p31"/>
          <p:cNvSpPr txBox="1">
            <a:spLocks noGrp="1"/>
          </p:cNvSpPr>
          <p:nvPr>
            <p:ph type="subTitle" idx="1"/>
          </p:nvPr>
        </p:nvSpPr>
        <p:spPr>
          <a:xfrm>
            <a:off x="3217849" y="4473517"/>
            <a:ext cx="8487720" cy="567052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/>
            <a:r>
              <a:rPr lang="en-US" sz="1867" dirty="0"/>
              <a:t>Introduction to Pandas</a:t>
            </a:r>
          </a:p>
        </p:txBody>
      </p:sp>
      <p:sp>
        <p:nvSpPr>
          <p:cNvPr id="240" name="Google Shape;240;p31"/>
          <p:cNvSpPr txBox="1"/>
          <p:nvPr/>
        </p:nvSpPr>
        <p:spPr>
          <a:xfrm>
            <a:off x="2796400" y="761333"/>
            <a:ext cx="939600" cy="1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" sz="6667" b="0" i="0" u="none" strike="noStrike" kern="0" cap="none" spc="0" normalizeH="0" baseline="0" noProof="0">
                <a:ln>
                  <a:noFill/>
                </a:ln>
                <a:solidFill>
                  <a:srgbClr val="E81A81"/>
                </a:solidFill>
                <a:effectLst/>
                <a:uLnTx/>
                <a:uFillTx/>
                <a:latin typeface="Comfortaa"/>
                <a:ea typeface="Comfortaa"/>
                <a:cs typeface="Comfortaa"/>
                <a:sym typeface="Comfortaa"/>
              </a:rPr>
              <a:t>{</a:t>
            </a:r>
            <a:endParaRPr kumimoji="0" sz="6667" b="0" i="0" u="none" strike="noStrike" kern="0" cap="none" spc="0" normalizeH="0" baseline="0" noProof="0">
              <a:ln>
                <a:noFill/>
              </a:ln>
              <a:solidFill>
                <a:srgbClr val="E81A81"/>
              </a:solidFill>
              <a:effectLst/>
              <a:uLnTx/>
              <a:uFillTx/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241" name="Google Shape;241;p31"/>
          <p:cNvSpPr txBox="1"/>
          <p:nvPr/>
        </p:nvSpPr>
        <p:spPr>
          <a:xfrm>
            <a:off x="11450667" y="5335900"/>
            <a:ext cx="692400" cy="10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" sz="6667" b="0" i="0" u="none" strike="noStrike" kern="0" cap="none" spc="0" normalizeH="0" baseline="0" noProof="0">
                <a:ln>
                  <a:noFill/>
                </a:ln>
                <a:solidFill>
                  <a:srgbClr val="4CAE97"/>
                </a:solidFill>
                <a:effectLst/>
                <a:uLnTx/>
                <a:uFillTx/>
                <a:latin typeface="Comfortaa"/>
                <a:ea typeface="Comfortaa"/>
                <a:cs typeface="Comfortaa"/>
                <a:sym typeface="Comfortaa"/>
              </a:rPr>
              <a:t>}</a:t>
            </a:r>
            <a:endParaRPr kumimoji="0" sz="6667" b="0" i="0" u="none" strike="noStrike" kern="0" cap="none" spc="0" normalizeH="0" baseline="0" noProof="0">
              <a:ln>
                <a:noFill/>
              </a:ln>
              <a:solidFill>
                <a:srgbClr val="4CAE97"/>
              </a:solidFill>
              <a:effectLst/>
              <a:uLnTx/>
              <a:uFillTx/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242" name="Google Shape;242;p31"/>
          <p:cNvSpPr txBox="1"/>
          <p:nvPr/>
        </p:nvSpPr>
        <p:spPr>
          <a:xfrm>
            <a:off x="3796500" y="5477887"/>
            <a:ext cx="1930000" cy="7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" sz="6667" b="0" i="0" u="none" strike="noStrike" kern="0" cap="none" spc="0" normalizeH="0" baseline="0" noProof="0">
                <a:ln>
                  <a:noFill/>
                </a:ln>
                <a:solidFill>
                  <a:srgbClr val="94EE6B"/>
                </a:solidFill>
                <a:effectLst/>
                <a:uLnTx/>
                <a:uFillTx/>
                <a:latin typeface="Fira Code"/>
                <a:ea typeface="Fira Code"/>
                <a:cs typeface="Fira Code"/>
                <a:sym typeface="Fira Code"/>
              </a:rPr>
              <a:t>...</a:t>
            </a:r>
            <a:endParaRPr kumimoji="0" sz="6667" b="0" i="0" u="none" strike="noStrike" kern="0" cap="none" spc="0" normalizeH="0" baseline="0" noProof="0">
              <a:ln>
                <a:noFill/>
              </a:ln>
              <a:solidFill>
                <a:srgbClr val="94EE6B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grpSp>
        <p:nvGrpSpPr>
          <p:cNvPr id="243" name="Google Shape;243;p31"/>
          <p:cNvGrpSpPr/>
          <p:nvPr/>
        </p:nvGrpSpPr>
        <p:grpSpPr>
          <a:xfrm>
            <a:off x="10746533" y="595001"/>
            <a:ext cx="630800" cy="248667"/>
            <a:chOff x="7059675" y="514525"/>
            <a:chExt cx="473100" cy="186500"/>
          </a:xfrm>
        </p:grpSpPr>
        <p:cxnSp>
          <p:nvCxnSpPr>
            <p:cNvPr id="244" name="Google Shape;244;p31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5" name="Google Shape;245;p31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6" name="Google Shape;246;p31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47" name="Google Shape;247;p31"/>
          <p:cNvGrpSpPr/>
          <p:nvPr/>
        </p:nvGrpSpPr>
        <p:grpSpPr>
          <a:xfrm>
            <a:off x="340175" y="928586"/>
            <a:ext cx="3170543" cy="5210084"/>
            <a:chOff x="5" y="747463"/>
            <a:chExt cx="2377907" cy="3907563"/>
          </a:xfrm>
        </p:grpSpPr>
        <p:sp>
          <p:nvSpPr>
            <p:cNvPr id="248" name="Google Shape;248;p31"/>
            <p:cNvSpPr/>
            <p:nvPr/>
          </p:nvSpPr>
          <p:spPr>
            <a:xfrm>
              <a:off x="5" y="756038"/>
              <a:ext cx="354900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49" name="Google Shape;249;p31"/>
            <p:cNvSpPr/>
            <p:nvPr/>
          </p:nvSpPr>
          <p:spPr>
            <a:xfrm>
              <a:off x="486329" y="747463"/>
              <a:ext cx="354900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50" name="Google Shape;250;p31"/>
            <p:cNvSpPr/>
            <p:nvPr/>
          </p:nvSpPr>
          <p:spPr>
            <a:xfrm>
              <a:off x="5" y="1068263"/>
              <a:ext cx="354900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51" name="Google Shape;251;p31"/>
            <p:cNvSpPr/>
            <p:nvPr/>
          </p:nvSpPr>
          <p:spPr>
            <a:xfrm>
              <a:off x="5" y="1394975"/>
              <a:ext cx="354900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52" name="Google Shape;252;p31"/>
            <p:cNvSpPr/>
            <p:nvPr/>
          </p:nvSpPr>
          <p:spPr>
            <a:xfrm>
              <a:off x="5" y="1721713"/>
              <a:ext cx="354900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53" name="Google Shape;253;p31"/>
            <p:cNvSpPr/>
            <p:nvPr/>
          </p:nvSpPr>
          <p:spPr>
            <a:xfrm>
              <a:off x="434858" y="1721713"/>
              <a:ext cx="454500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54" name="Google Shape;254;p31"/>
            <p:cNvSpPr/>
            <p:nvPr/>
          </p:nvSpPr>
          <p:spPr>
            <a:xfrm>
              <a:off x="934654" y="1721722"/>
              <a:ext cx="260700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55" name="Google Shape;255;p31"/>
            <p:cNvSpPr/>
            <p:nvPr/>
          </p:nvSpPr>
          <p:spPr>
            <a:xfrm>
              <a:off x="5" y="203228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56" name="Google Shape;256;p31"/>
            <p:cNvSpPr/>
            <p:nvPr/>
          </p:nvSpPr>
          <p:spPr>
            <a:xfrm>
              <a:off x="5" y="237513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57" name="Google Shape;257;p31"/>
            <p:cNvSpPr/>
            <p:nvPr/>
          </p:nvSpPr>
          <p:spPr>
            <a:xfrm>
              <a:off x="5" y="2684063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58" name="Google Shape;258;p31"/>
            <p:cNvSpPr/>
            <p:nvPr/>
          </p:nvSpPr>
          <p:spPr>
            <a:xfrm>
              <a:off x="5" y="299298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59" name="Google Shape;259;p31"/>
            <p:cNvSpPr/>
            <p:nvPr/>
          </p:nvSpPr>
          <p:spPr>
            <a:xfrm>
              <a:off x="13726" y="3773963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60" name="Google Shape;260;p31"/>
            <p:cNvSpPr/>
            <p:nvPr/>
          </p:nvSpPr>
          <p:spPr>
            <a:xfrm>
              <a:off x="434858" y="203228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61" name="Google Shape;261;p31"/>
            <p:cNvSpPr/>
            <p:nvPr/>
          </p:nvSpPr>
          <p:spPr>
            <a:xfrm>
              <a:off x="395919" y="237513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62" name="Google Shape;262;p31"/>
            <p:cNvSpPr/>
            <p:nvPr/>
          </p:nvSpPr>
          <p:spPr>
            <a:xfrm>
              <a:off x="434858" y="2684063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63" name="Google Shape;263;p31"/>
            <p:cNvSpPr/>
            <p:nvPr/>
          </p:nvSpPr>
          <p:spPr>
            <a:xfrm>
              <a:off x="434858" y="3009950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64" name="Google Shape;264;p31"/>
            <p:cNvSpPr/>
            <p:nvPr/>
          </p:nvSpPr>
          <p:spPr>
            <a:xfrm>
              <a:off x="434858" y="333583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65" name="Google Shape;265;p31"/>
            <p:cNvSpPr/>
            <p:nvPr/>
          </p:nvSpPr>
          <p:spPr>
            <a:xfrm>
              <a:off x="838550" y="2032296"/>
              <a:ext cx="465600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66" name="Google Shape;266;p31"/>
            <p:cNvSpPr/>
            <p:nvPr/>
          </p:nvSpPr>
          <p:spPr>
            <a:xfrm>
              <a:off x="838550" y="2375145"/>
              <a:ext cx="650700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67" name="Google Shape;267;p31"/>
            <p:cNvSpPr/>
            <p:nvPr/>
          </p:nvSpPr>
          <p:spPr>
            <a:xfrm>
              <a:off x="861466" y="2684069"/>
              <a:ext cx="757200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68" name="Google Shape;268;p31"/>
            <p:cNvSpPr/>
            <p:nvPr/>
          </p:nvSpPr>
          <p:spPr>
            <a:xfrm>
              <a:off x="861466" y="3028567"/>
              <a:ext cx="757200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69" name="Google Shape;269;p31"/>
            <p:cNvSpPr/>
            <p:nvPr/>
          </p:nvSpPr>
          <p:spPr>
            <a:xfrm>
              <a:off x="861466" y="3335841"/>
              <a:ext cx="757200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70" name="Google Shape;270;p31"/>
            <p:cNvSpPr/>
            <p:nvPr/>
          </p:nvSpPr>
          <p:spPr>
            <a:xfrm>
              <a:off x="1360349" y="2032296"/>
              <a:ext cx="424200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573836" y="2358182"/>
              <a:ext cx="424200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72" name="Google Shape;272;p31"/>
            <p:cNvSpPr/>
            <p:nvPr/>
          </p:nvSpPr>
          <p:spPr>
            <a:xfrm>
              <a:off x="1697856" y="2684094"/>
              <a:ext cx="260700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73" name="Google Shape;273;p31"/>
            <p:cNvSpPr/>
            <p:nvPr/>
          </p:nvSpPr>
          <p:spPr>
            <a:xfrm>
              <a:off x="1697856" y="3335891"/>
              <a:ext cx="260700" cy="1479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13726" y="401303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75" name="Google Shape;275;p31"/>
            <p:cNvSpPr/>
            <p:nvPr/>
          </p:nvSpPr>
          <p:spPr>
            <a:xfrm>
              <a:off x="395919" y="429653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76" name="Google Shape;276;p31"/>
            <p:cNvSpPr/>
            <p:nvPr/>
          </p:nvSpPr>
          <p:spPr>
            <a:xfrm>
              <a:off x="875884" y="4296538"/>
              <a:ext cx="385500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77" name="Google Shape;277;p31"/>
            <p:cNvSpPr/>
            <p:nvPr/>
          </p:nvSpPr>
          <p:spPr>
            <a:xfrm>
              <a:off x="1360349" y="4296538"/>
              <a:ext cx="486900" cy="1479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78" name="Google Shape;278;p31"/>
            <p:cNvSpPr/>
            <p:nvPr/>
          </p:nvSpPr>
          <p:spPr>
            <a:xfrm>
              <a:off x="1912083" y="4296538"/>
              <a:ext cx="177600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79" name="Google Shape;279;p31"/>
            <p:cNvSpPr/>
            <p:nvPr/>
          </p:nvSpPr>
          <p:spPr>
            <a:xfrm>
              <a:off x="395919" y="4505063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80" name="Google Shape;280;p31"/>
            <p:cNvSpPr/>
            <p:nvPr/>
          </p:nvSpPr>
          <p:spPr>
            <a:xfrm>
              <a:off x="875884" y="4505063"/>
              <a:ext cx="613500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81" name="Google Shape;281;p31"/>
            <p:cNvSpPr/>
            <p:nvPr/>
          </p:nvSpPr>
          <p:spPr>
            <a:xfrm>
              <a:off x="1570204" y="4505063"/>
              <a:ext cx="260700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82" name="Google Shape;282;p31"/>
            <p:cNvSpPr/>
            <p:nvPr/>
          </p:nvSpPr>
          <p:spPr>
            <a:xfrm>
              <a:off x="894657" y="759375"/>
              <a:ext cx="4656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83" name="Google Shape;283;p31"/>
            <p:cNvSpPr/>
            <p:nvPr/>
          </p:nvSpPr>
          <p:spPr>
            <a:xfrm>
              <a:off x="486348" y="1068288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84" name="Google Shape;284;p31"/>
            <p:cNvSpPr/>
            <p:nvPr/>
          </p:nvSpPr>
          <p:spPr>
            <a:xfrm>
              <a:off x="1169818" y="1064149"/>
              <a:ext cx="4656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85" name="Google Shape;285;p31"/>
            <p:cNvSpPr/>
            <p:nvPr/>
          </p:nvSpPr>
          <p:spPr>
            <a:xfrm>
              <a:off x="486342" y="1395013"/>
              <a:ext cx="4029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86" name="Google Shape;286;p31"/>
            <p:cNvSpPr/>
            <p:nvPr/>
          </p:nvSpPr>
          <p:spPr>
            <a:xfrm>
              <a:off x="1254423" y="1719659"/>
              <a:ext cx="2964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87" name="Google Shape;287;p31"/>
            <p:cNvSpPr/>
            <p:nvPr/>
          </p:nvSpPr>
          <p:spPr>
            <a:xfrm>
              <a:off x="1697859" y="3028567"/>
              <a:ext cx="2964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88" name="Google Shape;288;p31"/>
            <p:cNvSpPr/>
            <p:nvPr/>
          </p:nvSpPr>
          <p:spPr>
            <a:xfrm>
              <a:off x="1840717" y="2032296"/>
              <a:ext cx="2409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89" name="Google Shape;289;p31"/>
            <p:cNvSpPr/>
            <p:nvPr/>
          </p:nvSpPr>
          <p:spPr>
            <a:xfrm>
              <a:off x="2037810" y="2684069"/>
              <a:ext cx="2409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90" name="Google Shape;290;p31"/>
            <p:cNvSpPr/>
            <p:nvPr/>
          </p:nvSpPr>
          <p:spPr>
            <a:xfrm>
              <a:off x="1912311" y="4507125"/>
              <a:ext cx="4656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91" name="Google Shape;291;p31"/>
            <p:cNvSpPr/>
            <p:nvPr/>
          </p:nvSpPr>
          <p:spPr>
            <a:xfrm>
              <a:off x="434873" y="3987600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292" name="Google Shape;292;p31"/>
            <p:cNvSpPr/>
            <p:nvPr/>
          </p:nvSpPr>
          <p:spPr>
            <a:xfrm>
              <a:off x="434873" y="3757500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dirty="0"/>
              <a:t>Contents </a:t>
            </a:r>
            <a:r>
              <a:rPr lang="en" dirty="0">
                <a:solidFill>
                  <a:schemeClr val="accent4"/>
                </a:solidFill>
              </a:rPr>
              <a:t>of Day 15</a:t>
            </a:r>
            <a:br>
              <a:rPr lang="en" dirty="0">
                <a:solidFill>
                  <a:schemeClr val="accent4"/>
                </a:solidFill>
              </a:rPr>
            </a:br>
            <a:endParaRPr dirty="0">
              <a:solidFill>
                <a:schemeClr val="accent4"/>
              </a:solidFill>
            </a:endParaRPr>
          </a:p>
        </p:txBody>
      </p:sp>
      <p:sp>
        <p:nvSpPr>
          <p:cNvPr id="298" name="Google Shape;298;p3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buNone/>
            </a:pPr>
            <a:r>
              <a:rPr lang="en-US" dirty="0"/>
              <a:t>		NumPy Indexing, Broadcasting &amp; Universal Functions</a:t>
            </a:r>
          </a:p>
        </p:txBody>
      </p:sp>
      <p:graphicFrame>
        <p:nvGraphicFramePr>
          <p:cNvPr id="299" name="Google Shape;299;p32"/>
          <p:cNvGraphicFramePr/>
          <p:nvPr>
            <p:extLst>
              <p:ext uri="{D42A27DB-BD31-4B8C-83A1-F6EECF244321}">
                <p14:modId xmlns:p14="http://schemas.microsoft.com/office/powerpoint/2010/main" val="304133616"/>
              </p:ext>
            </p:extLst>
          </p:nvPr>
        </p:nvGraphicFramePr>
        <p:xfrm>
          <a:off x="968901" y="2328148"/>
          <a:ext cx="10272000" cy="452341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326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602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 dirty="0">
                          <a:solidFill>
                            <a:schemeClr val="dk2"/>
                          </a:solidFill>
                          <a:uFill>
                            <a:noFill/>
                          </a:u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Recap &amp; introduction</a:t>
                      </a:r>
                      <a:endParaRPr sz="1500" dirty="0">
                        <a:solidFill>
                          <a:schemeClr val="dk2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Moving from Python OOP to Data Science. Why AI needs data.</a:t>
                      </a: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Core Thoery</a:t>
                      </a:r>
                      <a:endParaRPr sz="1500" dirty="0">
                        <a:solidFill>
                          <a:schemeClr val="accent2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Series &amp; DataFrame – </a:t>
                      </a:r>
                      <a:r>
                        <a:rPr lang="en-US" sz="1300" b="0" dirty="0">
                          <a:solidFill>
                            <a:schemeClr val="tx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Creation, data input (CSV, Excel, JSON), selection &amp; indexing (rows, columns, conditional selection, subset selection, index setting)</a:t>
                      </a:r>
                    </a:p>
                    <a:p>
                      <a:endParaRPr lang="en-US" sz="1300" b="0" dirty="0">
                        <a:solidFill>
                          <a:schemeClr val="tx1"/>
                        </a:solidFill>
                        <a:latin typeface="Source Code Pro" panose="020B0509030403020204" pitchFamily="49" charset="0"/>
                        <a:ea typeface="Source Code Pro" panose="020B0509030403020204" pitchFamily="49" charset="0"/>
                      </a:endParaRPr>
                    </a:p>
                    <a:p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Operations on DataFrames </a:t>
                      </a:r>
                      <a:r>
                        <a:rPr lang="en-US" sz="1300" b="0" dirty="0">
                          <a:solidFill>
                            <a:schemeClr val="tx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– Head &amp; tail, unique values, value counts, custom functions (apply), column &amp; index names, sorting &amp; ordering, null value check, value replacement, dropping rows/columns</a:t>
                      </a:r>
                    </a:p>
                    <a:p>
                      <a:endParaRPr lang="en-US" sz="1300" b="0" dirty="0">
                        <a:solidFill>
                          <a:schemeClr val="tx1"/>
                        </a:solidFill>
                        <a:latin typeface="Source Code Pro" panose="020B0509030403020204" pitchFamily="49" charset="0"/>
                        <a:ea typeface="Source Code Pro" panose="020B0509030403020204" pitchFamily="49" charset="0"/>
                      </a:endParaRPr>
                    </a:p>
                    <a:p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Missing Data Handling </a:t>
                      </a:r>
                      <a:r>
                        <a:rPr lang="en-US" sz="1300" b="0" dirty="0">
                          <a:solidFill>
                            <a:schemeClr val="tx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– Identifying missing values, dropping, filling (mean, median, mode), forward/backward fill, practical use cases</a:t>
                      </a: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02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 dirty="0">
                          <a:solidFill>
                            <a:schemeClr val="accent4"/>
                          </a:solidFill>
                          <a:uFill>
                            <a:noFill/>
                          </a:u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Lab Practice</a:t>
                      </a:r>
                      <a:endParaRPr sz="1500" dirty="0">
                        <a:solidFill>
                          <a:schemeClr val="accent4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dk1"/>
                          </a:solid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Practical coding tasks implementing method</a:t>
                      </a:r>
                      <a:endParaRPr sz="1300" dirty="0">
                        <a:solidFill>
                          <a:schemeClr val="dk1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02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accent5"/>
                          </a:solidFill>
                          <a:uFill>
                            <a:noFill/>
                          </a:u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Advance Lab</a:t>
                      </a:r>
                      <a:endParaRPr sz="1500" dirty="0">
                        <a:solidFill>
                          <a:schemeClr val="accent5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dk1"/>
                          </a:solid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Understanding the logic with real world examples.</a:t>
                      </a: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02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accent1"/>
                          </a:solidFill>
                          <a:uFill>
                            <a:noFill/>
                          </a:u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Wrap-up &amp; Q&amp;A</a:t>
                      </a:r>
                      <a:endParaRPr sz="1500" dirty="0">
                        <a:solidFill>
                          <a:schemeClr val="accent1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dk1"/>
                          </a:solid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Debugging tips along with Q&amp;A and suggestion</a:t>
                      </a:r>
                      <a:endParaRPr sz="1300" dirty="0">
                        <a:solidFill>
                          <a:schemeClr val="dk1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0" name="Google Shape;300;p32"/>
          <p:cNvSpPr txBox="1"/>
          <p:nvPr/>
        </p:nvSpPr>
        <p:spPr>
          <a:xfrm>
            <a:off x="951099" y="5523067"/>
            <a:ext cx="4085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endParaRPr sz="1467" dirty="0">
              <a:solidFill>
                <a:schemeClr val="accent3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B8242EDF-68DE-7B01-A011-A02AD2D5E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8">
            <a:extLst>
              <a:ext uri="{FF2B5EF4-FFF2-40B4-BE49-F238E27FC236}">
                <a16:creationId xmlns:a16="http://schemas.microsoft.com/office/drawing/2014/main" id="{E4AB9BE4-FBB2-46A0-29D0-42CDEB40CE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3200" dirty="0"/>
              <a:t>Core Concept </a:t>
            </a:r>
            <a:r>
              <a:rPr lang="en" sz="3200" dirty="0">
                <a:solidFill>
                  <a:schemeClr val="accent4"/>
                </a:solidFill>
              </a:rPr>
              <a:t>(</a:t>
            </a:r>
            <a:r>
              <a:rPr lang="en-US" sz="3200" dirty="0">
                <a:solidFill>
                  <a:schemeClr val="accent4"/>
                </a:solidFill>
              </a:rPr>
              <a:t>Definition</a:t>
            </a:r>
            <a:r>
              <a:rPr lang="en" sz="3200" dirty="0">
                <a:solidFill>
                  <a:schemeClr val="accent4"/>
                </a:solidFill>
              </a:rPr>
              <a:t> &amp; Rules)</a:t>
            </a:r>
            <a:endParaRPr sz="3200" dirty="0">
              <a:solidFill>
                <a:schemeClr val="accent4"/>
              </a:solidFill>
            </a:endParaRPr>
          </a:p>
        </p:txBody>
      </p:sp>
      <p:sp>
        <p:nvSpPr>
          <p:cNvPr id="499" name="Google Shape;499;p38">
            <a:extLst>
              <a:ext uri="{FF2B5EF4-FFF2-40B4-BE49-F238E27FC236}">
                <a16:creationId xmlns:a16="http://schemas.microsoft.com/office/drawing/2014/main" id="{0CE1C392-ADAB-CB31-4EE1-C4DD40120E5F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60333" y="1900441"/>
            <a:ext cx="11433179" cy="4591383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/>
            <a:r>
              <a:rPr lang="en-US" sz="1600" b="1" dirty="0">
                <a:solidFill>
                  <a:srgbClr val="FF0000"/>
                </a:solidFill>
              </a:rPr>
              <a:t>What is Pandas?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Pandas is a Python library for data analysis and manipulation.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It provides high-performance data structures and tools to work with structured data easily.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accent1"/>
                </a:solidFill>
              </a:rPr>
              <a:t>Why we use it: 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To load, clean, manipulate, and analyze tabular data. It handles heterogeneous data, missing values, and large datasets efficiently.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accent2"/>
                </a:solidFill>
              </a:rPr>
              <a:t>Real-life usage examples: 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Analyzing sales or customer data in Excel-like format. Processing stock prices or cryptocurrency data. Cleaning survey or experimental data for research.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D18003-AAFA-C8D5-FF62-088195344861}"/>
              </a:ext>
            </a:extLst>
          </p:cNvPr>
          <p:cNvSpPr txBox="1"/>
          <p:nvPr/>
        </p:nvSpPr>
        <p:spPr>
          <a:xfrm>
            <a:off x="4606893" y="1531109"/>
            <a:ext cx="9364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Introduction to Pandas</a:t>
            </a:r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  <a:cs typeface="Sans Serif Collection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736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7CE2D5C5-93A5-5A54-A571-2E9874564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8">
            <a:extLst>
              <a:ext uri="{FF2B5EF4-FFF2-40B4-BE49-F238E27FC236}">
                <a16:creationId xmlns:a16="http://schemas.microsoft.com/office/drawing/2014/main" id="{A42FFB83-E3F4-F38E-99EE-A3A13F726F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3200" dirty="0"/>
              <a:t>Core Concept </a:t>
            </a:r>
            <a:r>
              <a:rPr lang="en" sz="3200" dirty="0">
                <a:solidFill>
                  <a:schemeClr val="accent4"/>
                </a:solidFill>
              </a:rPr>
              <a:t>(</a:t>
            </a:r>
            <a:r>
              <a:rPr lang="en-US" sz="3200" dirty="0">
                <a:solidFill>
                  <a:schemeClr val="accent4"/>
                </a:solidFill>
              </a:rPr>
              <a:t>Definition</a:t>
            </a:r>
            <a:r>
              <a:rPr lang="en" sz="3200" dirty="0">
                <a:solidFill>
                  <a:schemeClr val="accent4"/>
                </a:solidFill>
              </a:rPr>
              <a:t> &amp; Rules)</a:t>
            </a:r>
            <a:endParaRPr sz="3200" dirty="0">
              <a:solidFill>
                <a:schemeClr val="accent4"/>
              </a:solidFill>
            </a:endParaRPr>
          </a:p>
        </p:txBody>
      </p:sp>
      <p:sp>
        <p:nvSpPr>
          <p:cNvPr id="499" name="Google Shape;499;p38">
            <a:extLst>
              <a:ext uri="{FF2B5EF4-FFF2-40B4-BE49-F238E27FC236}">
                <a16:creationId xmlns:a16="http://schemas.microsoft.com/office/drawing/2014/main" id="{4B5230A5-6B8F-9A89-AA35-8648A64B4263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60333" y="1900441"/>
            <a:ext cx="11433179" cy="4591383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/>
            <a:r>
              <a:rPr lang="en-US" sz="1600" b="1" dirty="0">
                <a:solidFill>
                  <a:schemeClr val="accent3"/>
                </a:solidFill>
              </a:rPr>
              <a:t>Pandas Series: 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One-dimensional labeled array (like a column in Excel). Holds data along with labels (index).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b="1" dirty="0">
                <a:solidFill>
                  <a:schemeClr val="accent1"/>
                </a:solidFill>
              </a:rPr>
              <a:t>Why we use it:</a:t>
            </a:r>
            <a:endParaRPr lang="en-US" sz="1600" dirty="0">
              <a:solidFill>
                <a:schemeClr val="accent1"/>
              </a:solidFill>
            </a:endParaRPr>
          </a:p>
          <a:p>
            <a:r>
              <a:rPr lang="en-US" sz="1600" dirty="0"/>
              <a:t>When you have a single variable to track (</a:t>
            </a:r>
          </a:p>
          <a:p>
            <a:r>
              <a:rPr lang="en-US" sz="1600" dirty="0"/>
              <a:t>e.g., list of prices, marks, or ages).</a:t>
            </a:r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b="1" dirty="0">
                <a:solidFill>
                  <a:schemeClr val="bg2"/>
                </a:solidFill>
              </a:rPr>
              <a:t>Real-life example:</a:t>
            </a:r>
            <a:endParaRPr lang="en-US" sz="1600" dirty="0">
              <a:solidFill>
                <a:schemeClr val="bg2"/>
              </a:solidFill>
            </a:endParaRPr>
          </a:p>
          <a:p>
            <a:r>
              <a:rPr lang="en-US" sz="1600" dirty="0"/>
              <a:t>Stock prices for one company over time.</a:t>
            </a:r>
          </a:p>
          <a:p>
            <a:r>
              <a:rPr lang="en-US" sz="1600" dirty="0"/>
              <a:t>Students’ scores in one subject.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9EB724-C5BB-D6AE-0BC1-666A9D9E0B15}"/>
              </a:ext>
            </a:extLst>
          </p:cNvPr>
          <p:cNvSpPr txBox="1"/>
          <p:nvPr/>
        </p:nvSpPr>
        <p:spPr>
          <a:xfrm>
            <a:off x="3914561" y="1531109"/>
            <a:ext cx="9364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Series and DataFrame &amp; Data Input</a:t>
            </a:r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  <a:cs typeface="Sans Serif Collection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22979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D58DE675-713D-D143-CBF3-22E8D1F9F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8">
            <a:extLst>
              <a:ext uri="{FF2B5EF4-FFF2-40B4-BE49-F238E27FC236}">
                <a16:creationId xmlns:a16="http://schemas.microsoft.com/office/drawing/2014/main" id="{AC47E457-FA35-F3CD-B51F-27793A0C01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3200" dirty="0"/>
              <a:t>Core Concept </a:t>
            </a:r>
            <a:r>
              <a:rPr lang="en" sz="3200" dirty="0">
                <a:solidFill>
                  <a:schemeClr val="accent4"/>
                </a:solidFill>
              </a:rPr>
              <a:t>(</a:t>
            </a:r>
            <a:r>
              <a:rPr lang="en-US" sz="3200" dirty="0">
                <a:solidFill>
                  <a:schemeClr val="accent4"/>
                </a:solidFill>
              </a:rPr>
              <a:t>Definition</a:t>
            </a:r>
            <a:r>
              <a:rPr lang="en" sz="3200" dirty="0">
                <a:solidFill>
                  <a:schemeClr val="accent4"/>
                </a:solidFill>
              </a:rPr>
              <a:t> &amp; Rules)</a:t>
            </a:r>
            <a:endParaRPr sz="3200" dirty="0">
              <a:solidFill>
                <a:schemeClr val="accent4"/>
              </a:solidFill>
            </a:endParaRPr>
          </a:p>
        </p:txBody>
      </p:sp>
      <p:sp>
        <p:nvSpPr>
          <p:cNvPr id="499" name="Google Shape;499;p38">
            <a:extLst>
              <a:ext uri="{FF2B5EF4-FFF2-40B4-BE49-F238E27FC236}">
                <a16:creationId xmlns:a16="http://schemas.microsoft.com/office/drawing/2014/main" id="{EB2C4533-51CF-FBC9-6190-43D624772A2A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60333" y="1900441"/>
            <a:ext cx="11433179" cy="4591383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/>
            <a:r>
              <a:rPr lang="en-US" sz="1600" b="1" dirty="0">
                <a:solidFill>
                  <a:schemeClr val="accent3"/>
                </a:solidFill>
              </a:rPr>
              <a:t>Pandas DataFrame: 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Two-dimensional labeled data structure (like a table in Excel).Each column can have different data types (int, float, string).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accent4"/>
                </a:solidFill>
              </a:rPr>
              <a:t>Why we use it: 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To handle multiple variables at once. 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Allows you to query, 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filter, and summarize easily.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bg2"/>
                </a:solidFill>
              </a:rPr>
              <a:t>Real-life example: 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Customer dataset: Name, Age, City, Purchase Amount. 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Sales dataset: Date, Product, Units Sold, Revenue.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80C313-FC49-4E66-B4F2-CBDFC79DBB9D}"/>
              </a:ext>
            </a:extLst>
          </p:cNvPr>
          <p:cNvSpPr txBox="1"/>
          <p:nvPr/>
        </p:nvSpPr>
        <p:spPr>
          <a:xfrm>
            <a:off x="3914561" y="1531109"/>
            <a:ext cx="9364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Pandas DataFrame</a:t>
            </a:r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  <a:cs typeface="Sans Serif Collection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6226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04DDD18A-A638-A78B-ACDB-5AC269899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8">
            <a:extLst>
              <a:ext uri="{FF2B5EF4-FFF2-40B4-BE49-F238E27FC236}">
                <a16:creationId xmlns:a16="http://schemas.microsoft.com/office/drawing/2014/main" id="{E85BA465-32A8-41E1-9C0B-2C96BE0A32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3200" dirty="0"/>
              <a:t>Core Concept </a:t>
            </a:r>
            <a:r>
              <a:rPr lang="en" sz="3200" dirty="0">
                <a:solidFill>
                  <a:schemeClr val="accent4"/>
                </a:solidFill>
              </a:rPr>
              <a:t>(</a:t>
            </a:r>
            <a:r>
              <a:rPr lang="en-US" sz="3200" dirty="0">
                <a:solidFill>
                  <a:schemeClr val="accent4"/>
                </a:solidFill>
              </a:rPr>
              <a:t>Definition</a:t>
            </a:r>
            <a:r>
              <a:rPr lang="en" sz="3200" dirty="0">
                <a:solidFill>
                  <a:schemeClr val="accent4"/>
                </a:solidFill>
              </a:rPr>
              <a:t> &amp; Rules)</a:t>
            </a:r>
            <a:endParaRPr sz="3200" dirty="0">
              <a:solidFill>
                <a:schemeClr val="accent4"/>
              </a:solidFill>
            </a:endParaRPr>
          </a:p>
        </p:txBody>
      </p:sp>
      <p:sp>
        <p:nvSpPr>
          <p:cNvPr id="499" name="Google Shape;499;p38">
            <a:extLst>
              <a:ext uri="{FF2B5EF4-FFF2-40B4-BE49-F238E27FC236}">
                <a16:creationId xmlns:a16="http://schemas.microsoft.com/office/drawing/2014/main" id="{85208A77-00FC-FC15-F331-CFF542C25F3C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60333" y="1900441"/>
            <a:ext cx="11433179" cy="4591383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/>
            <a:r>
              <a:rPr lang="en-US" sz="1600" b="1" dirty="0">
                <a:solidFill>
                  <a:schemeClr val="accent3"/>
                </a:solidFill>
              </a:rPr>
              <a:t>Pandas DataFrame: 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Pandas can read data from CSV, Excel, JSON, SQL, and more.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endParaRPr lang="en-US" sz="1600" b="1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accent1"/>
                </a:solidFill>
              </a:rPr>
              <a:t>Why we use it: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To load real-world data into Python for analysis.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accent4">
                    <a:lumMod val="75000"/>
                  </a:schemeClr>
                </a:solidFill>
              </a:rPr>
              <a:t>Real-life example: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Reading historical stock prices from a CSV file.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Loading survey responses for analysis.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82C211-B1D1-B476-9528-87ED29C56C87}"/>
              </a:ext>
            </a:extLst>
          </p:cNvPr>
          <p:cNvSpPr txBox="1"/>
          <p:nvPr/>
        </p:nvSpPr>
        <p:spPr>
          <a:xfrm>
            <a:off x="3914561" y="1531109"/>
            <a:ext cx="9364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Data Input</a:t>
            </a:r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  <a:cs typeface="Sans Serif Collection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8185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CCFBAD32-425E-03DA-0F05-6E6ED1E3B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8">
            <a:extLst>
              <a:ext uri="{FF2B5EF4-FFF2-40B4-BE49-F238E27FC236}">
                <a16:creationId xmlns:a16="http://schemas.microsoft.com/office/drawing/2014/main" id="{7A84E05D-4F70-282E-D2C6-14C98D6374C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3200" dirty="0"/>
              <a:t>Core Concept </a:t>
            </a:r>
            <a:r>
              <a:rPr lang="en" sz="3200" dirty="0">
                <a:solidFill>
                  <a:schemeClr val="accent4"/>
                </a:solidFill>
              </a:rPr>
              <a:t>(</a:t>
            </a:r>
            <a:r>
              <a:rPr lang="en-US" sz="3200" dirty="0">
                <a:solidFill>
                  <a:schemeClr val="accent4"/>
                </a:solidFill>
              </a:rPr>
              <a:t>Definition</a:t>
            </a:r>
            <a:r>
              <a:rPr lang="en" sz="3200" dirty="0">
                <a:solidFill>
                  <a:schemeClr val="accent4"/>
                </a:solidFill>
              </a:rPr>
              <a:t> &amp; Rules)</a:t>
            </a:r>
            <a:endParaRPr sz="3200" dirty="0">
              <a:solidFill>
                <a:schemeClr val="accent4"/>
              </a:solidFill>
            </a:endParaRPr>
          </a:p>
        </p:txBody>
      </p:sp>
      <p:sp>
        <p:nvSpPr>
          <p:cNvPr id="499" name="Google Shape;499;p38">
            <a:extLst>
              <a:ext uri="{FF2B5EF4-FFF2-40B4-BE49-F238E27FC236}">
                <a16:creationId xmlns:a16="http://schemas.microsoft.com/office/drawing/2014/main" id="{5D9715E1-6348-320B-CD2C-A2CDC74BAD6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60333" y="1900441"/>
            <a:ext cx="11433179" cy="4591383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/>
            <a:r>
              <a:rPr lang="en-US" sz="1600" b="1" dirty="0">
                <a:solidFill>
                  <a:schemeClr val="accent4">
                    <a:lumMod val="75000"/>
                  </a:schemeClr>
                </a:solidFill>
              </a:rPr>
              <a:t>Rows and Columns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Access rows using .loc (label-based) or .iloc (integer position).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Access columns by column names.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bg2"/>
                </a:solidFill>
              </a:rPr>
              <a:t>Conditional Selection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Filter data based on conditions.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Example: df[df['Age'] &gt; 25] → selects all rows where Age &gt; 25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accent1"/>
                </a:solidFill>
              </a:rPr>
              <a:t>Subset Selection</a:t>
            </a:r>
            <a:endParaRPr lang="en-US" sz="1600" dirty="0">
              <a:solidFill>
                <a:schemeClr val="accent1"/>
              </a:solidFill>
            </a:endParaRP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Choose specific rows and columns together.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accent3"/>
                </a:solidFill>
              </a:rPr>
              <a:t>Index Setting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You can set a column as the index for easy lookup.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Example: Student ID as index to quickly find records.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ACF518-1D9B-D074-F5D3-B92EFD1B7650}"/>
              </a:ext>
            </a:extLst>
          </p:cNvPr>
          <p:cNvSpPr txBox="1"/>
          <p:nvPr/>
        </p:nvSpPr>
        <p:spPr>
          <a:xfrm>
            <a:off x="3914561" y="1531109"/>
            <a:ext cx="9364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Selection and Indexing</a:t>
            </a:r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  <a:cs typeface="Sans Serif Collection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9913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0B4D6B13-1342-330D-AD8D-B9054216D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8">
            <a:extLst>
              <a:ext uri="{FF2B5EF4-FFF2-40B4-BE49-F238E27FC236}">
                <a16:creationId xmlns:a16="http://schemas.microsoft.com/office/drawing/2014/main" id="{5CB75E3F-4AC6-E8E5-5461-13C8AF03A9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3200" dirty="0"/>
              <a:t>Core Concept </a:t>
            </a:r>
            <a:r>
              <a:rPr lang="en" sz="3200" dirty="0">
                <a:solidFill>
                  <a:schemeClr val="accent4"/>
                </a:solidFill>
              </a:rPr>
              <a:t>(</a:t>
            </a:r>
            <a:r>
              <a:rPr lang="en-US" sz="3200" dirty="0">
                <a:solidFill>
                  <a:schemeClr val="accent4"/>
                </a:solidFill>
              </a:rPr>
              <a:t>Definition</a:t>
            </a:r>
            <a:r>
              <a:rPr lang="en" sz="3200" dirty="0">
                <a:solidFill>
                  <a:schemeClr val="accent4"/>
                </a:solidFill>
              </a:rPr>
              <a:t> &amp; Rules)</a:t>
            </a:r>
            <a:endParaRPr sz="3200" dirty="0">
              <a:solidFill>
                <a:schemeClr val="accent4"/>
              </a:solidFill>
            </a:endParaRPr>
          </a:p>
        </p:txBody>
      </p:sp>
      <p:sp>
        <p:nvSpPr>
          <p:cNvPr id="499" name="Google Shape;499;p38">
            <a:extLst>
              <a:ext uri="{FF2B5EF4-FFF2-40B4-BE49-F238E27FC236}">
                <a16:creationId xmlns:a16="http://schemas.microsoft.com/office/drawing/2014/main" id="{9FAD9E76-7756-A5D0-C3ED-0A7663C8871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60333" y="1900441"/>
            <a:ext cx="11433179" cy="4591383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/>
            <a:r>
              <a:rPr lang="en-US" sz="1600" b="1" dirty="0">
                <a:solidFill>
                  <a:schemeClr val="tx2"/>
                </a:solidFill>
              </a:rPr>
              <a:t>Inspecting Data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.head() → shows first few rows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.tail() → shows last few rows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accent2"/>
                </a:solidFill>
              </a:rPr>
              <a:t>Understanding Data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.unique() → list of unique values in a column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.value_counts() → count of each unique value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accent3"/>
                </a:solidFill>
              </a:rPr>
              <a:t>Column and Index Info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.columns → list of all column names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.index → index labels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24CA80-9CD5-A9A2-3FC0-8717E93886D9}"/>
              </a:ext>
            </a:extLst>
          </p:cNvPr>
          <p:cNvSpPr txBox="1"/>
          <p:nvPr/>
        </p:nvSpPr>
        <p:spPr>
          <a:xfrm>
            <a:off x="3914561" y="1531109"/>
            <a:ext cx="9364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Operations on DataFrames</a:t>
            </a:r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  <a:cs typeface="Sans Serif Collection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3584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E2AE0507-B0D4-25A6-7103-DD7F96932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8">
            <a:extLst>
              <a:ext uri="{FF2B5EF4-FFF2-40B4-BE49-F238E27FC236}">
                <a16:creationId xmlns:a16="http://schemas.microsoft.com/office/drawing/2014/main" id="{031DC2E2-0ACA-ED51-F31B-DF1371FDE8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3200" dirty="0"/>
              <a:t>Core Concept </a:t>
            </a:r>
            <a:r>
              <a:rPr lang="en" sz="3200" dirty="0">
                <a:solidFill>
                  <a:schemeClr val="accent4"/>
                </a:solidFill>
              </a:rPr>
              <a:t>(</a:t>
            </a:r>
            <a:r>
              <a:rPr lang="en-US" sz="3200" dirty="0">
                <a:solidFill>
                  <a:schemeClr val="accent4"/>
                </a:solidFill>
              </a:rPr>
              <a:t>Definition</a:t>
            </a:r>
            <a:r>
              <a:rPr lang="en" sz="3200" dirty="0">
                <a:solidFill>
                  <a:schemeClr val="accent4"/>
                </a:solidFill>
              </a:rPr>
              <a:t> &amp; Rules)</a:t>
            </a:r>
            <a:endParaRPr sz="3200" dirty="0">
              <a:solidFill>
                <a:schemeClr val="accent4"/>
              </a:solidFill>
            </a:endParaRPr>
          </a:p>
        </p:txBody>
      </p:sp>
      <p:sp>
        <p:nvSpPr>
          <p:cNvPr id="499" name="Google Shape;499;p38">
            <a:extLst>
              <a:ext uri="{FF2B5EF4-FFF2-40B4-BE49-F238E27FC236}">
                <a16:creationId xmlns:a16="http://schemas.microsoft.com/office/drawing/2014/main" id="{7CBEFFCB-DD3E-4E74-061B-0BDF970A145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60333" y="1900441"/>
            <a:ext cx="11433179" cy="4591383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/>
            <a:r>
              <a:rPr lang="en-US" sz="1600" b="1" dirty="0">
                <a:solidFill>
                  <a:schemeClr val="accent3"/>
                </a:solidFill>
              </a:rPr>
              <a:t>Sorting and Ordering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Sort by values in one column (.sort_values)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Sort by index (.sort_index)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accent2"/>
                </a:solidFill>
              </a:rPr>
              <a:t>Handling Data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Check null/missing values (.isnull())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Replace values (.replace())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Drop rows/columns (.drop())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Apply custom functions (.apply() for column-wise or row-wise operations)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accent4"/>
                </a:solidFill>
              </a:rPr>
              <a:t>Real-life example: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Sorting products by revenue to find top sellers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Counting the number of customers in each city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Filling missing ages with the average age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27772E1-0396-80D8-54D0-200CB4A25671}"/>
              </a:ext>
            </a:extLst>
          </p:cNvPr>
          <p:cNvSpPr txBox="1"/>
          <p:nvPr/>
        </p:nvSpPr>
        <p:spPr>
          <a:xfrm>
            <a:off x="3914561" y="1531109"/>
            <a:ext cx="9364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Operations on DataFrames</a:t>
            </a:r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  <a:cs typeface="Sans Serif Collection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1581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C427F1E8-A940-3888-2482-67F4C7BF0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8">
            <a:extLst>
              <a:ext uri="{FF2B5EF4-FFF2-40B4-BE49-F238E27FC236}">
                <a16:creationId xmlns:a16="http://schemas.microsoft.com/office/drawing/2014/main" id="{995E309F-E282-BF3C-CF1E-0A198529CC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3200" dirty="0"/>
              <a:t>Core Concept </a:t>
            </a:r>
            <a:r>
              <a:rPr lang="en" sz="3200" dirty="0">
                <a:solidFill>
                  <a:schemeClr val="accent4"/>
                </a:solidFill>
              </a:rPr>
              <a:t>(</a:t>
            </a:r>
            <a:r>
              <a:rPr lang="en-US" sz="3200" dirty="0">
                <a:solidFill>
                  <a:schemeClr val="accent4"/>
                </a:solidFill>
              </a:rPr>
              <a:t>Definition</a:t>
            </a:r>
            <a:r>
              <a:rPr lang="en" sz="3200" dirty="0">
                <a:solidFill>
                  <a:schemeClr val="accent4"/>
                </a:solidFill>
              </a:rPr>
              <a:t> &amp; Rules)</a:t>
            </a:r>
            <a:endParaRPr sz="3200" dirty="0">
              <a:solidFill>
                <a:schemeClr val="accent4"/>
              </a:solidFill>
            </a:endParaRPr>
          </a:p>
        </p:txBody>
      </p:sp>
      <p:sp>
        <p:nvSpPr>
          <p:cNvPr id="499" name="Google Shape;499;p38">
            <a:extLst>
              <a:ext uri="{FF2B5EF4-FFF2-40B4-BE49-F238E27FC236}">
                <a16:creationId xmlns:a16="http://schemas.microsoft.com/office/drawing/2014/main" id="{36E71D51-2AB8-5A98-10F9-E370AAF1A767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60333" y="1900441"/>
            <a:ext cx="11433179" cy="4591383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/>
            <a:r>
              <a:rPr lang="en-US" sz="1600" b="1" dirty="0">
                <a:solidFill>
                  <a:schemeClr val="accent5"/>
                </a:solidFill>
              </a:rPr>
              <a:t>What is Missing Data?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Some datasets have empty or null values due to incomplete collection.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tx2"/>
                </a:solidFill>
              </a:rPr>
              <a:t>Why handle it: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Missing data can break calculations or give incorrect analysis.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accent2"/>
                </a:solidFill>
              </a:rPr>
              <a:t>How we handle it: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Drop missing values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Remove rows or columns that have missing data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accent3"/>
                </a:solidFill>
              </a:rPr>
              <a:t>Fill missing values: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Replace with mean, median, mode, or a custom value</a:t>
            </a:r>
          </a:p>
          <a:p>
            <a:pPr marL="0" indent="0"/>
            <a:endParaRPr lang="en-US" sz="1600" dirty="0">
              <a:solidFill>
                <a:schemeClr val="tx1"/>
              </a:solidFill>
            </a:endParaRPr>
          </a:p>
          <a:p>
            <a:pPr marL="0" indent="0"/>
            <a:r>
              <a:rPr lang="en-US" sz="1600" b="1" dirty="0">
                <a:solidFill>
                  <a:schemeClr val="accent4"/>
                </a:solidFill>
              </a:rPr>
              <a:t>Forward/Backward fill</a:t>
            </a:r>
          </a:p>
          <a:p>
            <a:pPr marL="0" indent="0"/>
            <a:r>
              <a:rPr lang="en-US" sz="1600" dirty="0">
                <a:solidFill>
                  <a:schemeClr val="tx1"/>
                </a:solidFill>
              </a:rPr>
              <a:t>Replace missing value with previous or next value in the column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012621-AC00-7F66-12D2-C911C36F2161}"/>
              </a:ext>
            </a:extLst>
          </p:cNvPr>
          <p:cNvSpPr txBox="1"/>
          <p:nvPr/>
        </p:nvSpPr>
        <p:spPr>
          <a:xfrm>
            <a:off x="3914561" y="1531109"/>
            <a:ext cx="9364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Missing Data &amp; Its Handling</a:t>
            </a:r>
            <a:endParaRPr lang="en-US" dirty="0">
              <a:latin typeface="Source Code Pro" panose="020B0509030403020204" pitchFamily="49" charset="0"/>
              <a:ea typeface="Source Code Pro" panose="020B0509030403020204" pitchFamily="49" charset="0"/>
              <a:cs typeface="Sans Serif Collection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8781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4"/>
          <p:cNvSpPr txBox="1">
            <a:spLocks noGrp="1"/>
          </p:cNvSpPr>
          <p:nvPr>
            <p:ph type="title"/>
          </p:nvPr>
        </p:nvSpPr>
        <p:spPr>
          <a:xfrm>
            <a:off x="5662782" y="748501"/>
            <a:ext cx="5544039" cy="706416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lvl="0"/>
            <a:r>
              <a:rPr lang="en-US" sz="1867" dirty="0"/>
              <a:t>Thank You for Your Focus Today!</a:t>
            </a:r>
            <a:endParaRPr sz="1867" dirty="0"/>
          </a:p>
        </p:txBody>
      </p:sp>
      <p:sp>
        <p:nvSpPr>
          <p:cNvPr id="353" name="Google Shape;353;p34"/>
          <p:cNvSpPr txBox="1">
            <a:spLocks noGrp="1"/>
          </p:cNvSpPr>
          <p:nvPr>
            <p:ph type="subTitle" idx="1"/>
          </p:nvPr>
        </p:nvSpPr>
        <p:spPr>
          <a:xfrm>
            <a:off x="5459796" y="4751364"/>
            <a:ext cx="5608000" cy="1740008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/>
            <a:r>
              <a:rPr lang="en-US" sz="1400" dirty="0"/>
              <a:t>Waleed Khan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200" dirty="0"/>
              <a:t>Robotics Engineer | Senior Python Developer)</a:t>
            </a:r>
            <a:br>
              <a:rPr lang="en-US" sz="1400" dirty="0"/>
            </a:br>
            <a:endParaRPr lang="en-US" sz="1400" dirty="0"/>
          </a:p>
          <a:p>
            <a:pPr marL="0" indent="0"/>
            <a:r>
              <a:rPr lang="en-US" sz="1400" dirty="0"/>
              <a:t>Email: 0xcloudcoder@gmail.com</a:t>
            </a:r>
            <a:br>
              <a:rPr lang="en-US" sz="1867" dirty="0"/>
            </a:br>
            <a:r>
              <a:rPr lang="en-US" sz="1400" dirty="0"/>
              <a:t>Contact: +923126008702</a:t>
            </a:r>
            <a:endParaRPr sz="1400" dirty="0"/>
          </a:p>
        </p:txBody>
      </p:sp>
      <p:sp>
        <p:nvSpPr>
          <p:cNvPr id="354" name="Google Shape;354;p34"/>
          <p:cNvSpPr txBox="1"/>
          <p:nvPr/>
        </p:nvSpPr>
        <p:spPr>
          <a:xfrm>
            <a:off x="11106533" y="5304433"/>
            <a:ext cx="692400" cy="10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12800" dirty="0">
                <a:solidFill>
                  <a:schemeClr val="accent1"/>
                </a:solidFill>
                <a:latin typeface="Comfortaa"/>
                <a:ea typeface="Comfortaa"/>
                <a:cs typeface="Comfortaa"/>
                <a:sym typeface="Comfortaa"/>
              </a:rPr>
              <a:t>*</a:t>
            </a:r>
            <a:endParaRPr sz="12800" dirty="0">
              <a:solidFill>
                <a:schemeClr val="accent1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  <p:grpSp>
        <p:nvGrpSpPr>
          <p:cNvPr id="355" name="Google Shape;355;p34"/>
          <p:cNvGrpSpPr/>
          <p:nvPr/>
        </p:nvGrpSpPr>
        <p:grpSpPr>
          <a:xfrm>
            <a:off x="447523" y="928586"/>
            <a:ext cx="3909392" cy="5210084"/>
            <a:chOff x="335642" y="696438"/>
            <a:chExt cx="2932044" cy="3907563"/>
          </a:xfrm>
        </p:grpSpPr>
        <p:sp>
          <p:nvSpPr>
            <p:cNvPr id="356" name="Google Shape;356;p34"/>
            <p:cNvSpPr/>
            <p:nvPr/>
          </p:nvSpPr>
          <p:spPr>
            <a:xfrm>
              <a:off x="335642" y="705013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57" name="Google Shape;357;p34"/>
            <p:cNvSpPr/>
            <p:nvPr/>
          </p:nvSpPr>
          <p:spPr>
            <a:xfrm>
              <a:off x="821967" y="696438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58" name="Google Shape;358;p34"/>
            <p:cNvSpPr/>
            <p:nvPr/>
          </p:nvSpPr>
          <p:spPr>
            <a:xfrm>
              <a:off x="335642" y="1017238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59" name="Google Shape;359;p34"/>
            <p:cNvSpPr/>
            <p:nvPr/>
          </p:nvSpPr>
          <p:spPr>
            <a:xfrm>
              <a:off x="335642" y="1343950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0" name="Google Shape;360;p34"/>
            <p:cNvSpPr/>
            <p:nvPr/>
          </p:nvSpPr>
          <p:spPr>
            <a:xfrm>
              <a:off x="335642" y="1670688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1" name="Google Shape;361;p34"/>
            <p:cNvSpPr/>
            <p:nvPr/>
          </p:nvSpPr>
          <p:spPr>
            <a:xfrm>
              <a:off x="770496" y="1670688"/>
              <a:ext cx="454460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2" name="Google Shape;362;p34"/>
            <p:cNvSpPr/>
            <p:nvPr/>
          </p:nvSpPr>
          <p:spPr>
            <a:xfrm>
              <a:off x="1304877" y="1670688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3" name="Google Shape;363;p34"/>
            <p:cNvSpPr/>
            <p:nvPr/>
          </p:nvSpPr>
          <p:spPr>
            <a:xfrm>
              <a:off x="335642" y="198126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4" name="Google Shape;364;p34"/>
            <p:cNvSpPr/>
            <p:nvPr/>
          </p:nvSpPr>
          <p:spPr>
            <a:xfrm>
              <a:off x="335642" y="232411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5" name="Google Shape;365;p34"/>
            <p:cNvSpPr/>
            <p:nvPr/>
          </p:nvSpPr>
          <p:spPr>
            <a:xfrm>
              <a:off x="335642" y="2633038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6" name="Google Shape;366;p34"/>
            <p:cNvSpPr/>
            <p:nvPr/>
          </p:nvSpPr>
          <p:spPr>
            <a:xfrm>
              <a:off x="335642" y="294196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7" name="Google Shape;367;p34"/>
            <p:cNvSpPr/>
            <p:nvPr/>
          </p:nvSpPr>
          <p:spPr>
            <a:xfrm>
              <a:off x="349364" y="3722938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8" name="Google Shape;368;p34"/>
            <p:cNvSpPr/>
            <p:nvPr/>
          </p:nvSpPr>
          <p:spPr>
            <a:xfrm>
              <a:off x="770496" y="198126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9" name="Google Shape;369;p34"/>
            <p:cNvSpPr/>
            <p:nvPr/>
          </p:nvSpPr>
          <p:spPr>
            <a:xfrm>
              <a:off x="731557" y="232411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0" name="Google Shape;370;p34"/>
            <p:cNvSpPr/>
            <p:nvPr/>
          </p:nvSpPr>
          <p:spPr>
            <a:xfrm>
              <a:off x="770496" y="2633038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1" name="Google Shape;371;p34"/>
            <p:cNvSpPr/>
            <p:nvPr/>
          </p:nvSpPr>
          <p:spPr>
            <a:xfrm>
              <a:off x="770496" y="2958925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2" name="Google Shape;372;p34"/>
            <p:cNvSpPr/>
            <p:nvPr/>
          </p:nvSpPr>
          <p:spPr>
            <a:xfrm>
              <a:off x="770496" y="328481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3" name="Google Shape;373;p34"/>
            <p:cNvSpPr/>
            <p:nvPr/>
          </p:nvSpPr>
          <p:spPr>
            <a:xfrm>
              <a:off x="1174186" y="1981263"/>
              <a:ext cx="633390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4" name="Google Shape;374;p34"/>
            <p:cNvSpPr/>
            <p:nvPr/>
          </p:nvSpPr>
          <p:spPr>
            <a:xfrm>
              <a:off x="1174186" y="2324113"/>
              <a:ext cx="884770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5" name="Google Shape;375;p34"/>
            <p:cNvSpPr/>
            <p:nvPr/>
          </p:nvSpPr>
          <p:spPr>
            <a:xfrm>
              <a:off x="1205349" y="2633038"/>
              <a:ext cx="1030037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6" name="Google Shape;376;p34"/>
            <p:cNvSpPr/>
            <p:nvPr/>
          </p:nvSpPr>
          <p:spPr>
            <a:xfrm>
              <a:off x="1205349" y="2977538"/>
              <a:ext cx="1030037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7" name="Google Shape;377;p34"/>
            <p:cNvSpPr/>
            <p:nvPr/>
          </p:nvSpPr>
          <p:spPr>
            <a:xfrm>
              <a:off x="1205349" y="3284813"/>
              <a:ext cx="1030037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8" name="Google Shape;378;p34"/>
            <p:cNvSpPr/>
            <p:nvPr/>
          </p:nvSpPr>
          <p:spPr>
            <a:xfrm>
              <a:off x="1883777" y="1981263"/>
              <a:ext cx="577040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9" name="Google Shape;379;p34"/>
            <p:cNvSpPr/>
            <p:nvPr/>
          </p:nvSpPr>
          <p:spPr>
            <a:xfrm>
              <a:off x="2174096" y="2307150"/>
              <a:ext cx="577040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0" name="Google Shape;380;p34"/>
            <p:cNvSpPr/>
            <p:nvPr/>
          </p:nvSpPr>
          <p:spPr>
            <a:xfrm>
              <a:off x="2342750" y="2633063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1" name="Google Shape;381;p34"/>
            <p:cNvSpPr/>
            <p:nvPr/>
          </p:nvSpPr>
          <p:spPr>
            <a:xfrm>
              <a:off x="2342750" y="3284863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2" name="Google Shape;382;p34"/>
            <p:cNvSpPr/>
            <p:nvPr/>
          </p:nvSpPr>
          <p:spPr>
            <a:xfrm>
              <a:off x="349364" y="396201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3" name="Google Shape;383;p34"/>
            <p:cNvSpPr/>
            <p:nvPr/>
          </p:nvSpPr>
          <p:spPr>
            <a:xfrm>
              <a:off x="731557" y="424551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4" name="Google Shape;384;p34"/>
            <p:cNvSpPr/>
            <p:nvPr/>
          </p:nvSpPr>
          <p:spPr>
            <a:xfrm>
              <a:off x="1224956" y="4245513"/>
              <a:ext cx="524349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5" name="Google Shape;385;p34"/>
            <p:cNvSpPr/>
            <p:nvPr/>
          </p:nvSpPr>
          <p:spPr>
            <a:xfrm>
              <a:off x="1883777" y="4245513"/>
              <a:ext cx="661931" cy="1479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6" name="Google Shape;386;p34"/>
            <p:cNvSpPr/>
            <p:nvPr/>
          </p:nvSpPr>
          <p:spPr>
            <a:xfrm>
              <a:off x="2634075" y="4245513"/>
              <a:ext cx="241501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7" name="Google Shape;387;p34"/>
            <p:cNvSpPr/>
            <p:nvPr/>
          </p:nvSpPr>
          <p:spPr>
            <a:xfrm>
              <a:off x="731557" y="4454038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8" name="Google Shape;388;p34"/>
            <p:cNvSpPr/>
            <p:nvPr/>
          </p:nvSpPr>
          <p:spPr>
            <a:xfrm>
              <a:off x="1224956" y="4454038"/>
              <a:ext cx="833909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9" name="Google Shape;389;p34"/>
            <p:cNvSpPr/>
            <p:nvPr/>
          </p:nvSpPr>
          <p:spPr>
            <a:xfrm>
              <a:off x="2169156" y="4454038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0" name="Google Shape;390;p34"/>
            <p:cNvSpPr/>
            <p:nvPr/>
          </p:nvSpPr>
          <p:spPr>
            <a:xfrm>
              <a:off x="1250486" y="708338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1" name="Google Shape;391;p34"/>
            <p:cNvSpPr/>
            <p:nvPr/>
          </p:nvSpPr>
          <p:spPr>
            <a:xfrm>
              <a:off x="821986" y="1017263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2" name="Google Shape;392;p34"/>
            <p:cNvSpPr/>
            <p:nvPr/>
          </p:nvSpPr>
          <p:spPr>
            <a:xfrm>
              <a:off x="1555286" y="1013138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3" name="Google Shape;393;p34"/>
            <p:cNvSpPr/>
            <p:nvPr/>
          </p:nvSpPr>
          <p:spPr>
            <a:xfrm>
              <a:off x="821979" y="1343988"/>
              <a:ext cx="4029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4" name="Google Shape;394;p34"/>
            <p:cNvSpPr/>
            <p:nvPr/>
          </p:nvSpPr>
          <p:spPr>
            <a:xfrm>
              <a:off x="1739729" y="1668625"/>
              <a:ext cx="4029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5" name="Google Shape;395;p34"/>
            <p:cNvSpPr/>
            <p:nvPr/>
          </p:nvSpPr>
          <p:spPr>
            <a:xfrm>
              <a:off x="2342754" y="2977538"/>
              <a:ext cx="4029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2537025" y="1981263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7" name="Google Shape;397;p34"/>
            <p:cNvSpPr/>
            <p:nvPr/>
          </p:nvSpPr>
          <p:spPr>
            <a:xfrm>
              <a:off x="2805050" y="263303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8" name="Google Shape;398;p34"/>
            <p:cNvSpPr/>
            <p:nvPr/>
          </p:nvSpPr>
          <p:spPr>
            <a:xfrm>
              <a:off x="2634386" y="4456100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9" name="Google Shape;399;p34"/>
            <p:cNvSpPr/>
            <p:nvPr/>
          </p:nvSpPr>
          <p:spPr>
            <a:xfrm>
              <a:off x="770511" y="3936575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400" name="Google Shape;400;p34"/>
            <p:cNvSpPr/>
            <p:nvPr/>
          </p:nvSpPr>
          <p:spPr>
            <a:xfrm>
              <a:off x="770511" y="3706475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</p:grpSp>
      <p:sp>
        <p:nvSpPr>
          <p:cNvPr id="401" name="Google Shape;401;p34"/>
          <p:cNvSpPr txBox="1"/>
          <p:nvPr/>
        </p:nvSpPr>
        <p:spPr>
          <a:xfrm>
            <a:off x="8854201" y="5162812"/>
            <a:ext cx="692400" cy="11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667" dirty="0">
                <a:solidFill>
                  <a:schemeClr val="accent3"/>
                </a:solidFill>
                <a:latin typeface="Comfortaa"/>
                <a:ea typeface="Comfortaa"/>
                <a:cs typeface="Comfortaa"/>
                <a:sym typeface="Comfortaa"/>
              </a:rPr>
              <a:t>}</a:t>
            </a:r>
            <a:endParaRPr sz="6667" dirty="0">
              <a:solidFill>
                <a:schemeClr val="accent3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E2DD26-B17A-503C-A9CA-D2B6DDAE5AF0}"/>
              </a:ext>
            </a:extLst>
          </p:cNvPr>
          <p:cNvSpPr txBox="1"/>
          <p:nvPr/>
        </p:nvSpPr>
        <p:spPr>
          <a:xfrm>
            <a:off x="5387008" y="2407058"/>
            <a:ext cx="6411925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What was the most </a:t>
            </a:r>
            <a:br>
              <a:rPr lang="en-U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6000" dirty="0">
                <a:solidFill>
                  <a:schemeClr val="accent5">
                    <a:lumMod val="50000"/>
                  </a:schemeClr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confusing</a:t>
            </a:r>
            <a:r>
              <a:rPr lang="en-U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br>
              <a:rPr lang="en-U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part of today's lab?</a:t>
            </a:r>
            <a:br>
              <a:rPr lang="en-U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br>
              <a:rPr lang="en-U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endParaRPr lang="en-US" sz="16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ay 6">
  <a:themeElements>
    <a:clrScheme name="Simple Light">
      <a:dk1>
        <a:srgbClr val="E7E7E7"/>
      </a:dk1>
      <a:lt1>
        <a:srgbClr val="10111A"/>
      </a:lt1>
      <a:dk2>
        <a:srgbClr val="FD4A4A"/>
      </a:dk2>
      <a:lt2>
        <a:srgbClr val="EC7955"/>
      </a:lt2>
      <a:accent1>
        <a:srgbClr val="E81A81"/>
      </a:accent1>
      <a:accent2>
        <a:srgbClr val="94EE6B"/>
      </a:accent2>
      <a:accent3>
        <a:srgbClr val="4CAE97"/>
      </a:accent3>
      <a:accent4>
        <a:srgbClr val="BD64B5"/>
      </a:accent4>
      <a:accent5>
        <a:srgbClr val="FFFF99"/>
      </a:accent5>
      <a:accent6>
        <a:srgbClr val="2C293A"/>
      </a:accent6>
      <a:hlink>
        <a:srgbClr val="F8F8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y 6" id="{035ED6D3-E824-4B6B-AAF7-CA8C606A2217}" vid="{7F810BC9-F9DE-4B77-994F-C9059B10EE5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892</Words>
  <Application>Microsoft Office PowerPoint</Application>
  <PresentationFormat>Widescreen</PresentationFormat>
  <Paragraphs>150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2" baseType="lpstr">
      <vt:lpstr>Arial</vt:lpstr>
      <vt:lpstr>Bebas Neue</vt:lpstr>
      <vt:lpstr>Calibri</vt:lpstr>
      <vt:lpstr>Comfortaa</vt:lpstr>
      <vt:lpstr>Fira Code</vt:lpstr>
      <vt:lpstr>Nunito Light</vt:lpstr>
      <vt:lpstr>PT Sans</vt:lpstr>
      <vt:lpstr>Source Code Pro</vt:lpstr>
      <vt:lpstr>Source Code Pro Medium</vt:lpstr>
      <vt:lpstr>Office 主题</vt:lpstr>
      <vt:lpstr>day 6</vt:lpstr>
      <vt:lpstr>Artificial Intelligence (Machine Learning &amp; Deep Learning)</vt:lpstr>
      <vt:lpstr>Contents of Day 15 </vt:lpstr>
      <vt:lpstr>Core Concept (Definition &amp; Rules)</vt:lpstr>
      <vt:lpstr>Core Concept (Definition &amp; Rules)</vt:lpstr>
      <vt:lpstr>Core Concept (Definition &amp; Rules)</vt:lpstr>
      <vt:lpstr>Core Concept (Definition &amp; Rules)</vt:lpstr>
      <vt:lpstr>Core Concept (Definition &amp; Rules)</vt:lpstr>
      <vt:lpstr>Core Concept (Definition &amp; Rules)</vt:lpstr>
      <vt:lpstr>Core Concept (Definition &amp; Rules)</vt:lpstr>
      <vt:lpstr>Core Concept (Definition &amp; Rules)</vt:lpstr>
      <vt:lpstr>Thank You for Your Focus Today!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Master Mind</dc:creator>
  <cp:lastModifiedBy>Master Mind</cp:lastModifiedBy>
  <cp:revision>10</cp:revision>
  <dcterms:created xsi:type="dcterms:W3CDTF">2026-03-05T18:59:57Z</dcterms:created>
  <dcterms:modified xsi:type="dcterms:W3CDTF">2026-03-06T10:10:02Z</dcterms:modified>
</cp:coreProperties>
</file>
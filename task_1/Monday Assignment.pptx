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8" r:id="rId3"/>
    <p:sldId id="266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5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7A3A1A6-B538-31BD-9011-7A01BF11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C8A09B3-27C4-104B-CFEC-C179ADDA8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EE572E-1F68-93D9-D7D4-3E0536A03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488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C022969-B5B1-B4BC-F6DB-703CDF2D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39ADCE8-7E95-8C44-4595-1FF8C1792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986FEC8-AC09-9563-FA37-D1D4C6B7E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78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316D913-BDAF-7EAD-00CB-69BF13DE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D830FD1-8B71-29F4-6375-8B3213A1D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3BEB10D-2B84-905D-8757-EC3A91B79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5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DFAE4191-F718-7349-497D-AFBFF569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CCDD6A0-3557-BEE0-2EE7-B8798F9C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4159810-B5C9-2C2B-3E04-FB340A9AB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689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C61DAF5-3C9B-3DCA-D6F0-3858ECE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7B98325-B7EA-7E39-392E-4007D5129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E55BA4-6D9B-D098-ACB0-0A6BCB5B0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250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24870B5-249C-BCFB-04B1-F7FB61CB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4B2A60C-8A0E-F266-A4CB-DFAFC02F7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D665502-0646-C5B5-7F19-9B608F0C9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3965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B5388E0-1155-84E7-71AF-FB38E780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62164C2-5299-58F7-5AEC-147FE801F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908825C-212B-8215-2CE6-AFEFC297A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7594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47D2D6-767F-54E9-4E0C-E8EEB9A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388EE08-AD46-DA0E-B9BD-23A262A1D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4473CD0-3D3F-0384-B40E-75B80A747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413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Pandas (Assignment)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NumPy Practical Assignment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This assignment practices core </a:t>
            </a:r>
            <a:r>
              <a:rPr sz="1600" b="1" dirty="0">
                <a:solidFill>
                  <a:srgbClr val="E7E7E7"/>
                </a:solidFill>
                <a:latin typeface="Source Code Pro"/>
              </a:rPr>
              <a:t>NumPy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concepts through hands-on coding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Master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array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creation techniques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Learn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indexing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selection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operations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Understand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broadcasting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for efficient computation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Apply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statistical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functions for data analysis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Practice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reshaping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for data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F99366C-ED50-A005-B421-F1F3A317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Task 1 – Array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Create the following arrays using </a:t>
            </a:r>
            <a:r>
              <a:rPr sz="1600" b="1" dirty="0">
                <a:solidFill>
                  <a:srgbClr val="E7E7E7"/>
                </a:solidFill>
                <a:latin typeface="Source Code Pro"/>
              </a:rPr>
              <a:t>NumPy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Create a 1D </a:t>
            </a:r>
            <a:r>
              <a:rPr sz="1600" b="1" dirty="0">
                <a:solidFill>
                  <a:srgbClr val="FD4A4A"/>
                </a:solidFill>
                <a:latin typeface="Source Code Pro"/>
              </a:rPr>
              <a:t>array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containing numbers from 10 to 50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Create a 3×3 </a:t>
            </a:r>
            <a:r>
              <a:rPr sz="1600" b="1" dirty="0">
                <a:solidFill>
                  <a:srgbClr val="FD4A4A"/>
                </a:solidFill>
                <a:latin typeface="Source Code Pro"/>
              </a:rPr>
              <a:t>matrix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filled with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zeros</a:t>
            </a:r>
            <a:endParaRPr lang="en-US" sz="1600" b="1" dirty="0">
              <a:solidFill>
                <a:srgbClr val="4CAE97"/>
              </a:solidFill>
              <a:latin typeface="Source Code Pro"/>
            </a:endParaRPr>
          </a:p>
          <a:p>
            <a:pPr algn="l"/>
            <a:endParaRPr sz="16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Create a 4×4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matrix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random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integers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between 1 and 100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Print all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arrays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to verify creation</a:t>
            </a:r>
          </a:p>
        </p:txBody>
      </p:sp>
    </p:spTree>
    <p:extLst>
      <p:ext uri="{BB962C8B-B14F-4D97-AF65-F5344CB8AC3E}">
        <p14:creationId xmlns:p14="http://schemas.microsoft.com/office/powerpoint/2010/main" val="113735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6465EFC-562C-DC0E-9F5F-1324F678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Task 2 – Array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Using the random matrix from Task 1, find: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Number of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dimensions</a:t>
            </a:r>
            <a:endParaRPr lang="en-US" sz="16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Shape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of the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array</a:t>
            </a:r>
            <a:endParaRPr lang="en-US" sz="1600" b="1" dirty="0">
              <a:solidFill>
                <a:srgbClr val="4CAE9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Total number of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elements</a:t>
            </a:r>
            <a:endParaRPr lang="en-US" sz="1600" b="1" dirty="0">
              <a:solidFill>
                <a:srgbClr val="E81A81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Data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type of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elements</a:t>
            </a:r>
            <a:endParaRPr lang="en-US" sz="1600" b="1" dirty="0">
              <a:solidFill>
                <a:srgbClr val="4CAE9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Print each attribute with descriptive labels</a:t>
            </a:r>
          </a:p>
        </p:txBody>
      </p:sp>
    </p:spTree>
    <p:extLst>
      <p:ext uri="{BB962C8B-B14F-4D97-AF65-F5344CB8AC3E}">
        <p14:creationId xmlns:p14="http://schemas.microsoft.com/office/powerpoint/2010/main" val="40443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6CC9692-8AD8-4853-C3DD-30E672EC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Task 3 – Indexing &amp;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338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Given array: arr 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= [[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10,20,30], [40,50,60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],[70,80,90]]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Print the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element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50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Print the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second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row</a:t>
            </a:r>
            <a:endParaRPr lang="en-US" sz="1600" b="1" dirty="0">
              <a:solidFill>
                <a:srgbClr val="E81A81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Print the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third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column</a:t>
            </a:r>
            <a:endParaRPr lang="en-US" sz="1600" b="1" dirty="0">
              <a:solidFill>
                <a:srgbClr val="EC7955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Select all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values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greater than 40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 &amp; print them </a:t>
            </a:r>
            <a:endParaRPr sz="16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595795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996D94E-8FAF-AF31-FEB1-26A49AEA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Task 4 – Broadcasting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Create array: [5, 10, 15, 20, 25] Perform operations: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56268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Add 10 to every </a:t>
            </a:r>
            <a:r>
              <a:rPr sz="1600" b="1" dirty="0">
                <a:solidFill>
                  <a:srgbClr val="FD4A4A"/>
                </a:solidFill>
                <a:latin typeface="Source Code Pro"/>
              </a:rPr>
              <a:t>element</a:t>
            </a:r>
            <a:endParaRPr lang="en-US" sz="16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Multiply every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element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by 2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Square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each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element</a:t>
            </a:r>
            <a:endParaRPr lang="en-US" sz="16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Print all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19323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0FB2F53-6EE9-0ED4-A57C-173B12E7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Task 5 – Mathematical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Given:  A = [2,4,6] B = 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[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1,3,5]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Compute and print: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75187"/>
            <a:ext cx="822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Addition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A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+ B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Subtraction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A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–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B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Multiplication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A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* B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Division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A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/ B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Exponentiation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A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** B</a:t>
            </a:r>
          </a:p>
        </p:txBody>
      </p:sp>
    </p:spTree>
    <p:extLst>
      <p:ext uri="{BB962C8B-B14F-4D97-AF65-F5344CB8AC3E}">
        <p14:creationId xmlns:p14="http://schemas.microsoft.com/office/powerpoint/2010/main" val="121822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4E0E8B9-5264-839B-AF8E-8766183B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Task 6 – Statistical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Generate 20 random numbers between 1 and 100: Calculate and print: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Mean</a:t>
            </a:r>
            <a:r>
              <a:rPr lang="en-US" sz="1600" b="1" dirty="0">
                <a:solidFill>
                  <a:srgbClr val="E81A81"/>
                </a:solidFill>
                <a:latin typeface="Source Code Pro"/>
              </a:rPr>
              <a:t> </a:t>
            </a: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Median</a:t>
            </a:r>
            <a:r>
              <a:rPr lang="en-US" sz="1600" b="1" dirty="0">
                <a:solidFill>
                  <a:srgbClr val="E81A81"/>
                </a:solidFill>
                <a:latin typeface="Source Code Pro"/>
              </a:rPr>
              <a:t> </a:t>
            </a: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Standard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deviation</a:t>
            </a:r>
            <a:r>
              <a:rPr lang="en-US" sz="1600" b="1" dirty="0">
                <a:solidFill>
                  <a:srgbClr val="4CAE97"/>
                </a:solidFill>
                <a:latin typeface="Source Code Pro"/>
              </a:rPr>
              <a:t> </a:t>
            </a: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Maximum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value</a:t>
            </a:r>
            <a:endParaRPr lang="en-US" sz="1600" b="1" dirty="0">
              <a:solidFill>
                <a:srgbClr val="E81A81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Minimum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value</a:t>
            </a:r>
            <a:endParaRPr sz="16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89485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4DA7EF-7508-B2F6-717D-86782A30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Task 7 – Reshaping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E7E7E7"/>
                </a:solidFill>
                <a:latin typeface="Source Code Pro"/>
              </a:rPr>
              <a:t>Create array from 1 to 12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 using arrange() &amp;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Reshape into different dimensions: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E7E7E7"/>
                </a:solidFill>
                <a:latin typeface="Source Code Pro"/>
              </a:rPr>
              <a:t>•</a:t>
            </a:r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3×4 </a:t>
            </a:r>
            <a:r>
              <a:rPr sz="1600" b="1" dirty="0">
                <a:solidFill>
                  <a:srgbClr val="FD4A4A"/>
                </a:solidFill>
                <a:latin typeface="Source Code Pro"/>
              </a:rPr>
              <a:t>matrix</a:t>
            </a:r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4×3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matrix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600" dirty="0">
                <a:solidFill>
                  <a:srgbClr val="E7E7E7"/>
                </a:solidFill>
                <a:latin typeface="Source Code Pro"/>
              </a:rPr>
              <a:t>• Print both </a:t>
            </a:r>
            <a:r>
              <a:rPr lang="en-US" sz="1600" b="1" dirty="0">
                <a:solidFill>
                  <a:srgbClr val="BD64B5"/>
                </a:solidFill>
                <a:latin typeface="Source Code Pro"/>
              </a:rPr>
              <a:t>reshaped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600" b="1" dirty="0">
                <a:solidFill>
                  <a:srgbClr val="94EE6B"/>
                </a:solidFill>
                <a:latin typeface="Source Code Pro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2459182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Bonus Challenge – Advanced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709928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Generate a 5×5 random matrix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 ranging from 1 to 101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Find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row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-wise </a:t>
            </a:r>
            <a:r>
              <a:rPr sz="1600" b="1" dirty="0">
                <a:solidFill>
                  <a:srgbClr val="4CAE97"/>
                </a:solidFill>
                <a:latin typeface="Source Code Pro"/>
              </a:rPr>
              <a:t>maximum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BD64B5"/>
                </a:solidFill>
                <a:latin typeface="Source Code Pro"/>
              </a:rPr>
              <a:t>values</a:t>
            </a:r>
            <a:endParaRPr lang="en-US" sz="1600" b="1" dirty="0">
              <a:solidFill>
                <a:srgbClr val="BD64B5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Find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column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-wise </a:t>
            </a:r>
            <a:r>
              <a:rPr sz="1600" b="1" dirty="0">
                <a:solidFill>
                  <a:srgbClr val="FD4A4A"/>
                </a:solidFill>
                <a:latin typeface="Source Code Pro"/>
              </a:rPr>
              <a:t>minimum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values</a:t>
            </a:r>
            <a:endParaRPr lang="en-US" sz="1600" b="1" dirty="0">
              <a:solidFill>
                <a:srgbClr val="E81A81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Replace all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values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greater than 80 with 80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7B45628-350C-26E3-F8E8-AAE1ABF9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Submission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7264" y="1684703"/>
            <a:ext cx="117774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7E7E7"/>
                </a:solidFill>
                <a:latin typeface="Source Code Pro"/>
              </a:rPr>
              <a:t>Submit your assignment with: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2468880"/>
            <a:ext cx="822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</a:t>
            </a:r>
            <a:r>
              <a:rPr sz="1600" b="1" dirty="0">
                <a:solidFill>
                  <a:srgbClr val="FD4A4A"/>
                </a:solidFill>
                <a:latin typeface="Source Code Pro"/>
              </a:rPr>
              <a:t>Python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script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(.</a:t>
            </a:r>
            <a:r>
              <a:rPr sz="1600" dirty="0" err="1">
                <a:solidFill>
                  <a:srgbClr val="E7E7E7"/>
                </a:solidFill>
                <a:latin typeface="Source Code Pro"/>
              </a:rPr>
              <a:t>py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file) with all tasks completed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Properly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labeled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EC7955"/>
                </a:solidFill>
                <a:latin typeface="Source Code Pro"/>
              </a:rPr>
              <a:t>outputs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showing results for each task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Clean and </a:t>
            </a:r>
            <a:r>
              <a:rPr sz="1600" b="1" dirty="0">
                <a:solidFill>
                  <a:srgbClr val="E81A81"/>
                </a:solidFill>
                <a:latin typeface="Source Code Pro"/>
              </a:rPr>
              <a:t>readable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code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600" b="1" dirty="0">
                <a:solidFill>
                  <a:srgbClr val="94EE6B"/>
                </a:solidFill>
                <a:latin typeface="Source Code Pro"/>
              </a:rPr>
              <a:t>comments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 explaining each step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Test your code before submitting to ensure all tasks work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6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600" dirty="0">
                <a:solidFill>
                  <a:srgbClr val="E7E7E7"/>
                </a:solidFill>
                <a:latin typeface="Source Code Pro"/>
              </a:rPr>
              <a:t>correctly</a:t>
            </a:r>
            <a:endParaRPr lang="en-US" sz="16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6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600" dirty="0">
                <a:solidFill>
                  <a:srgbClr val="E7E7E7"/>
                </a:solidFill>
                <a:latin typeface="Source Code Pro"/>
              </a:rPr>
              <a:t>• Include your name and date at the top of the file</a:t>
            </a:r>
          </a:p>
        </p:txBody>
      </p:sp>
    </p:spTree>
    <p:extLst>
      <p:ext uri="{BB962C8B-B14F-4D97-AF65-F5344CB8AC3E}">
        <p14:creationId xmlns:p14="http://schemas.microsoft.com/office/powerpoint/2010/main" val="428364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497</Words>
  <Application>Microsoft Office PowerPoint</Application>
  <PresentationFormat>Widescreen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38</cp:revision>
  <dcterms:created xsi:type="dcterms:W3CDTF">2026-03-05T18:59:57Z</dcterms:created>
  <dcterms:modified xsi:type="dcterms:W3CDTF">2026-03-07T15:02:08Z</dcterms:modified>
</cp:coreProperties>
</file>
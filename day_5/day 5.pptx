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9"/>
  </p:notesMasterIdLst>
  <p:sldIdLst>
    <p:sldId id="256" r:id="rId2"/>
    <p:sldId id="257" r:id="rId3"/>
    <p:sldId id="261" r:id="rId4"/>
    <p:sldId id="263" r:id="rId5"/>
    <p:sldId id="264" r:id="rId6"/>
    <p:sldId id="265" r:id="rId7"/>
    <p:sldId id="277" r:id="rId8"/>
    <p:sldId id="278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9" r:id="rId17"/>
    <p:sldId id="291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547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C96AEB-02D5-4C2A-91A1-F906E10E10B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C9E3B8-3420-418B-9A80-44353333103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137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4dfce81f19_0_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36" name="Google Shape;236;g4dfce81f19_0_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g213be7910b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295" name="Google Shape;295;g213be7910b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g14072739ea5_1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29" name="Google Shape;429;g14072739ea5_1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C53727FD-DC81-F215-DB79-909CCC0A7F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C7674D1-3F71-30CC-18C6-ADDCBA248A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77984B5F-E360-A92B-870E-4AA731633B7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8689343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1FC5D2BE-9F93-BA87-22F8-01A5540EBB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7E398209-0064-2AE8-F6C3-0AA38658808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D9939948-C028-52EF-A9B2-FDEA170B63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1280464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370183E1-5E85-12DC-3740-0DC692E03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A181C792-C9C6-DE62-9C2E-27937A1BDF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4D0AB646-400F-D172-9CD1-84E709F4C4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575310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3">
          <a:extLst>
            <a:ext uri="{FF2B5EF4-FFF2-40B4-BE49-F238E27FC236}">
              <a16:creationId xmlns:a16="http://schemas.microsoft.com/office/drawing/2014/main" id="{85846DA5-C1D6-E7AE-17DA-FE53C1F69F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54dda1946d_6_332:notes">
            <a:extLst>
              <a:ext uri="{FF2B5EF4-FFF2-40B4-BE49-F238E27FC236}">
                <a16:creationId xmlns:a16="http://schemas.microsoft.com/office/drawing/2014/main" id="{88845B8B-82B4-7E1D-D558-D85C5ED6D9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495" name="Google Shape;495;g54dda1946d_6_332:notes">
            <a:extLst>
              <a:ext uri="{FF2B5EF4-FFF2-40B4-BE49-F238E27FC236}">
                <a16:creationId xmlns:a16="http://schemas.microsoft.com/office/drawing/2014/main" id="{55555CDF-B8B1-CD0B-53A6-E70D5B8BCF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93049405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A924CBBC-9B3A-7009-34C9-D3B27D408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F3CF1363-9BA2-EEAF-51BB-0EEFE47AAF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5979AD99-0742-B5BC-4FB6-A48CF1D29F4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902168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F3084663-F05D-75EB-943C-C996FCA76E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D8194CF-E77A-7725-41CC-0B6D5240BF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066FC6ED-35F4-EFF9-F872-A516F84C24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417300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33DCA293-9061-7F96-C3B6-672C4512A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22BA4BA5-6280-0AF5-E954-7128D6A944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F462FA75-EB1B-47C9-5869-D6CC4859FB9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9719016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973DF5D7-D0C3-AB50-291A-87A73873D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CBDB2BFA-453E-7AF7-71C0-E4406EB877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4DFFD1F5-26D3-4D4D-499B-7185DFC293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71143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D53490F1-31A9-CD7F-EF5F-DE5944A865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95A4E7EF-A34C-425C-7535-FA6173A70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CEA4036B-AFA6-00FE-9B68-0304725F229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3171974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B8447DF0-6B05-F6C7-37E1-C5B2E2E539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C564CAD1-55EA-283C-45C3-67C026D40DA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689C4F03-9D78-0219-840C-55C7C1A32FD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11156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59">
          <a:extLst>
            <a:ext uri="{FF2B5EF4-FFF2-40B4-BE49-F238E27FC236}">
              <a16:creationId xmlns:a16="http://schemas.microsoft.com/office/drawing/2014/main" id="{823579DD-6F21-33A5-506B-5F867F10D6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0" name="Google Shape;760;g2162573e21f_0_99:notes">
            <a:extLst>
              <a:ext uri="{FF2B5EF4-FFF2-40B4-BE49-F238E27FC236}">
                <a16:creationId xmlns:a16="http://schemas.microsoft.com/office/drawing/2014/main" id="{516A07BA-3850-6A9C-D176-BCDC48D80B3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761" name="Google Shape;761;g2162573e21f_0_99:notes">
            <a:extLst>
              <a:ext uri="{FF2B5EF4-FFF2-40B4-BE49-F238E27FC236}">
                <a16:creationId xmlns:a16="http://schemas.microsoft.com/office/drawing/2014/main" id="{79AF0C13-CBCA-9393-59B5-A92AB42E68F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4078062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d44c0c1fca_0_1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d44c0c1fca_0_1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title"/>
          </p:nvPr>
        </p:nvSpPr>
        <p:spPr>
          <a:xfrm>
            <a:off x="2047651" y="3021933"/>
            <a:ext cx="8847600" cy="1603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title" idx="2" hasCustomPrompt="1"/>
          </p:nvPr>
        </p:nvSpPr>
        <p:spPr>
          <a:xfrm>
            <a:off x="1317484" y="1800733"/>
            <a:ext cx="2202800" cy="1221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dk2"/>
                </a:solidFill>
                <a:latin typeface="Fira Code"/>
                <a:ea typeface="Fira Code"/>
                <a:cs typeface="Fira Code"/>
                <a:sym typeface="Fira Cod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4" name="Google Shape;14;p3"/>
          <p:cNvSpPr txBox="1">
            <a:spLocks noGrp="1"/>
          </p:cNvSpPr>
          <p:nvPr>
            <p:ph type="subTitle" idx="1"/>
          </p:nvPr>
        </p:nvSpPr>
        <p:spPr>
          <a:xfrm>
            <a:off x="2773533" y="4625133"/>
            <a:ext cx="8058400" cy="3776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" name="Google Shape;16;p3"/>
          <p:cNvGrpSpPr/>
          <p:nvPr/>
        </p:nvGrpSpPr>
        <p:grpSpPr>
          <a:xfrm>
            <a:off x="11085100" y="470667"/>
            <a:ext cx="630800" cy="248667"/>
            <a:chOff x="7059675" y="514525"/>
            <a:chExt cx="473100" cy="186500"/>
          </a:xfrm>
        </p:grpSpPr>
        <p:cxnSp>
          <p:nvCxnSpPr>
            <p:cNvPr id="17" name="Google Shape;17;p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" name="Google Shape;18;p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9" name="Google Shape;19;p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19395315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" name="Google Shape;22;p4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23" name="Google Shape;23;p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4" name="Google Shape;24;p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423323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600"/>
            </a:lvl1pPr>
            <a:lvl2pPr marL="1219170" lvl="1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marL="1828754" lvl="2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marL="2438339" lvl="3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marL="3047924" lvl="4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3657509" lvl="5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4267093" lvl="6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marL="4876678" lvl="7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marL="5486263" lvl="8" indent="-42332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47181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0" name="Google Shape;30;p5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31" name="Google Shape;31;p5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2" name="Google Shape;32;p5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33" name="Google Shape;33;p5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subTitle" idx="1"/>
          </p:nvPr>
        </p:nvSpPr>
        <p:spPr>
          <a:xfrm>
            <a:off x="705672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2"/>
          </p:nvPr>
        </p:nvSpPr>
        <p:spPr>
          <a:xfrm>
            <a:off x="2114269" y="4843465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1867"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ubTitle" idx="3"/>
          </p:nvPr>
        </p:nvSpPr>
        <p:spPr>
          <a:xfrm>
            <a:off x="6651249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subTitle" idx="4"/>
          </p:nvPr>
        </p:nvSpPr>
        <p:spPr>
          <a:xfrm>
            <a:off x="1708483" y="4267600"/>
            <a:ext cx="3566800" cy="76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28159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1" name="Google Shape;41;p6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42" name="Google Shape;42;p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3" name="Google Shape;43;p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" name="Google Shape;44;p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843196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8" name="Google Shape;48;p7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49" name="Google Shape;49;p7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" name="Google Shape;50;p7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7580365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6" name="Google Shape;56;p8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57" name="Google Shape;57;p8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8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9" name="Google Shape;59;p8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0" name="Google Shape;60;p8"/>
          <p:cNvSpPr txBox="1">
            <a:spLocks noGrp="1"/>
          </p:cNvSpPr>
          <p:nvPr>
            <p:ph type="title"/>
          </p:nvPr>
        </p:nvSpPr>
        <p:spPr>
          <a:xfrm>
            <a:off x="5807000" y="1742800"/>
            <a:ext cx="5434000" cy="337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96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295203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9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64" name="Google Shape;64;p9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5" name="Google Shape;65;p9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9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9"/>
          <p:cNvSpPr txBox="1">
            <a:spLocks noGrp="1"/>
          </p:cNvSpPr>
          <p:nvPr>
            <p:ph type="title"/>
          </p:nvPr>
        </p:nvSpPr>
        <p:spPr>
          <a:xfrm>
            <a:off x="5630800" y="1597933"/>
            <a:ext cx="5608000" cy="2619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 sz="128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subTitle" idx="1"/>
          </p:nvPr>
        </p:nvSpPr>
        <p:spPr>
          <a:xfrm>
            <a:off x="5630800" y="4217133"/>
            <a:ext cx="5608000" cy="1421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6691772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-33" y="-18300"/>
            <a:ext cx="12192000" cy="6876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71" name="Google Shape;71;p10"/>
          <p:cNvSpPr txBox="1">
            <a:spLocks noGrp="1"/>
          </p:cNvSpPr>
          <p:nvPr>
            <p:ph type="title"/>
          </p:nvPr>
        </p:nvSpPr>
        <p:spPr>
          <a:xfrm>
            <a:off x="960000" y="5352600"/>
            <a:ext cx="10272000" cy="763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743053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 hasCustomPrompt="1"/>
          </p:nvPr>
        </p:nvSpPr>
        <p:spPr>
          <a:xfrm>
            <a:off x="1360817" y="1780133"/>
            <a:ext cx="9470400" cy="210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74" name="Google Shape;74;p11"/>
          <p:cNvSpPr txBox="1">
            <a:spLocks noGrp="1"/>
          </p:cNvSpPr>
          <p:nvPr>
            <p:ph type="subTitle" idx="1"/>
          </p:nvPr>
        </p:nvSpPr>
        <p:spPr>
          <a:xfrm>
            <a:off x="1360784" y="4125967"/>
            <a:ext cx="9470400" cy="6204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600"/>
              <a:buNone/>
              <a:defRPr sz="25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endParaRPr/>
          </a:p>
        </p:txBody>
      </p:sp>
      <p:sp>
        <p:nvSpPr>
          <p:cNvPr id="75" name="Google Shape;75;p1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6" name="Google Shape;76;p11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77" name="Google Shape;77;p1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8" name="Google Shape;78;p1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9" name="Google Shape;79;p1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29349213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8541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3" name="Google Shape;83;p13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84" name="Google Shape;84;p13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5" name="Google Shape;85;p13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86" name="Google Shape;86;p13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87" name="Google Shape;87;p13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3"/>
          <p:cNvSpPr txBox="1">
            <a:spLocks noGrp="1"/>
          </p:cNvSpPr>
          <p:nvPr>
            <p:ph type="subTitle" idx="1"/>
          </p:nvPr>
        </p:nvSpPr>
        <p:spPr>
          <a:xfrm>
            <a:off x="3296000" y="244393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3"/>
          <p:cNvSpPr txBox="1">
            <a:spLocks noGrp="1"/>
          </p:cNvSpPr>
          <p:nvPr>
            <p:ph type="subTitle" idx="2"/>
          </p:nvPr>
        </p:nvSpPr>
        <p:spPr>
          <a:xfrm>
            <a:off x="4234001" y="3777903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3"/>
          <p:cNvSpPr txBox="1">
            <a:spLocks noGrp="1"/>
          </p:cNvSpPr>
          <p:nvPr>
            <p:ph type="subTitle" idx="3"/>
          </p:nvPr>
        </p:nvSpPr>
        <p:spPr>
          <a:xfrm>
            <a:off x="4672036" y="5112331"/>
            <a:ext cx="5612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1" name="Google Shape;91;p13"/>
          <p:cNvSpPr txBox="1">
            <a:spLocks noGrp="1"/>
          </p:cNvSpPr>
          <p:nvPr>
            <p:ph type="title" idx="4" hasCustomPrompt="1"/>
          </p:nvPr>
        </p:nvSpPr>
        <p:spPr>
          <a:xfrm>
            <a:off x="2493200" y="19607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2" name="Google Shape;92;p13"/>
          <p:cNvSpPr txBox="1">
            <a:spLocks noGrp="1"/>
          </p:cNvSpPr>
          <p:nvPr>
            <p:ph type="title" idx="5" hasCustomPrompt="1"/>
          </p:nvPr>
        </p:nvSpPr>
        <p:spPr>
          <a:xfrm>
            <a:off x="3431200" y="3309900"/>
            <a:ext cx="802800" cy="522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3" name="Google Shape;93;p13"/>
          <p:cNvSpPr txBox="1">
            <a:spLocks noGrp="1"/>
          </p:cNvSpPr>
          <p:nvPr>
            <p:ph type="title" idx="6" hasCustomPrompt="1"/>
          </p:nvPr>
        </p:nvSpPr>
        <p:spPr>
          <a:xfrm>
            <a:off x="3855033" y="4659100"/>
            <a:ext cx="802800" cy="438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>
                <a:solidFill>
                  <a:schemeClr val="dk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94" name="Google Shape;94;p13"/>
          <p:cNvSpPr txBox="1">
            <a:spLocks noGrp="1"/>
          </p:cNvSpPr>
          <p:nvPr>
            <p:ph type="subTitle" idx="7"/>
          </p:nvPr>
        </p:nvSpPr>
        <p:spPr>
          <a:xfrm>
            <a:off x="3296000" y="19607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8"/>
          </p:nvPr>
        </p:nvSpPr>
        <p:spPr>
          <a:xfrm>
            <a:off x="4234000" y="33099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9"/>
          </p:nvPr>
        </p:nvSpPr>
        <p:spPr>
          <a:xfrm>
            <a:off x="4672033" y="4659100"/>
            <a:ext cx="5612800" cy="64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35968004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3583367" y="4619000"/>
            <a:ext cx="7658000" cy="88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subTitle" idx="1"/>
          </p:nvPr>
        </p:nvSpPr>
        <p:spPr>
          <a:xfrm>
            <a:off x="3583219" y="2134600"/>
            <a:ext cx="7658000" cy="248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2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endParaRPr/>
          </a:p>
        </p:txBody>
      </p:sp>
      <p:sp>
        <p:nvSpPr>
          <p:cNvPr id="100" name="Google Shape;100;p1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1" name="Google Shape;101;p14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102" name="Google Shape;102;p14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3" name="Google Shape;103;p14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4" name="Google Shape;104;p14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6403152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108" name="Google Shape;108;p15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09" name="Google Shape;109;p15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0" name="Google Shape;110;p15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1" name="Google Shape;111;p15"/>
          <p:cNvSpPr txBox="1">
            <a:spLocks noGrp="1"/>
          </p:cNvSpPr>
          <p:nvPr>
            <p:ph type="title"/>
          </p:nvPr>
        </p:nvSpPr>
        <p:spPr>
          <a:xfrm>
            <a:off x="950967" y="714200"/>
            <a:ext cx="4221200" cy="3171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5"/>
          <p:cNvSpPr txBox="1">
            <a:spLocks noGrp="1"/>
          </p:cNvSpPr>
          <p:nvPr>
            <p:ph type="subTitle" idx="1"/>
          </p:nvPr>
        </p:nvSpPr>
        <p:spPr>
          <a:xfrm>
            <a:off x="950967" y="3885400"/>
            <a:ext cx="4221200" cy="225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3" name="Google Shape;113;p15"/>
          <p:cNvSpPr>
            <a:spLocks noGrp="1"/>
          </p:cNvSpPr>
          <p:nvPr>
            <p:ph type="pic" idx="2"/>
          </p:nvPr>
        </p:nvSpPr>
        <p:spPr>
          <a:xfrm>
            <a:off x="6377667" y="709417"/>
            <a:ext cx="3880000" cy="5434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863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6"/>
          <p:cNvSpPr/>
          <p:nvPr/>
        </p:nvSpPr>
        <p:spPr>
          <a:xfrm>
            <a:off x="5657333" y="-240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16" name="Google Shape;116;p16"/>
          <p:cNvSpPr txBox="1">
            <a:spLocks noGrp="1"/>
          </p:cNvSpPr>
          <p:nvPr>
            <p:ph type="title"/>
          </p:nvPr>
        </p:nvSpPr>
        <p:spPr>
          <a:xfrm>
            <a:off x="950967" y="1870467"/>
            <a:ext cx="4332000" cy="141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6"/>
          <p:cNvSpPr txBox="1">
            <a:spLocks noGrp="1"/>
          </p:cNvSpPr>
          <p:nvPr>
            <p:ph type="subTitle" idx="1"/>
          </p:nvPr>
        </p:nvSpPr>
        <p:spPr>
          <a:xfrm>
            <a:off x="950967" y="3288067"/>
            <a:ext cx="4332000" cy="1866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72119095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7"/>
          <p:cNvSpPr/>
          <p:nvPr/>
        </p:nvSpPr>
        <p:spPr>
          <a:xfrm>
            <a:off x="0" y="0"/>
            <a:ext cx="65348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120" name="Google Shape;120;p17"/>
          <p:cNvSpPr txBox="1">
            <a:spLocks noGrp="1"/>
          </p:cNvSpPr>
          <p:nvPr>
            <p:ph type="title"/>
          </p:nvPr>
        </p:nvSpPr>
        <p:spPr>
          <a:xfrm>
            <a:off x="6449600" y="2001600"/>
            <a:ext cx="4791200" cy="14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17"/>
          <p:cNvSpPr txBox="1">
            <a:spLocks noGrp="1"/>
          </p:cNvSpPr>
          <p:nvPr>
            <p:ph type="subTitle" idx="1"/>
          </p:nvPr>
        </p:nvSpPr>
        <p:spPr>
          <a:xfrm>
            <a:off x="6449828" y="3416000"/>
            <a:ext cx="4791200" cy="14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6518664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Title and two columns 1"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8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4" name="Google Shape;124;p18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25" name="Google Shape;125;p18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6" name="Google Shape;126;p18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27" name="Google Shape;127;p18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28" name="Google Shape;128;p1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29" name="Google Shape;129;p18"/>
          <p:cNvSpPr txBox="1">
            <a:spLocks noGrp="1"/>
          </p:cNvSpPr>
          <p:nvPr>
            <p:ph type="subTitle" idx="1"/>
          </p:nvPr>
        </p:nvSpPr>
        <p:spPr>
          <a:xfrm>
            <a:off x="6985135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18"/>
          <p:cNvSpPr txBox="1">
            <a:spLocks noGrp="1"/>
          </p:cNvSpPr>
          <p:nvPr>
            <p:ph type="subTitle" idx="2"/>
          </p:nvPr>
        </p:nvSpPr>
        <p:spPr>
          <a:xfrm>
            <a:off x="2276900" y="2994735"/>
            <a:ext cx="3719200" cy="197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18"/>
          <p:cNvSpPr txBox="1">
            <a:spLocks noGrp="1"/>
          </p:cNvSpPr>
          <p:nvPr>
            <p:ph type="subTitle" idx="3"/>
          </p:nvPr>
        </p:nvSpPr>
        <p:spPr>
          <a:xfrm>
            <a:off x="1882268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32" name="Google Shape;132;p18"/>
          <p:cNvSpPr txBox="1">
            <a:spLocks noGrp="1"/>
          </p:cNvSpPr>
          <p:nvPr>
            <p:ph type="subTitle" idx="4"/>
          </p:nvPr>
        </p:nvSpPr>
        <p:spPr>
          <a:xfrm>
            <a:off x="6590509" y="2249533"/>
            <a:ext cx="3719200" cy="74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605019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2">
  <p:cSld name="Title and two columns 2"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9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5" name="Google Shape;135;p19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36" name="Google Shape;136;p19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7" name="Google Shape;137;p19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38" name="Google Shape;138;p19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39" name="Google Shape;13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19"/>
          <p:cNvSpPr txBox="1">
            <a:spLocks noGrp="1"/>
          </p:cNvSpPr>
          <p:nvPr>
            <p:ph type="subTitle" idx="1"/>
          </p:nvPr>
        </p:nvSpPr>
        <p:spPr>
          <a:xfrm>
            <a:off x="642919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1" name="Google Shape;141;p19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13440734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0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4" name="Google Shape;144;p20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45" name="Google Shape;145;p20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6" name="Google Shape;146;p20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47" name="Google Shape;147;p20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48" name="Google Shape;148;p20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20"/>
          <p:cNvSpPr txBox="1">
            <a:spLocks noGrp="1"/>
          </p:cNvSpPr>
          <p:nvPr>
            <p:ph type="subTitle" idx="1"/>
          </p:nvPr>
        </p:nvSpPr>
        <p:spPr>
          <a:xfrm>
            <a:off x="1330267" y="279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0" name="Google Shape;150;p20"/>
          <p:cNvSpPr txBox="1">
            <a:spLocks noGrp="1"/>
          </p:cNvSpPr>
          <p:nvPr>
            <p:ph type="subTitle" idx="2"/>
          </p:nvPr>
        </p:nvSpPr>
        <p:spPr>
          <a:xfrm>
            <a:off x="4697316" y="36751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20"/>
          <p:cNvSpPr txBox="1">
            <a:spLocks noGrp="1"/>
          </p:cNvSpPr>
          <p:nvPr>
            <p:ph type="subTitle" idx="3"/>
          </p:nvPr>
        </p:nvSpPr>
        <p:spPr>
          <a:xfrm>
            <a:off x="8068311" y="4323467"/>
            <a:ext cx="3164000" cy="18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2" name="Google Shape;152;p20"/>
          <p:cNvSpPr txBox="1">
            <a:spLocks noGrp="1"/>
          </p:cNvSpPr>
          <p:nvPr>
            <p:ph type="subTitle" idx="4"/>
          </p:nvPr>
        </p:nvSpPr>
        <p:spPr>
          <a:xfrm>
            <a:off x="960000" y="191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3" name="Google Shape;153;p20"/>
          <p:cNvSpPr txBox="1">
            <a:spLocks noGrp="1"/>
          </p:cNvSpPr>
          <p:nvPr>
            <p:ph type="subTitle" idx="5"/>
          </p:nvPr>
        </p:nvSpPr>
        <p:spPr>
          <a:xfrm>
            <a:off x="4389396" y="27951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54" name="Google Shape;154;p20"/>
          <p:cNvSpPr txBox="1">
            <a:spLocks noGrp="1"/>
          </p:cNvSpPr>
          <p:nvPr>
            <p:ph type="subTitle" idx="6"/>
          </p:nvPr>
        </p:nvSpPr>
        <p:spPr>
          <a:xfrm>
            <a:off x="7822725" y="3443467"/>
            <a:ext cx="3222400" cy="88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9446687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1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7" name="Google Shape;157;p21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58" name="Google Shape;158;p21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59" name="Google Shape;159;p21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160" name="Google Shape;160;p21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161" name="Google Shape;161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21"/>
          <p:cNvSpPr txBox="1">
            <a:spLocks noGrp="1"/>
          </p:cNvSpPr>
          <p:nvPr>
            <p:ph type="subTitle" idx="1"/>
          </p:nvPr>
        </p:nvSpPr>
        <p:spPr>
          <a:xfrm>
            <a:off x="4667467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3" name="Google Shape;163;p21"/>
          <p:cNvSpPr txBox="1">
            <a:spLocks noGrp="1"/>
          </p:cNvSpPr>
          <p:nvPr>
            <p:ph type="subTitle" idx="2"/>
          </p:nvPr>
        </p:nvSpPr>
        <p:spPr>
          <a:xfrm>
            <a:off x="8594388" y="2565033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4" name="Google Shape;164;p21"/>
          <p:cNvSpPr txBox="1">
            <a:spLocks noGrp="1"/>
          </p:cNvSpPr>
          <p:nvPr>
            <p:ph type="subTitle" idx="3"/>
          </p:nvPr>
        </p:nvSpPr>
        <p:spPr>
          <a:xfrm>
            <a:off x="4667467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5" name="Google Shape;165;p21"/>
          <p:cNvSpPr txBox="1">
            <a:spLocks noGrp="1"/>
          </p:cNvSpPr>
          <p:nvPr>
            <p:ph type="subTitle" idx="4"/>
          </p:nvPr>
        </p:nvSpPr>
        <p:spPr>
          <a:xfrm>
            <a:off x="8594388" y="4755667"/>
            <a:ext cx="2637600" cy="110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21"/>
          <p:cNvSpPr txBox="1">
            <a:spLocks noGrp="1"/>
          </p:cNvSpPr>
          <p:nvPr>
            <p:ph type="subTitle" idx="5"/>
          </p:nvPr>
        </p:nvSpPr>
        <p:spPr>
          <a:xfrm>
            <a:off x="42592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7" name="Google Shape;167;p21"/>
          <p:cNvSpPr txBox="1">
            <a:spLocks noGrp="1"/>
          </p:cNvSpPr>
          <p:nvPr>
            <p:ph type="subTitle" idx="6"/>
          </p:nvPr>
        </p:nvSpPr>
        <p:spPr>
          <a:xfrm>
            <a:off x="42592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8" name="Google Shape;168;p21"/>
          <p:cNvSpPr txBox="1">
            <a:spLocks noGrp="1"/>
          </p:cNvSpPr>
          <p:nvPr>
            <p:ph type="subTitle" idx="7"/>
          </p:nvPr>
        </p:nvSpPr>
        <p:spPr>
          <a:xfrm>
            <a:off x="8186148" y="1891033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69" name="Google Shape;169;p21"/>
          <p:cNvSpPr txBox="1">
            <a:spLocks noGrp="1"/>
          </p:cNvSpPr>
          <p:nvPr>
            <p:ph type="subTitle" idx="8"/>
          </p:nvPr>
        </p:nvSpPr>
        <p:spPr>
          <a:xfrm>
            <a:off x="8186148" y="4081667"/>
            <a:ext cx="2637600" cy="674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4920617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72" name="Google Shape;172;p22"/>
          <p:cNvSpPr txBox="1">
            <a:spLocks noGrp="1"/>
          </p:cNvSpPr>
          <p:nvPr>
            <p:ph type="subTitle" idx="1"/>
          </p:nvPr>
        </p:nvSpPr>
        <p:spPr>
          <a:xfrm>
            <a:off x="1859867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3" name="Google Shape;173;p22"/>
          <p:cNvSpPr txBox="1">
            <a:spLocks noGrp="1"/>
          </p:cNvSpPr>
          <p:nvPr>
            <p:ph type="subTitle" idx="2"/>
          </p:nvPr>
        </p:nvSpPr>
        <p:spPr>
          <a:xfrm>
            <a:off x="5153000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4" name="Google Shape;174;p22"/>
          <p:cNvSpPr txBox="1">
            <a:spLocks noGrp="1"/>
          </p:cNvSpPr>
          <p:nvPr>
            <p:ph type="subTitle" idx="3"/>
          </p:nvPr>
        </p:nvSpPr>
        <p:spPr>
          <a:xfrm>
            <a:off x="1859867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22"/>
          <p:cNvSpPr txBox="1">
            <a:spLocks noGrp="1"/>
          </p:cNvSpPr>
          <p:nvPr>
            <p:ph type="subTitle" idx="4"/>
          </p:nvPr>
        </p:nvSpPr>
        <p:spPr>
          <a:xfrm>
            <a:off x="5153000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6" name="Google Shape;176;p22"/>
          <p:cNvSpPr txBox="1">
            <a:spLocks noGrp="1"/>
          </p:cNvSpPr>
          <p:nvPr>
            <p:ph type="subTitle" idx="5"/>
          </p:nvPr>
        </p:nvSpPr>
        <p:spPr>
          <a:xfrm>
            <a:off x="8446132" y="2471333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7" name="Google Shape;177;p22"/>
          <p:cNvSpPr txBox="1">
            <a:spLocks noGrp="1"/>
          </p:cNvSpPr>
          <p:nvPr>
            <p:ph type="subTitle" idx="6"/>
          </p:nvPr>
        </p:nvSpPr>
        <p:spPr>
          <a:xfrm>
            <a:off x="8446132" y="4378267"/>
            <a:ext cx="2648000" cy="117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8" name="Google Shape;178;p22"/>
          <p:cNvSpPr txBox="1">
            <a:spLocks noGrp="1"/>
          </p:cNvSpPr>
          <p:nvPr>
            <p:ph type="subTitle" idx="7"/>
          </p:nvPr>
        </p:nvSpPr>
        <p:spPr>
          <a:xfrm>
            <a:off x="1484069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79" name="Google Shape;179;p22"/>
          <p:cNvSpPr txBox="1">
            <a:spLocks noGrp="1"/>
          </p:cNvSpPr>
          <p:nvPr>
            <p:ph type="subTitle" idx="8"/>
          </p:nvPr>
        </p:nvSpPr>
        <p:spPr>
          <a:xfrm>
            <a:off x="4777200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dk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0" name="Google Shape;180;p22"/>
          <p:cNvSpPr txBox="1">
            <a:spLocks noGrp="1"/>
          </p:cNvSpPr>
          <p:nvPr>
            <p:ph type="subTitle" idx="9"/>
          </p:nvPr>
        </p:nvSpPr>
        <p:spPr>
          <a:xfrm>
            <a:off x="8070331" y="1814532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1" name="Google Shape;181;p22"/>
          <p:cNvSpPr txBox="1">
            <a:spLocks noGrp="1"/>
          </p:cNvSpPr>
          <p:nvPr>
            <p:ph type="subTitle" idx="13"/>
          </p:nvPr>
        </p:nvSpPr>
        <p:spPr>
          <a:xfrm>
            <a:off x="1484069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1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ubTitle" idx="14"/>
          </p:nvPr>
        </p:nvSpPr>
        <p:spPr>
          <a:xfrm>
            <a:off x="4777200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l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subTitle" idx="15"/>
          </p:nvPr>
        </p:nvSpPr>
        <p:spPr>
          <a:xfrm>
            <a:off x="8070331" y="3721467"/>
            <a:ext cx="26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solidFill>
                  <a:schemeClr val="accent3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Bebas Neue"/>
              <a:buNone/>
              <a:defRPr sz="3200"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4496256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/>
          <p:nvPr/>
        </p:nvSpPr>
        <p:spPr>
          <a:xfrm>
            <a:off x="5018000" y="-2400"/>
            <a:ext cx="71740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6" name="Google Shape;186;p23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187" name="Google Shape;187;p23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3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9" name="Google Shape;189;p23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0" name="Google Shape;190;p23"/>
          <p:cNvSpPr txBox="1">
            <a:spLocks noGrp="1"/>
          </p:cNvSpPr>
          <p:nvPr>
            <p:ph type="title" hasCustomPrompt="1"/>
          </p:nvPr>
        </p:nvSpPr>
        <p:spPr>
          <a:xfrm>
            <a:off x="5402633" y="84076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1" name="Google Shape;191;p23"/>
          <p:cNvSpPr txBox="1">
            <a:spLocks noGrp="1"/>
          </p:cNvSpPr>
          <p:nvPr>
            <p:ph type="subTitle" idx="1"/>
          </p:nvPr>
        </p:nvSpPr>
        <p:spPr>
          <a:xfrm>
            <a:off x="5878073" y="173422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2" name="Google Shape;192;p23"/>
          <p:cNvSpPr txBox="1">
            <a:spLocks noGrp="1"/>
          </p:cNvSpPr>
          <p:nvPr>
            <p:ph type="title" idx="2" hasCustomPrompt="1"/>
          </p:nvPr>
        </p:nvSpPr>
        <p:spPr>
          <a:xfrm>
            <a:off x="5402633" y="264378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3" name="Google Shape;193;p23"/>
          <p:cNvSpPr txBox="1">
            <a:spLocks noGrp="1"/>
          </p:cNvSpPr>
          <p:nvPr>
            <p:ph type="subTitle" idx="3"/>
          </p:nvPr>
        </p:nvSpPr>
        <p:spPr>
          <a:xfrm>
            <a:off x="5878073" y="353724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194" name="Google Shape;194;p23"/>
          <p:cNvSpPr txBox="1">
            <a:spLocks noGrp="1"/>
          </p:cNvSpPr>
          <p:nvPr>
            <p:ph type="title" idx="4" hasCustomPrompt="1"/>
          </p:nvPr>
        </p:nvSpPr>
        <p:spPr>
          <a:xfrm>
            <a:off x="5402633" y="4446807"/>
            <a:ext cx="5362800" cy="1025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accent5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95" name="Google Shape;195;p23"/>
          <p:cNvSpPr txBox="1">
            <a:spLocks noGrp="1"/>
          </p:cNvSpPr>
          <p:nvPr>
            <p:ph type="subTitle" idx="5"/>
          </p:nvPr>
        </p:nvSpPr>
        <p:spPr>
          <a:xfrm>
            <a:off x="5878073" y="5340267"/>
            <a:ext cx="5362800" cy="798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>
                <a:solidFill>
                  <a:schemeClr val="dk1"/>
                </a:solidFill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8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34378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Numbers and text 1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4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4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199" name="Google Shape;199;p24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0" name="Google Shape;200;p24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01" name="Google Shape;201;p24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202" name="Google Shape;202;p24"/>
          <p:cNvSpPr txBox="1">
            <a:spLocks noGrp="1"/>
          </p:cNvSpPr>
          <p:nvPr>
            <p:ph type="title" hasCustomPrompt="1"/>
          </p:nvPr>
        </p:nvSpPr>
        <p:spPr>
          <a:xfrm>
            <a:off x="1179800" y="25209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3" name="Google Shape;203;p24"/>
          <p:cNvSpPr txBox="1">
            <a:spLocks noGrp="1"/>
          </p:cNvSpPr>
          <p:nvPr>
            <p:ph type="subTitle" idx="1"/>
          </p:nvPr>
        </p:nvSpPr>
        <p:spPr>
          <a:xfrm>
            <a:off x="1307167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4" name="Google Shape;204;p24"/>
          <p:cNvSpPr txBox="1">
            <a:spLocks noGrp="1"/>
          </p:cNvSpPr>
          <p:nvPr>
            <p:ph type="subTitle" idx="2"/>
          </p:nvPr>
        </p:nvSpPr>
        <p:spPr>
          <a:xfrm>
            <a:off x="960000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5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5" name="Google Shape;205;p24"/>
          <p:cNvSpPr txBox="1">
            <a:spLocks noGrp="1"/>
          </p:cNvSpPr>
          <p:nvPr>
            <p:ph type="title" idx="3" hasCustomPrompt="1"/>
          </p:nvPr>
        </p:nvSpPr>
        <p:spPr>
          <a:xfrm>
            <a:off x="4787984" y="2521267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6" name="Google Shape;206;p24"/>
          <p:cNvSpPr txBox="1">
            <a:spLocks noGrp="1"/>
          </p:cNvSpPr>
          <p:nvPr>
            <p:ph type="subTitle" idx="4"/>
          </p:nvPr>
        </p:nvSpPr>
        <p:spPr>
          <a:xfrm>
            <a:off x="4785591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07" name="Google Shape;207;p24"/>
          <p:cNvSpPr txBox="1">
            <a:spLocks noGrp="1"/>
          </p:cNvSpPr>
          <p:nvPr>
            <p:ph type="subTitle" idx="5"/>
          </p:nvPr>
        </p:nvSpPr>
        <p:spPr>
          <a:xfrm>
            <a:off x="4560001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2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08" name="Google Shape;208;p24"/>
          <p:cNvSpPr txBox="1">
            <a:spLocks noGrp="1"/>
          </p:cNvSpPr>
          <p:nvPr>
            <p:ph type="title" idx="6" hasCustomPrompt="1"/>
          </p:nvPr>
        </p:nvSpPr>
        <p:spPr>
          <a:xfrm>
            <a:off x="8395700" y="2521433"/>
            <a:ext cx="1407600" cy="5424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000">
                <a:solidFill>
                  <a:schemeClr val="dk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09" name="Google Shape;209;p24"/>
          <p:cNvSpPr txBox="1">
            <a:spLocks noGrp="1"/>
          </p:cNvSpPr>
          <p:nvPr>
            <p:ph type="subTitle" idx="7"/>
          </p:nvPr>
        </p:nvSpPr>
        <p:spPr>
          <a:xfrm>
            <a:off x="8264015" y="4585667"/>
            <a:ext cx="2968000" cy="13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PT Sans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PT Sans"/>
              <a:buNone/>
              <a:defRPr sz="2800">
                <a:latin typeface="PT Sans"/>
                <a:ea typeface="PT Sans"/>
                <a:cs typeface="PT Sans"/>
                <a:sym typeface="PT Sans"/>
              </a:defRPr>
            </a:lvl9pPr>
          </a:lstStyle>
          <a:p>
            <a:endParaRPr/>
          </a:p>
        </p:txBody>
      </p:sp>
      <p:sp>
        <p:nvSpPr>
          <p:cNvPr id="210" name="Google Shape;210;p24"/>
          <p:cNvSpPr txBox="1">
            <a:spLocks noGrp="1"/>
          </p:cNvSpPr>
          <p:nvPr>
            <p:ph type="subTitle" idx="8"/>
          </p:nvPr>
        </p:nvSpPr>
        <p:spPr>
          <a:xfrm>
            <a:off x="8160003" y="3875633"/>
            <a:ext cx="3072000" cy="794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accent4"/>
                </a:solidFill>
                <a:latin typeface="Source Code Pro Medium"/>
                <a:ea typeface="Source Code Pro Medium"/>
                <a:cs typeface="Source Code Pro Medium"/>
                <a:sym typeface="Source Code Pro Medium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32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211" name="Google Shape;211;p24"/>
          <p:cNvSpPr txBox="1">
            <a:spLocks noGrp="1"/>
          </p:cNvSpPr>
          <p:nvPr>
            <p:ph type="title" idx="9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8127627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6"/>
          <p:cNvSpPr/>
          <p:nvPr/>
        </p:nvSpPr>
        <p:spPr>
          <a:xfrm>
            <a:off x="10367" y="-2400"/>
            <a:ext cx="12192000" cy="15472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8" name="Google Shape;218;p26"/>
          <p:cNvGrpSpPr/>
          <p:nvPr/>
        </p:nvGrpSpPr>
        <p:grpSpPr>
          <a:xfrm>
            <a:off x="11186383" y="239908"/>
            <a:ext cx="648524" cy="167587"/>
            <a:chOff x="-890300" y="1406550"/>
            <a:chExt cx="806088" cy="208200"/>
          </a:xfrm>
        </p:grpSpPr>
        <p:sp>
          <p:nvSpPr>
            <p:cNvPr id="219" name="Google Shape;219;p26"/>
            <p:cNvSpPr/>
            <p:nvPr/>
          </p:nvSpPr>
          <p:spPr>
            <a:xfrm>
              <a:off x="-890300" y="1406550"/>
              <a:ext cx="208200" cy="208200"/>
            </a:xfrm>
            <a:prstGeom prst="ellipse">
              <a:avLst/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0" name="Google Shape;220;p26"/>
            <p:cNvSpPr/>
            <p:nvPr/>
          </p:nvSpPr>
          <p:spPr>
            <a:xfrm>
              <a:off x="-584825" y="1406550"/>
              <a:ext cx="208200" cy="20820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221" name="Google Shape;221;p26"/>
            <p:cNvSpPr/>
            <p:nvPr/>
          </p:nvSpPr>
          <p:spPr>
            <a:xfrm>
              <a:off x="-292412" y="1406550"/>
              <a:ext cx="208200" cy="20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376662743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7"/>
          <p:cNvSpPr/>
          <p:nvPr/>
        </p:nvSpPr>
        <p:spPr>
          <a:xfrm>
            <a:off x="5899667" y="-2400"/>
            <a:ext cx="6292400" cy="6858000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24" name="Google Shape;224;p27"/>
          <p:cNvGrpSpPr/>
          <p:nvPr/>
        </p:nvGrpSpPr>
        <p:grpSpPr>
          <a:xfrm>
            <a:off x="10924155" y="595000"/>
            <a:ext cx="553275" cy="248667"/>
            <a:chOff x="7059675" y="514525"/>
            <a:chExt cx="473100" cy="186500"/>
          </a:xfrm>
        </p:grpSpPr>
        <p:cxnSp>
          <p:nvCxnSpPr>
            <p:cNvPr id="225" name="Google Shape;225;p27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6" name="Google Shape;226;p27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27" name="Google Shape;227;p27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3704504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333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6933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  <a:solidFill>
            <a:schemeClr val="accent6"/>
          </a:solidFill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2133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4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43657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Source Code Pro"/>
              <a:buNone/>
              <a:defRPr sz="350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0967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●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○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ource Code Pro"/>
              <a:buChar char="■"/>
              <a:defRPr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36872032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  <p:sldLayoutId id="2147483679" r:id="rId18"/>
    <p:sldLayoutId id="2147483680" r:id="rId19"/>
    <p:sldLayoutId id="2147483681" r:id="rId20"/>
    <p:sldLayoutId id="2147483682" r:id="rId21"/>
    <p:sldLayoutId id="2147483683" r:id="rId22"/>
    <p:sldLayoutId id="2147483685" r:id="rId23"/>
    <p:sldLayoutId id="2147483686" r:id="rId24"/>
    <p:sldLayoutId id="2147483687" r:id="rId2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1"/>
          <p:cNvSpPr txBox="1">
            <a:spLocks noGrp="1"/>
          </p:cNvSpPr>
          <p:nvPr>
            <p:ph type="ctrTitle"/>
          </p:nvPr>
        </p:nvSpPr>
        <p:spPr>
          <a:xfrm>
            <a:off x="3647333" y="1678467"/>
            <a:ext cx="7730000" cy="27184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r>
              <a:rPr lang="en-US" sz="5400" dirty="0"/>
              <a:t>Artificial Intelligence</a:t>
            </a:r>
            <a:br>
              <a:rPr lang="en-US" sz="6000" dirty="0"/>
            </a:br>
            <a:r>
              <a:rPr lang="en" sz="2800" dirty="0">
                <a:solidFill>
                  <a:schemeClr val="accent4"/>
                </a:solidFill>
              </a:rPr>
              <a:t>(Machine Learning &amp; Deep Learning)</a:t>
            </a:r>
            <a:endParaRPr sz="2800" dirty="0"/>
          </a:p>
        </p:txBody>
      </p:sp>
      <p:sp>
        <p:nvSpPr>
          <p:cNvPr id="239" name="Google Shape;239;p31"/>
          <p:cNvSpPr txBox="1">
            <a:spLocks noGrp="1"/>
          </p:cNvSpPr>
          <p:nvPr>
            <p:ph type="subTitle" idx="1"/>
          </p:nvPr>
        </p:nvSpPr>
        <p:spPr>
          <a:xfrm>
            <a:off x="3647333" y="4396867"/>
            <a:ext cx="7730000" cy="587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00" dirty="0"/>
              <a:t>Conditional Execution &amp; Loops</a:t>
            </a:r>
            <a:endParaRPr sz="1800" dirty="0"/>
          </a:p>
        </p:txBody>
      </p:sp>
      <p:sp>
        <p:nvSpPr>
          <p:cNvPr id="240" name="Google Shape;240;p31"/>
          <p:cNvSpPr txBox="1"/>
          <p:nvPr/>
        </p:nvSpPr>
        <p:spPr>
          <a:xfrm>
            <a:off x="2796400" y="761333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1" name="Google Shape;241;p31"/>
          <p:cNvSpPr txBox="1"/>
          <p:nvPr/>
        </p:nvSpPr>
        <p:spPr>
          <a:xfrm>
            <a:off x="11450667" y="5335900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r>
              <a:rPr lang="en" sz="6667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42" name="Google Shape;242;p31"/>
          <p:cNvSpPr txBox="1"/>
          <p:nvPr/>
        </p:nvSpPr>
        <p:spPr>
          <a:xfrm>
            <a:off x="3796500" y="5477887"/>
            <a:ext cx="19300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algn="r"/>
            <a:r>
              <a:rPr lang="en" sz="6667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...</a:t>
            </a:r>
            <a:endParaRPr sz="6667">
              <a:solidFill>
                <a:schemeClr val="accent2"/>
              </a:solidFill>
            </a:endParaRPr>
          </a:p>
        </p:txBody>
      </p:sp>
      <p:grpSp>
        <p:nvGrpSpPr>
          <p:cNvPr id="243" name="Google Shape;243;p31"/>
          <p:cNvGrpSpPr/>
          <p:nvPr/>
        </p:nvGrpSpPr>
        <p:grpSpPr>
          <a:xfrm>
            <a:off x="10746533" y="595000"/>
            <a:ext cx="630800" cy="248667"/>
            <a:chOff x="7059675" y="514525"/>
            <a:chExt cx="473100" cy="186500"/>
          </a:xfrm>
        </p:grpSpPr>
        <p:cxnSp>
          <p:nvCxnSpPr>
            <p:cNvPr id="244" name="Google Shape;244;p31"/>
            <p:cNvCxnSpPr/>
            <p:nvPr/>
          </p:nvCxnSpPr>
          <p:spPr>
            <a:xfrm rot="10800000" flipH="1">
              <a:off x="7059675" y="5145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5" name="Google Shape;245;p31"/>
            <p:cNvCxnSpPr/>
            <p:nvPr/>
          </p:nvCxnSpPr>
          <p:spPr>
            <a:xfrm rot="10800000" flipH="1">
              <a:off x="7059675" y="60567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6" name="Google Shape;246;p31"/>
            <p:cNvCxnSpPr/>
            <p:nvPr/>
          </p:nvCxnSpPr>
          <p:spPr>
            <a:xfrm rot="10800000" flipH="1">
              <a:off x="7059675" y="696825"/>
              <a:ext cx="473100" cy="4200"/>
            </a:xfrm>
            <a:prstGeom prst="straightConnector1">
              <a:avLst/>
            </a:prstGeom>
            <a:noFill/>
            <a:ln w="28575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247" name="Google Shape;247;p31"/>
          <p:cNvGrpSpPr/>
          <p:nvPr/>
        </p:nvGrpSpPr>
        <p:grpSpPr>
          <a:xfrm>
            <a:off x="340174" y="928585"/>
            <a:ext cx="3170543" cy="5210084"/>
            <a:chOff x="5" y="747463"/>
            <a:chExt cx="2377907" cy="3907563"/>
          </a:xfrm>
        </p:grpSpPr>
        <p:sp>
          <p:nvSpPr>
            <p:cNvPr id="248" name="Google Shape;248;p31"/>
            <p:cNvSpPr/>
            <p:nvPr/>
          </p:nvSpPr>
          <p:spPr>
            <a:xfrm>
              <a:off x="5" y="756038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49" name="Google Shape;249;p31"/>
            <p:cNvSpPr/>
            <p:nvPr/>
          </p:nvSpPr>
          <p:spPr>
            <a:xfrm>
              <a:off x="486329" y="7474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0" name="Google Shape;250;p31"/>
            <p:cNvSpPr/>
            <p:nvPr/>
          </p:nvSpPr>
          <p:spPr>
            <a:xfrm>
              <a:off x="5" y="106826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1" name="Google Shape;251;p31"/>
            <p:cNvSpPr/>
            <p:nvPr/>
          </p:nvSpPr>
          <p:spPr>
            <a:xfrm>
              <a:off x="5" y="1394975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2" name="Google Shape;252;p31"/>
            <p:cNvSpPr/>
            <p:nvPr/>
          </p:nvSpPr>
          <p:spPr>
            <a:xfrm>
              <a:off x="5" y="1721713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3" name="Google Shape;253;p31"/>
            <p:cNvSpPr/>
            <p:nvPr/>
          </p:nvSpPr>
          <p:spPr>
            <a:xfrm>
              <a:off x="434858" y="1721713"/>
              <a:ext cx="454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4" name="Google Shape;254;p31"/>
            <p:cNvSpPr/>
            <p:nvPr/>
          </p:nvSpPr>
          <p:spPr>
            <a:xfrm>
              <a:off x="934654" y="1721722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5" name="Google Shape;255;p31"/>
            <p:cNvSpPr/>
            <p:nvPr/>
          </p:nvSpPr>
          <p:spPr>
            <a:xfrm>
              <a:off x="5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6" name="Google Shape;256;p31"/>
            <p:cNvSpPr/>
            <p:nvPr/>
          </p:nvSpPr>
          <p:spPr>
            <a:xfrm>
              <a:off x="5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7" name="Google Shape;257;p31"/>
            <p:cNvSpPr/>
            <p:nvPr/>
          </p:nvSpPr>
          <p:spPr>
            <a:xfrm>
              <a:off x="5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8" name="Google Shape;258;p31"/>
            <p:cNvSpPr/>
            <p:nvPr/>
          </p:nvSpPr>
          <p:spPr>
            <a:xfrm>
              <a:off x="5" y="29929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59" name="Google Shape;259;p31"/>
            <p:cNvSpPr/>
            <p:nvPr/>
          </p:nvSpPr>
          <p:spPr>
            <a:xfrm>
              <a:off x="13726" y="37739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0" name="Google Shape;260;p31"/>
            <p:cNvSpPr/>
            <p:nvPr/>
          </p:nvSpPr>
          <p:spPr>
            <a:xfrm>
              <a:off x="434858" y="203228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1" name="Google Shape;261;p31"/>
            <p:cNvSpPr/>
            <p:nvPr/>
          </p:nvSpPr>
          <p:spPr>
            <a:xfrm>
              <a:off x="395919" y="23751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2" name="Google Shape;262;p31"/>
            <p:cNvSpPr/>
            <p:nvPr/>
          </p:nvSpPr>
          <p:spPr>
            <a:xfrm>
              <a:off x="434858" y="2684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3" name="Google Shape;263;p31"/>
            <p:cNvSpPr/>
            <p:nvPr/>
          </p:nvSpPr>
          <p:spPr>
            <a:xfrm>
              <a:off x="434858" y="300995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4" name="Google Shape;264;p31"/>
            <p:cNvSpPr/>
            <p:nvPr/>
          </p:nvSpPr>
          <p:spPr>
            <a:xfrm>
              <a:off x="434858" y="33358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5" name="Google Shape;265;p31"/>
            <p:cNvSpPr/>
            <p:nvPr/>
          </p:nvSpPr>
          <p:spPr>
            <a:xfrm>
              <a:off x="838550" y="2032296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6" name="Google Shape;266;p31"/>
            <p:cNvSpPr/>
            <p:nvPr/>
          </p:nvSpPr>
          <p:spPr>
            <a:xfrm>
              <a:off x="838550" y="2375145"/>
              <a:ext cx="65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7" name="Google Shape;267;p31"/>
            <p:cNvSpPr/>
            <p:nvPr/>
          </p:nvSpPr>
          <p:spPr>
            <a:xfrm>
              <a:off x="861466" y="2684069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8" name="Google Shape;268;p31"/>
            <p:cNvSpPr/>
            <p:nvPr/>
          </p:nvSpPr>
          <p:spPr>
            <a:xfrm>
              <a:off x="861466" y="3028567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69" name="Google Shape;269;p31"/>
            <p:cNvSpPr/>
            <p:nvPr/>
          </p:nvSpPr>
          <p:spPr>
            <a:xfrm>
              <a:off x="861466" y="3335841"/>
              <a:ext cx="7572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0" name="Google Shape;270;p31"/>
            <p:cNvSpPr/>
            <p:nvPr/>
          </p:nvSpPr>
          <p:spPr>
            <a:xfrm>
              <a:off x="1360349" y="2032296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1" name="Google Shape;271;p31"/>
            <p:cNvSpPr/>
            <p:nvPr/>
          </p:nvSpPr>
          <p:spPr>
            <a:xfrm>
              <a:off x="1573836" y="2358182"/>
              <a:ext cx="4242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2" name="Google Shape;272;p31"/>
            <p:cNvSpPr/>
            <p:nvPr/>
          </p:nvSpPr>
          <p:spPr>
            <a:xfrm>
              <a:off x="1697856" y="2684094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3" name="Google Shape;273;p31"/>
            <p:cNvSpPr/>
            <p:nvPr/>
          </p:nvSpPr>
          <p:spPr>
            <a:xfrm>
              <a:off x="1697856" y="3335891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4" name="Google Shape;274;p31"/>
            <p:cNvSpPr/>
            <p:nvPr/>
          </p:nvSpPr>
          <p:spPr>
            <a:xfrm>
              <a:off x="13726" y="40130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5" name="Google Shape;275;p31"/>
            <p:cNvSpPr/>
            <p:nvPr/>
          </p:nvSpPr>
          <p:spPr>
            <a:xfrm>
              <a:off x="395919" y="4296538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6" name="Google Shape;276;p31"/>
            <p:cNvSpPr/>
            <p:nvPr/>
          </p:nvSpPr>
          <p:spPr>
            <a:xfrm>
              <a:off x="875884" y="4296538"/>
              <a:ext cx="385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7" name="Google Shape;277;p31"/>
            <p:cNvSpPr/>
            <p:nvPr/>
          </p:nvSpPr>
          <p:spPr>
            <a:xfrm>
              <a:off x="1360349" y="4296538"/>
              <a:ext cx="4869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8" name="Google Shape;278;p31"/>
            <p:cNvSpPr/>
            <p:nvPr/>
          </p:nvSpPr>
          <p:spPr>
            <a:xfrm>
              <a:off x="1912083" y="4296538"/>
              <a:ext cx="1776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79" name="Google Shape;279;p31"/>
            <p:cNvSpPr/>
            <p:nvPr/>
          </p:nvSpPr>
          <p:spPr>
            <a:xfrm>
              <a:off x="395919" y="4505063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0" name="Google Shape;280;p31"/>
            <p:cNvSpPr/>
            <p:nvPr/>
          </p:nvSpPr>
          <p:spPr>
            <a:xfrm>
              <a:off x="875884" y="4505063"/>
              <a:ext cx="6135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1" name="Google Shape;281;p31"/>
            <p:cNvSpPr/>
            <p:nvPr/>
          </p:nvSpPr>
          <p:spPr>
            <a:xfrm>
              <a:off x="1570204" y="4505063"/>
              <a:ext cx="2607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2" name="Google Shape;282;p31"/>
            <p:cNvSpPr/>
            <p:nvPr/>
          </p:nvSpPr>
          <p:spPr>
            <a:xfrm>
              <a:off x="894657" y="75937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3" name="Google Shape;283;p31"/>
            <p:cNvSpPr/>
            <p:nvPr/>
          </p:nvSpPr>
          <p:spPr>
            <a:xfrm>
              <a:off x="486348" y="106828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4" name="Google Shape;284;p31"/>
            <p:cNvSpPr/>
            <p:nvPr/>
          </p:nvSpPr>
          <p:spPr>
            <a:xfrm>
              <a:off x="1169818" y="1064149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5" name="Google Shape;285;p31"/>
            <p:cNvSpPr/>
            <p:nvPr/>
          </p:nvSpPr>
          <p:spPr>
            <a:xfrm>
              <a:off x="486342" y="1395013"/>
              <a:ext cx="402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6" name="Google Shape;286;p31"/>
            <p:cNvSpPr/>
            <p:nvPr/>
          </p:nvSpPr>
          <p:spPr>
            <a:xfrm>
              <a:off x="1254423" y="1719659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7" name="Google Shape;287;p31"/>
            <p:cNvSpPr/>
            <p:nvPr/>
          </p:nvSpPr>
          <p:spPr>
            <a:xfrm>
              <a:off x="1697859" y="3028567"/>
              <a:ext cx="2964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8" name="Google Shape;288;p31"/>
            <p:cNvSpPr/>
            <p:nvPr/>
          </p:nvSpPr>
          <p:spPr>
            <a:xfrm>
              <a:off x="1840717" y="2032296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89" name="Google Shape;289;p31"/>
            <p:cNvSpPr/>
            <p:nvPr/>
          </p:nvSpPr>
          <p:spPr>
            <a:xfrm>
              <a:off x="2037810" y="2684069"/>
              <a:ext cx="240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0" name="Google Shape;290;p31"/>
            <p:cNvSpPr/>
            <p:nvPr/>
          </p:nvSpPr>
          <p:spPr>
            <a:xfrm>
              <a:off x="1912311" y="4507125"/>
              <a:ext cx="4656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1" name="Google Shape;291;p31"/>
            <p:cNvSpPr/>
            <p:nvPr/>
          </p:nvSpPr>
          <p:spPr>
            <a:xfrm>
              <a:off x="434873" y="39876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92" name="Google Shape;292;p31"/>
            <p:cNvSpPr/>
            <p:nvPr/>
          </p:nvSpPr>
          <p:spPr>
            <a:xfrm>
              <a:off x="434873" y="3757500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3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Contents </a:t>
            </a:r>
            <a:r>
              <a:rPr lang="en" dirty="0">
                <a:solidFill>
                  <a:schemeClr val="accent4"/>
                </a:solidFill>
              </a:rPr>
              <a:t>of Day 5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298" name="Google Shape;298;p32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3751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Conditional Execution &amp; Loops</a:t>
            </a:r>
            <a:endParaRPr dirty="0"/>
          </a:p>
        </p:txBody>
      </p:sp>
      <p:graphicFrame>
        <p:nvGraphicFramePr>
          <p:cNvPr id="299" name="Google Shape;299;p32"/>
          <p:cNvGraphicFramePr/>
          <p:nvPr>
            <p:extLst>
              <p:ext uri="{D42A27DB-BD31-4B8C-83A1-F6EECF244321}">
                <p14:modId xmlns:p14="http://schemas.microsoft.com/office/powerpoint/2010/main" val="4127889558"/>
              </p:ext>
            </p:extLst>
          </p:nvPr>
        </p:nvGraphicFramePr>
        <p:xfrm>
          <a:off x="960000" y="2306887"/>
          <a:ext cx="10272000" cy="2410165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332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59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dk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Recap &amp; introduction</a:t>
                      </a:r>
                      <a:endParaRPr sz="1500" dirty="0">
                        <a:solidFill>
                          <a:schemeClr val="dk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latin typeface="Source Code Pro" panose="020B0509030403020204" pitchFamily="49" charset="0"/>
                          <a:ea typeface="Source Code Pro" panose="020B0509030403020204" pitchFamily="49" charset="0"/>
                        </a:rPr>
                        <a:t>Review of Python Data Structures &amp; Introduction to Control Flow logic.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 panose="020B0509030403020204" pitchFamily="49" charset="0"/>
                        <a:ea typeface="Source Code Pro" panose="020B0509030403020204" pitchFamily="49" charset="0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2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Core Thoery</a:t>
                      </a:r>
                      <a:endParaRPr sz="1500" dirty="0">
                        <a:solidFill>
                          <a:schemeClr val="accent2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Conditional Execution including If, elif, and else statements, Nested conditionals, and Conditional (Ternary) Expressions.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4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Lab Practice</a:t>
                      </a:r>
                      <a:endParaRPr sz="1500" dirty="0">
                        <a:solidFill>
                          <a:schemeClr val="accent4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Practical coding tasks implementing While, for loops, and the use of enumerate.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5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Advance Lab</a:t>
                      </a:r>
                      <a:endParaRPr sz="1500" dirty="0">
                        <a:solidFill>
                          <a:schemeClr val="accent5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160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Managing flow with Break, continue, and pass statements , and building nested loops and List comprehensions.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2033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500" dirty="0">
                          <a:solidFill>
                            <a:schemeClr val="accent1"/>
                          </a:solidFill>
                          <a:uFill>
                            <a:noFill/>
                          </a:u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Wrap-up &amp; Q&amp;A</a:t>
                      </a:r>
                      <a:endParaRPr sz="1500" dirty="0">
                        <a:solidFill>
                          <a:schemeClr val="accent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00" dirty="0">
                          <a:solidFill>
                            <a:schemeClr val="dk1"/>
                          </a:solidFill>
                          <a:latin typeface="Source Code Pro"/>
                          <a:ea typeface="Source Code Pro"/>
                          <a:cs typeface="Source Code Pro"/>
                          <a:sym typeface="Source Code Pro"/>
                        </a:rPr>
                        <a:t>Understanding Iterators and Iterables, final debugging tips, and setting up for Week 2.</a:t>
                      </a:r>
                      <a:endParaRPr sz="1300" dirty="0">
                        <a:solidFill>
                          <a:schemeClr val="dk1"/>
                        </a:solidFill>
                        <a:latin typeface="Source Code Pro"/>
                        <a:ea typeface="Source Code Pro"/>
                        <a:cs typeface="Source Code Pro"/>
                        <a:sym typeface="Source Code Pro"/>
                      </a:endParaRPr>
                    </a:p>
                  </a:txBody>
                  <a:tcPr marL="121900" marR="121900" marT="0" marB="0" anchor="ctr">
                    <a:lnL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2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300" name="Google Shape;300;p32"/>
          <p:cNvSpPr txBox="1"/>
          <p:nvPr/>
        </p:nvSpPr>
        <p:spPr>
          <a:xfrm>
            <a:off x="951099" y="5523067"/>
            <a:ext cx="40852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endParaRPr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  <p:sp>
        <p:nvSpPr>
          <p:cNvPr id="301" name="Google Shape;301;p32"/>
          <p:cNvSpPr txBox="1"/>
          <p:nvPr/>
        </p:nvSpPr>
        <p:spPr>
          <a:xfrm>
            <a:off x="3361641" y="5328832"/>
            <a:ext cx="5875200" cy="13615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Important:</a:t>
            </a:r>
            <a:br>
              <a:rPr lang="en" sz="1467" dirty="0">
                <a:solidFill>
                  <a:schemeClr val="dk1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Use of AI for solving given task is now allowed.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  <a:t>Cellphones must be put on silent.</a:t>
            </a: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br>
              <a:rPr lang="en-US" sz="1467" dirty="0">
                <a:solidFill>
                  <a:schemeClr val="accent3"/>
                </a:solidFill>
                <a:uFill>
                  <a:noFill/>
                </a:uFill>
                <a:latin typeface="Source Code Pro"/>
                <a:ea typeface="Source Code Pro"/>
                <a:cs typeface="Source Code Pro"/>
                <a:sym typeface="Source Code Pro"/>
              </a:rPr>
            </a:br>
            <a:endParaRPr lang="en-US" sz="1467" dirty="0">
              <a:solidFill>
                <a:schemeClr val="accent3"/>
              </a:solidFill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p3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Today Objective - </a:t>
            </a:r>
            <a:r>
              <a:rPr lang="en" dirty="0">
                <a:solidFill>
                  <a:schemeClr val="lt2"/>
                </a:solidFill>
              </a:rPr>
              <a:t>Control Flow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432" name="Google Shape;432;p36"/>
          <p:cNvSpPr txBox="1">
            <a:spLocks noGrp="1"/>
          </p:cNvSpPr>
          <p:nvPr>
            <p:ph type="subTitle" idx="1"/>
          </p:nvPr>
        </p:nvSpPr>
        <p:spPr>
          <a:xfrm>
            <a:off x="6004560" y="1924167"/>
            <a:ext cx="5227437" cy="367521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800" dirty="0"/>
              <a:t>Imagine a self-driving car rolling down the street. How does it know </a:t>
            </a:r>
            <a:r>
              <a:rPr lang="en-US" sz="1600" dirty="0"/>
              <a:t>what to do? It uses simple rules: 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chemeClr val="tx2"/>
                </a:solidFill>
              </a:rPr>
              <a:t>IF</a:t>
            </a:r>
            <a:r>
              <a:rPr lang="en-US" sz="1600" dirty="0"/>
              <a:t> the traffic light is </a:t>
            </a:r>
            <a:r>
              <a:rPr lang="en-US" sz="1600" dirty="0">
                <a:solidFill>
                  <a:schemeClr val="bg2">
                    <a:lumMod val="75000"/>
                  </a:schemeClr>
                </a:solidFill>
              </a:rPr>
              <a:t>red: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   </a:t>
            </a:r>
            <a:r>
              <a:rPr lang="en-US" sz="1600" dirty="0">
                <a:solidFill>
                  <a:schemeClr val="tx2"/>
                </a:solidFill>
              </a:rPr>
              <a:t>THEN</a:t>
            </a:r>
            <a:r>
              <a:rPr lang="en-US" sz="1600" dirty="0"/>
              <a:t> hit the brakes. 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>
                <a:solidFill>
                  <a:schemeClr val="tx2"/>
                </a:solidFill>
              </a:rPr>
              <a:t>ELSE IF </a:t>
            </a:r>
            <a:r>
              <a:rPr lang="en-US" sz="1600" dirty="0"/>
              <a:t>the light is 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</a:rPr>
              <a:t>green:</a:t>
            </a:r>
            <a:r>
              <a:rPr lang="en-US" sz="1600" dirty="0"/>
              <a:t> </a:t>
            </a:r>
            <a:br>
              <a:rPr lang="en-US" sz="1600" dirty="0"/>
            </a:br>
            <a:r>
              <a:rPr lang="en-US" sz="1600" dirty="0"/>
              <a:t>   </a:t>
            </a:r>
            <a:r>
              <a:rPr lang="en-US" sz="1600" dirty="0">
                <a:solidFill>
                  <a:schemeClr val="tx2"/>
                </a:solidFill>
              </a:rPr>
              <a:t>THEN </a:t>
            </a:r>
            <a:r>
              <a:rPr lang="en-US" sz="1600" dirty="0"/>
              <a:t>keep going.  </a:t>
            </a:r>
            <a:br>
              <a:rPr lang="en-US" sz="1600" dirty="0"/>
            </a:br>
            <a:br>
              <a:rPr lang="en-US" sz="2000" dirty="0"/>
            </a:br>
            <a:r>
              <a:rPr lang="en-US" sz="1600" dirty="0"/>
              <a:t>This step-by-step decision-making is called "control flow."</a:t>
            </a:r>
            <a:endParaRPr sz="1600" dirty="0"/>
          </a:p>
        </p:txBody>
      </p:sp>
      <p:sp>
        <p:nvSpPr>
          <p:cNvPr id="433" name="Google Shape;433;p36"/>
          <p:cNvSpPr txBox="1">
            <a:spLocks noGrp="1"/>
          </p:cNvSpPr>
          <p:nvPr>
            <p:ph type="subTitle" idx="2"/>
          </p:nvPr>
        </p:nvSpPr>
        <p:spPr>
          <a:xfrm>
            <a:off x="858667" y="1924167"/>
            <a:ext cx="4802800" cy="324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" dirty="0"/>
              <a:t>Why </a:t>
            </a:r>
            <a:r>
              <a:rPr lang="en" dirty="0">
                <a:solidFill>
                  <a:schemeClr val="tx2"/>
                </a:solidFill>
              </a:rPr>
              <a:t>Control Flow </a:t>
            </a:r>
            <a:r>
              <a:rPr lang="en" dirty="0"/>
              <a:t>matters ?</a:t>
            </a:r>
            <a:br>
              <a:rPr lang="en" dirty="0"/>
            </a:br>
            <a:br>
              <a:rPr lang="en" dirty="0"/>
            </a:br>
            <a:r>
              <a:rPr lang="en-US" sz="1600" dirty="0"/>
              <a:t>In AI and Machine Learning, algorithms must make decisions based on data. Control flow is the foundation of those decisions.</a:t>
            </a:r>
            <a:endParaRPr sz="1600" dirty="0"/>
          </a:p>
        </p:txBody>
      </p:sp>
      <p:grpSp>
        <p:nvGrpSpPr>
          <p:cNvPr id="434" name="Google Shape;434;p36"/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435" name="Google Shape;435;p36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6" name="Google Shape;436;p36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7" name="Google Shape;437;p36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8" name="Google Shape;438;p36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39" name="Google Shape;439;p36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0" name="Google Shape;440;p36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1" name="Google Shape;441;p36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2" name="Google Shape;442;p36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3" name="Google Shape;443;p36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4" name="Google Shape;444;p36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5" name="Google Shape;445;p36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6" name="Google Shape;446;p36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447" name="Google Shape;447;p36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448" name="Google Shape;448;p36"/>
          <p:cNvSpPr txBox="1"/>
          <p:nvPr/>
        </p:nvSpPr>
        <p:spPr>
          <a:xfrm rot="10800000">
            <a:off x="5246687" y="3285153"/>
            <a:ext cx="849313" cy="13401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6667" dirty="0">
                <a:solidFill>
                  <a:schemeClr val="accent3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dirty="0">
              <a:solidFill>
                <a:schemeClr val="accent3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49" name="Google Shape;449;p36"/>
          <p:cNvSpPr txBox="1"/>
          <p:nvPr/>
        </p:nvSpPr>
        <p:spPr>
          <a:xfrm>
            <a:off x="7692953" y="5664067"/>
            <a:ext cx="1301600" cy="72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algn="r"/>
            <a:r>
              <a:rPr lang="en" sz="6667" dirty="0">
                <a:solidFill>
                  <a:schemeClr val="accent2"/>
                </a:solidFill>
                <a:latin typeface="Fira Code"/>
                <a:ea typeface="Fira Code"/>
                <a:cs typeface="Fira Code"/>
                <a:sym typeface="Fira Code"/>
              </a:rPr>
              <a:t>..</a:t>
            </a:r>
            <a:endParaRPr sz="6667" dirty="0">
              <a:solidFill>
                <a:schemeClr val="accent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/>
          <p:cNvSpPr txBox="1">
            <a:spLocks noGrp="1"/>
          </p:cNvSpPr>
          <p:nvPr>
            <p:ph type="subTitle" idx="1"/>
          </p:nvPr>
        </p:nvSpPr>
        <p:spPr>
          <a:xfrm>
            <a:off x="6422869" y="2337300"/>
            <a:ext cx="3719200" cy="197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Always watch your indentation. Python relies on whitespace, not brackets. Over-nesting conditionals can make code unreadable.</a:t>
            </a:r>
            <a:endParaRPr sz="1600" dirty="0"/>
          </a:p>
        </p:txBody>
      </p:sp>
      <p:sp>
        <p:nvSpPr>
          <p:cNvPr id="499" name="Google Shape;499;p38"/>
          <p:cNvSpPr txBox="1">
            <a:spLocks noGrp="1"/>
          </p:cNvSpPr>
          <p:nvPr>
            <p:ph type="subTitle" idx="2"/>
          </p:nvPr>
        </p:nvSpPr>
        <p:spPr>
          <a:xfrm>
            <a:off x="466720" y="1948351"/>
            <a:ext cx="4708235" cy="296904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Statements that allow your code to execute different blocks based on whether a condition evaluates to True or False.</a:t>
            </a:r>
          </a:p>
          <a:p>
            <a:pPr marL="0" indent="0"/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/>
                </a:solidFill>
              </a:rPr>
              <a:t>Why we use it: </a:t>
            </a:r>
          </a:p>
          <a:p>
            <a:pPr marL="0" indent="0"/>
            <a:r>
              <a:rPr lang="en-US" sz="1600" dirty="0"/>
              <a:t>To create logic branches. For example, if an image contains a face, run the facial recognition model; else, discard the image.</a:t>
            </a:r>
          </a:p>
        </p:txBody>
      </p:sp>
      <p:sp>
        <p:nvSpPr>
          <p:cNvPr id="500" name="Google Shape;500;p38"/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/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Rules:</a:t>
            </a:r>
            <a:endParaRPr sz="1600" dirty="0"/>
          </a:p>
        </p:txBody>
      </p:sp>
      <p:sp>
        <p:nvSpPr>
          <p:cNvPr id="502" name="Google Shape;502;p38"/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E81A8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 kern="0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/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4CAE97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kern="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/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/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8"/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8"/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8"/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8"/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8"/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8"/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8"/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8"/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8"/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8"/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8"/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8"/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38"/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2800" kern="0">
                <a:solidFill>
                  <a:srgbClr val="FFFF99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kern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4B285A-7C83-A5CC-B644-377D1CF0D92C}"/>
              </a:ext>
            </a:extLst>
          </p:cNvPr>
          <p:cNvSpPr txBox="1"/>
          <p:nvPr/>
        </p:nvSpPr>
        <p:spPr>
          <a:xfrm>
            <a:off x="2765220" y="1695534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Conditional Execution (If, Elif, Else)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2F495E-F663-98DE-1CD4-B50598114E0C}"/>
              </a:ext>
            </a:extLst>
          </p:cNvPr>
          <p:cNvSpPr txBox="1"/>
          <p:nvPr/>
        </p:nvSpPr>
        <p:spPr>
          <a:xfrm>
            <a:off x="6422869" y="3837689"/>
            <a:ext cx="53957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Real-world AI Application: 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Data filtering</a:t>
            </a:r>
          </a:p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solidFill>
                  <a:schemeClr val="accent5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if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bg1">
                    <a:lumMod val="10000"/>
                    <a:lumOff val="9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data_missing </a:t>
            </a:r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==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True:</a:t>
            </a:r>
          </a:p>
          <a:p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 apply_imputation()</a:t>
            </a: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solidFill>
                <a:schemeClr val="accent3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F8BF402-FAAB-6C6D-3964-B79548FCE4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E4818735-419C-B5B5-AF53-EAA7FD2251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>
            <a:extLst>
              <a:ext uri="{FF2B5EF4-FFF2-40B4-BE49-F238E27FC236}">
                <a16:creationId xmlns:a16="http://schemas.microsoft.com/office/drawing/2014/main" id="{A8085B24-DCFB-9836-CF1E-340ED5F47C6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22869" y="2337300"/>
            <a:ext cx="3719200" cy="197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Infinite loops (usually in while loops without a proper exit condition) will crash your environment. Avoid heavy computations inside nested loops</a:t>
            </a:r>
            <a:endParaRPr sz="1600" dirty="0"/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5E42FFF6-B250-31F4-8D46-CCB799B14C49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1948351"/>
            <a:ext cx="4708235" cy="296904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Loops allow the repetition of a code block until a specific condition is met or an iterable is exhausted.</a:t>
            </a:r>
            <a:br>
              <a:rPr lang="en-US" sz="1600" dirty="0"/>
            </a:br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/>
                </a:solidFill>
              </a:rPr>
              <a:t>Why we use it: </a:t>
            </a:r>
          </a:p>
          <a:p>
            <a:pPr marL="0" indent="0"/>
            <a:r>
              <a:rPr lang="en-US" sz="1600" dirty="0"/>
              <a:t>To process large datasets. ML models require iterating over thousands of data points (epochs).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6C636A0C-C488-5674-D006-79F37CD2FF6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F3A63E82-DC6A-0BC7-9933-0E636A413D5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Rules: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63478F88-7F28-B266-18BB-575EA27D15D3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E81A81"/>
                </a:solidFill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sz="6667" kern="0" dirty="0">
              <a:solidFill>
                <a:srgbClr val="E81A8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E38B18BF-8374-71E2-9B51-40E51E405E8D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6667" kern="0" dirty="0">
                <a:solidFill>
                  <a:srgbClr val="4CAE97"/>
                </a:solidFill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sz="6667" kern="0" dirty="0">
              <a:solidFill>
                <a:srgbClr val="4CAE97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21171C94-17DD-ACF5-7A65-FE8815E97CCC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E776589C-0464-F9B7-9B7B-B5D725E3A7B7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84FCA5AA-3B14-05AD-3FFD-EE9601BFD6AC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CCEFEE68-CA75-1283-DFD8-BC51B687C476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D0A59398-D9AE-6B8F-B17B-425CE33515B4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8729AD15-3924-A5E1-C267-49F20EFA68FB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BE69CDA8-72E9-0F7B-93B7-36AB8C253CB4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E215948A-E6C1-5314-768B-72439B5590F4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424D16E9-779A-5AD5-DE5A-CD9204AE716F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4E61DC2A-9D31-8014-1BCB-4C67FD9DC99F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AE2A7611-AC60-9356-7019-2ACEFBFD2A1F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66F06906-66EF-A2EC-E153-1DC758BC3206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03178FEF-5EB1-0D70-11E6-3C02067C583D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4CC5DC60-AD4B-9C7A-A483-0E8FD6E5A58D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E7F37BE5-8238-F491-2FF5-0AD0B7F946E4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defTabSz="1219170">
              <a:buClr>
                <a:srgbClr val="000000"/>
              </a:buClr>
            </a:pPr>
            <a:r>
              <a:rPr lang="en" sz="12800" kern="0">
                <a:solidFill>
                  <a:srgbClr val="FFFF99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 kern="0">
              <a:solidFill>
                <a:srgbClr val="FFFF99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B232A12-05AB-CC2D-6F16-A38C9F5649A4}"/>
              </a:ext>
            </a:extLst>
          </p:cNvPr>
          <p:cNvSpPr txBox="1"/>
          <p:nvPr/>
        </p:nvSpPr>
        <p:spPr>
          <a:xfrm>
            <a:off x="2765220" y="1695534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Looping Mechanisms (For, While, Enumerate)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BD9BF0D-45E1-9C5B-E185-BEFE38BEBA0D}"/>
              </a:ext>
            </a:extLst>
          </p:cNvPr>
          <p:cNvSpPr txBox="1"/>
          <p:nvPr/>
        </p:nvSpPr>
        <p:spPr>
          <a:xfrm>
            <a:off x="6422869" y="4098880"/>
            <a:ext cx="5395751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Real-world AI Application: </a:t>
            </a: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1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Training a </a:t>
            </a:r>
            <a:r>
              <a:rPr lang="en-US" sz="1600" dirty="0">
                <a:solidFill>
                  <a:schemeClr val="tx2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neural network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over multiple epochs: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solidFill>
                  <a:schemeClr val="accent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for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epoch 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range(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100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): </a:t>
            </a:r>
            <a:b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   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train_model()</a:t>
            </a: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endParaRPr lang="en-US" sz="1600" dirty="0">
              <a:solidFill>
                <a:schemeClr val="accent3"/>
              </a:solidFill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93895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EA721E23-A76A-C838-BE6A-4011DFF5AD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99BE3D72-7C2B-7AC8-3294-076DEF233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8" name="Google Shape;498;p38">
            <a:extLst>
              <a:ext uri="{FF2B5EF4-FFF2-40B4-BE49-F238E27FC236}">
                <a16:creationId xmlns:a16="http://schemas.microsoft.com/office/drawing/2014/main" id="{AAC64B0F-C1A7-6386-71A6-02B350597223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6422869" y="2337300"/>
            <a:ext cx="3719200" cy="1974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r>
              <a:rPr lang="en-US" sz="1600" dirty="0"/>
              <a:t>Exits the loop entirely.</a:t>
            </a:r>
            <a:endParaRPr sz="1600" dirty="0"/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964FA26E-39DA-9472-0C5B-D2E60E27DD9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2016764"/>
            <a:ext cx="4708235" cy="2969048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Statements that alter the standard flow of a loop.</a:t>
            </a:r>
            <a:br>
              <a:rPr lang="en-US" sz="1600" dirty="0"/>
            </a:br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/>
                </a:solidFill>
              </a:rPr>
              <a:t>Why we use it: </a:t>
            </a:r>
          </a:p>
          <a:p>
            <a:pPr marL="0" indent="0"/>
            <a:r>
              <a:rPr lang="en-US" sz="1600" dirty="0"/>
              <a:t>To stop the loop completely or let it run with conditions</a:t>
            </a:r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66970271-0603-DD31-8495-BC09BF10102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0D574A3F-9D41-EA6D-A46B-B5F479CD8DEB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break</a:t>
            </a:r>
            <a:r>
              <a:rPr lang="en" sz="1600" dirty="0"/>
              <a:t>:</a:t>
            </a:r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724A4E75-0C58-A929-815F-7518D86FBBD4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D26B21A4-AC40-7744-F578-F1CA5325EE4B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57D00FFC-F01E-162B-5D76-B6EC0F2F1A4B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963ECE66-6AAC-77DA-B8A5-9DE0FC5E94E9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687887DF-45B5-B96D-B9F0-7C769363DA9F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2A54221F-FFEC-394B-E19A-3ECD236FFA34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67A2859B-4899-DDFF-5F27-FA4A41DAB50E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11020755-27B3-08D5-4CC2-C73B72D90517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6C80C949-78D8-F78C-430B-08B23DE40144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E641FB2B-688F-3451-6593-DAD07F182D9E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180E8616-EF6F-4B28-0148-AEF43DC8208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01264168-4244-994F-654F-81D76DF21D4A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EEB87634-7224-8434-D8BE-B8812B4E7D8F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90C6DE73-5F2B-550A-F46F-6C904F548980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33979BD3-3BD8-8009-E647-B8400CA903F5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6C8DC1BF-F5E1-2A9C-BF36-7F40FAC76142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A00A6279-D567-4500-5912-B4A22522A14F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2800" b="0" i="0" u="none" strike="noStrike" kern="0" cap="none" spc="0" normalizeH="0" baseline="0" noProof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kumimoji="0" sz="12800" b="0" i="0" u="none" strike="noStrike" kern="0" cap="none" spc="0" normalizeH="0" baseline="0" noProof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70B2FA8-134E-5893-FE3E-C7895AE84780}"/>
              </a:ext>
            </a:extLst>
          </p:cNvPr>
          <p:cNvSpPr txBox="1"/>
          <p:nvPr/>
        </p:nvSpPr>
        <p:spPr>
          <a:xfrm>
            <a:off x="3191989" y="1733168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Loop Control (Break, Continue, Pass)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4A10843-31C3-B5B0-1F68-63D9593EBCC1}"/>
              </a:ext>
            </a:extLst>
          </p:cNvPr>
          <p:cNvSpPr txBox="1"/>
          <p:nvPr/>
        </p:nvSpPr>
        <p:spPr>
          <a:xfrm>
            <a:off x="6464007" y="2835613"/>
            <a:ext cx="5395751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E81A81">
                    <a:lumMod val="75000"/>
                  </a:srgb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continue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1A81">
                    <a:lumMod val="75000"/>
                  </a:srgbClr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: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81A81">
                    <a:lumMod val="75000"/>
                  </a:srgbClr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Skips the current iteration and moves to the next.</a:t>
            </a: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chemeClr val="accent3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pass: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dirty="0">
                <a:solidFill>
                  <a:srgbClr val="E7E7E7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A null operation; a placeholder for future code.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</a:b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Source Code Pro" panose="020B0509030403020204" pitchFamily="49" charset="0"/>
              <a:ea typeface="Source Code Pro" panose="020B0509030403020204" pitchFamily="49" charset="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9783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F30A940C-0514-6D7F-B7C7-C3E764ADA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8591021C-8473-9E5E-D44B-07DDE89EC24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0738DA9C-88DC-C90C-C3B2-5E96E5F67E7E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2016764"/>
            <a:ext cx="4708235" cy="468883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>
                <a:solidFill>
                  <a:schemeClr val="accent3">
                    <a:lumMod val="75000"/>
                  </a:schemeClr>
                </a:solidFill>
              </a:rPr>
              <a:t>enumerate() </a:t>
            </a:r>
            <a:r>
              <a:rPr lang="en-US" sz="1600" dirty="0"/>
              <a:t>is a </a:t>
            </a:r>
            <a:r>
              <a:rPr lang="en-US" sz="1600" dirty="0">
                <a:solidFill>
                  <a:schemeClr val="accent4">
                    <a:lumMod val="75000"/>
                  </a:schemeClr>
                </a:solidFill>
              </a:rPr>
              <a:t>built-in</a:t>
            </a:r>
            <a:r>
              <a:rPr lang="en-US" sz="1600" dirty="0"/>
              <a:t> Python function that adds a built-in counter to an iterable </a:t>
            </a:r>
            <a:br>
              <a:rPr lang="en-US" sz="1600" dirty="0"/>
            </a:br>
            <a:r>
              <a:rPr lang="en-US" sz="1600" dirty="0"/>
              <a:t>(like a list). Instead of just giving you the item, it gives you both the Index (position) and the Item (value) at the same time.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7B95C2BB-80FC-CCBF-A570-0690137FC607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E46B529E-69C4-4B96-4727-3DF0D433FC42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6422869" y="1784600"/>
            <a:ext cx="3719200" cy="303886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1600" dirty="0"/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</a:rPr>
              <a:t>It is the cleanest way to track where you are in a list. In Machine Learning, you use this constantly to track which batch of data is currently being processed by your neural network.</a:t>
            </a:r>
          </a:p>
          <a:p>
            <a:pPr marL="0" indent="0"/>
            <a:endParaRPr sz="1600" dirty="0"/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EE1540DD-42DC-6DE8-77D7-FCB8107D8CD8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4985CA4C-8072-1CBF-EFD6-9FDEE15624C0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34005E04-8424-07ED-DAF0-CF30C0B04660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993D00D8-6EE2-0838-C8D1-67E2CD16D5E3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15CD8269-E19D-539E-7443-E4BF2DEC7A20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6F71331A-DDD0-CDD9-CFC0-84C590B312F3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65281E88-103E-F7A5-952E-6EE4EDA7CE3A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41281571-130E-A712-7D44-930B55A63EF9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83475735-BD97-E086-3DAF-9F1AD80205A9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4D03443D-7A74-8FF8-3A11-9EB75046F8C3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E4064DEF-7A0C-A0EE-BC03-547297ECC3A8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07240010-C99D-3F8E-7344-81D22C670D35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7A1536F5-5358-FAC0-D59B-46ED8D260BAA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521C8872-6358-23B5-580C-883498E0C7C7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BAEDBAA8-EBFD-7BCE-0665-A6F842017E16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0466E76C-0E56-DEC4-6F66-8EBD13A2F378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66195218-052F-4808-9E72-425835442F22}"/>
              </a:ext>
            </a:extLst>
          </p:cNvPr>
          <p:cNvSpPr txBox="1"/>
          <p:nvPr/>
        </p:nvSpPr>
        <p:spPr>
          <a:xfrm>
            <a:off x="10011933" y="5484133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2800" b="0" i="0" u="none" strike="noStrike" kern="0" cap="none" spc="0" normalizeH="0" baseline="0" noProof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kumimoji="0" sz="12800" b="0" i="0" u="none" strike="noStrike" kern="0" cap="none" spc="0" normalizeH="0" baseline="0" noProof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238160E-C9B5-F788-B2BA-8C2E1F7373D4}"/>
              </a:ext>
            </a:extLst>
          </p:cNvPr>
          <p:cNvSpPr txBox="1"/>
          <p:nvPr/>
        </p:nvSpPr>
        <p:spPr>
          <a:xfrm>
            <a:off x="3191989" y="1733168"/>
            <a:ext cx="6461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Advanced Looping – Understanding enumerate()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DFA2A6F-AC8E-CA5E-71B0-628475CD277F}"/>
              </a:ext>
            </a:extLst>
          </p:cNvPr>
          <p:cNvSpPr txBox="1"/>
          <p:nvPr/>
        </p:nvSpPr>
        <p:spPr>
          <a:xfrm>
            <a:off x="4297089" y="4755501"/>
            <a:ext cx="5310231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Why not / Rules to follow: </a:t>
            </a:r>
            <a:r>
              <a:rPr lang="en-US" sz="1600" dirty="0"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Never manually create a counter variable (e.g., count = 0 then count += 1 inside a for loop) if you are just trying to track the index. enumerate() is faster and reduces the chance of bugs.</a:t>
            </a:r>
          </a:p>
        </p:txBody>
      </p:sp>
    </p:spTree>
    <p:extLst>
      <p:ext uri="{BB962C8B-B14F-4D97-AF65-F5344CB8AC3E}">
        <p14:creationId xmlns:p14="http://schemas.microsoft.com/office/powerpoint/2010/main" val="429443123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6">
          <a:extLst>
            <a:ext uri="{FF2B5EF4-FFF2-40B4-BE49-F238E27FC236}">
              <a16:creationId xmlns:a16="http://schemas.microsoft.com/office/drawing/2014/main" id="{6CBCA39E-7847-E426-A26F-98A9F379D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p38">
            <a:extLst>
              <a:ext uri="{FF2B5EF4-FFF2-40B4-BE49-F238E27FC236}">
                <a16:creationId xmlns:a16="http://schemas.microsoft.com/office/drawing/2014/main" id="{3146A57B-C90C-6EE9-1FE6-91AD3981F5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Core Concept </a:t>
            </a:r>
            <a:r>
              <a:rPr lang="en" dirty="0">
                <a:solidFill>
                  <a:schemeClr val="accent4"/>
                </a:solidFill>
              </a:rPr>
              <a:t>(</a:t>
            </a:r>
            <a:r>
              <a:rPr lang="en-US" dirty="0">
                <a:solidFill>
                  <a:schemeClr val="accent4"/>
                </a:solidFill>
              </a:rPr>
              <a:t>Definition</a:t>
            </a:r>
            <a:r>
              <a:rPr lang="en" dirty="0">
                <a:solidFill>
                  <a:schemeClr val="accent4"/>
                </a:solidFill>
              </a:rPr>
              <a:t> &amp; Rules)</a:t>
            </a:r>
            <a:endParaRPr dirty="0">
              <a:solidFill>
                <a:schemeClr val="accent4"/>
              </a:solidFill>
            </a:endParaRPr>
          </a:p>
        </p:txBody>
      </p:sp>
      <p:sp>
        <p:nvSpPr>
          <p:cNvPr id="499" name="Google Shape;499;p38">
            <a:extLst>
              <a:ext uri="{FF2B5EF4-FFF2-40B4-BE49-F238E27FC236}">
                <a16:creationId xmlns:a16="http://schemas.microsoft.com/office/drawing/2014/main" id="{8E68BE41-5C57-2264-3B58-618C24A32D2A}"/>
              </a:ext>
            </a:extLst>
          </p:cNvPr>
          <p:cNvSpPr txBox="1">
            <a:spLocks noGrp="1"/>
          </p:cNvSpPr>
          <p:nvPr>
            <p:ph type="subTitle" idx="2"/>
          </p:nvPr>
        </p:nvSpPr>
        <p:spPr>
          <a:xfrm>
            <a:off x="466720" y="2016764"/>
            <a:ext cx="4708235" cy="2358196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/>
            <a:endParaRPr lang="en-US" sz="1600" dirty="0"/>
          </a:p>
          <a:p>
            <a:pPr marL="0" indent="0"/>
            <a:r>
              <a:rPr lang="en-US" sz="1600" dirty="0"/>
              <a:t>A List Comprehension is a shorter, faster, one-line syntax used to create a </a:t>
            </a:r>
            <a:r>
              <a:rPr lang="en-US" sz="1600" i="1" dirty="0"/>
              <a:t>new</a:t>
            </a:r>
            <a:r>
              <a:rPr lang="en-US" sz="1600" dirty="0"/>
              <a:t> list based on the values of an </a:t>
            </a:r>
            <a:r>
              <a:rPr lang="en-US" sz="1600" i="1" dirty="0"/>
              <a:t>existing</a:t>
            </a:r>
            <a:r>
              <a:rPr lang="en-US" sz="1600" dirty="0"/>
              <a:t> list or range.</a:t>
            </a:r>
            <a:br>
              <a:rPr lang="en-US" sz="1600" dirty="0"/>
            </a:br>
            <a:endParaRPr lang="en-US" sz="1600" dirty="0"/>
          </a:p>
        </p:txBody>
      </p:sp>
      <p:sp>
        <p:nvSpPr>
          <p:cNvPr id="500" name="Google Shape;500;p38">
            <a:extLst>
              <a:ext uri="{FF2B5EF4-FFF2-40B4-BE49-F238E27FC236}">
                <a16:creationId xmlns:a16="http://schemas.microsoft.com/office/drawing/2014/main" id="{A45D7C15-C3D8-7205-59D7-C0CFA66A08B9}"/>
              </a:ext>
            </a:extLst>
          </p:cNvPr>
          <p:cNvSpPr txBox="1">
            <a:spLocks noGrp="1"/>
          </p:cNvSpPr>
          <p:nvPr>
            <p:ph type="subTitle" idx="3"/>
          </p:nvPr>
        </p:nvSpPr>
        <p:spPr>
          <a:xfrm>
            <a:off x="466720" y="1737841"/>
            <a:ext cx="3719200" cy="7452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" sz="1600" dirty="0"/>
              <a:t>Definition:</a:t>
            </a:r>
            <a:endParaRPr sz="1600" dirty="0"/>
          </a:p>
        </p:txBody>
      </p:sp>
      <p:sp>
        <p:nvSpPr>
          <p:cNvPr id="501" name="Google Shape;501;p38">
            <a:extLst>
              <a:ext uri="{FF2B5EF4-FFF2-40B4-BE49-F238E27FC236}">
                <a16:creationId xmlns:a16="http://schemas.microsoft.com/office/drawing/2014/main" id="{AD156CAA-1448-A67C-26B0-DB2DEF43FA49}"/>
              </a:ext>
            </a:extLst>
          </p:cNvPr>
          <p:cNvSpPr txBox="1">
            <a:spLocks noGrp="1"/>
          </p:cNvSpPr>
          <p:nvPr>
            <p:ph type="subTitle" idx="4"/>
          </p:nvPr>
        </p:nvSpPr>
        <p:spPr>
          <a:xfrm>
            <a:off x="5600700" y="1948854"/>
            <a:ext cx="6385560" cy="2738737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/>
          <a:p>
            <a:pPr marL="0" indent="0"/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Why we use it: </a:t>
            </a:r>
          </a:p>
          <a:p>
            <a:pPr marL="0" indent="0"/>
            <a: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It is highly optimized in Python and runs faster than a standard for loop. In AI Data Preprocessing, it is perfect for quickly transforming data.</a:t>
            </a:r>
            <a:b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b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Real-World AI Example: </a:t>
            </a:r>
            <a: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Normalizing image pixels so they are between 0 and 1: </a:t>
            </a:r>
            <a:br>
              <a:rPr lang="en-US" sz="16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pixels_normalized = [</a:t>
            </a:r>
            <a:r>
              <a:rPr lang="en-US" sz="14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/ 255.0 for </a:t>
            </a:r>
            <a:r>
              <a:rPr lang="en-US" sz="14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p</a:t>
            </a: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 in </a:t>
            </a:r>
            <a:r>
              <a:rPr lang="en-US" sz="14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image_pixels</a:t>
            </a:r>
            <a:r>
              <a:rPr lang="en-US" sz="1400" dirty="0">
                <a:solidFill>
                  <a:schemeClr val="tx1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  <a:endParaRPr lang="en-US" sz="1400" dirty="0">
              <a:latin typeface="Source Code Pro" panose="020B0509030403020204" pitchFamily="49" charset="0"/>
              <a:ea typeface="Source Code Pro" panose="020B0509030403020204" pitchFamily="49" charset="0"/>
            </a:endParaRPr>
          </a:p>
        </p:txBody>
      </p:sp>
      <p:sp>
        <p:nvSpPr>
          <p:cNvPr id="502" name="Google Shape;502;p38">
            <a:extLst>
              <a:ext uri="{FF2B5EF4-FFF2-40B4-BE49-F238E27FC236}">
                <a16:creationId xmlns:a16="http://schemas.microsoft.com/office/drawing/2014/main" id="{F88F598A-E2FB-4F72-F0F9-4F98C1E2E4CA}"/>
              </a:ext>
            </a:extLst>
          </p:cNvPr>
          <p:cNvSpPr txBox="1"/>
          <p:nvPr/>
        </p:nvSpPr>
        <p:spPr>
          <a:xfrm>
            <a:off x="-109467" y="1268241"/>
            <a:ext cx="939600" cy="116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E81A81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{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E81A81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503" name="Google Shape;503;p38">
            <a:extLst>
              <a:ext uri="{FF2B5EF4-FFF2-40B4-BE49-F238E27FC236}">
                <a16:creationId xmlns:a16="http://schemas.microsoft.com/office/drawing/2014/main" id="{B7EFA367-2AFB-3ACD-3BB2-69BBEC629C88}"/>
              </a:ext>
            </a:extLst>
          </p:cNvPr>
          <p:cNvSpPr txBox="1"/>
          <p:nvPr/>
        </p:nvSpPr>
        <p:spPr>
          <a:xfrm>
            <a:off x="11513558" y="4999533"/>
            <a:ext cx="692400" cy="101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6667" b="0" i="0" u="none" strike="noStrike" kern="0" cap="none" spc="0" normalizeH="0" baseline="0" noProof="0" dirty="0">
                <a:ln>
                  <a:noFill/>
                </a:ln>
                <a:solidFill>
                  <a:srgbClr val="4CAE97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}</a:t>
            </a:r>
            <a:endParaRPr kumimoji="0" sz="6667" b="0" i="0" u="none" strike="noStrike" kern="0" cap="none" spc="0" normalizeH="0" baseline="0" noProof="0" dirty="0">
              <a:ln>
                <a:noFill/>
              </a:ln>
              <a:solidFill>
                <a:srgbClr val="4CAE97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grpSp>
        <p:nvGrpSpPr>
          <p:cNvPr id="504" name="Google Shape;504;p38">
            <a:extLst>
              <a:ext uri="{FF2B5EF4-FFF2-40B4-BE49-F238E27FC236}">
                <a16:creationId xmlns:a16="http://schemas.microsoft.com/office/drawing/2014/main" id="{712CABC9-1DD0-5A2E-AAA9-1CF849156022}"/>
              </a:ext>
            </a:extLst>
          </p:cNvPr>
          <p:cNvGrpSpPr/>
          <p:nvPr/>
        </p:nvGrpSpPr>
        <p:grpSpPr>
          <a:xfrm>
            <a:off x="466720" y="5258667"/>
            <a:ext cx="3381529" cy="1183100"/>
            <a:chOff x="880714" y="3731738"/>
            <a:chExt cx="2536147" cy="887325"/>
          </a:xfrm>
        </p:grpSpPr>
        <p:sp>
          <p:nvSpPr>
            <p:cNvPr id="505" name="Google Shape;505;p38">
              <a:extLst>
                <a:ext uri="{FF2B5EF4-FFF2-40B4-BE49-F238E27FC236}">
                  <a16:creationId xmlns:a16="http://schemas.microsoft.com/office/drawing/2014/main" id="{EDCCD36F-8E8D-AB74-B342-3714E8A606DB}"/>
                </a:ext>
              </a:extLst>
            </p:cNvPr>
            <p:cNvSpPr/>
            <p:nvPr/>
          </p:nvSpPr>
          <p:spPr>
            <a:xfrm>
              <a:off x="880714" y="37482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6" name="Google Shape;506;p38">
              <a:extLst>
                <a:ext uri="{FF2B5EF4-FFF2-40B4-BE49-F238E27FC236}">
                  <a16:creationId xmlns:a16="http://schemas.microsoft.com/office/drawing/2014/main" id="{CDB62C05-2948-BC52-EEDC-A64948883D64}"/>
                </a:ext>
              </a:extLst>
            </p:cNvPr>
            <p:cNvSpPr/>
            <p:nvPr/>
          </p:nvSpPr>
          <p:spPr>
            <a:xfrm>
              <a:off x="880714" y="39872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7" name="Google Shape;507;p38">
              <a:extLst>
                <a:ext uri="{FF2B5EF4-FFF2-40B4-BE49-F238E27FC236}">
                  <a16:creationId xmlns:a16="http://schemas.microsoft.com/office/drawing/2014/main" id="{DAAB2164-130A-9191-928C-BD540119E6C5}"/>
                </a:ext>
              </a:extLst>
            </p:cNvPr>
            <p:cNvSpPr/>
            <p:nvPr/>
          </p:nvSpPr>
          <p:spPr>
            <a:xfrm>
              <a:off x="880732" y="4260575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8" name="Google Shape;508;p38">
              <a:extLst>
                <a:ext uri="{FF2B5EF4-FFF2-40B4-BE49-F238E27FC236}">
                  <a16:creationId xmlns:a16="http://schemas.microsoft.com/office/drawing/2014/main" id="{0E75686E-E45F-7893-8DB2-EBEDC918BACB}"/>
                </a:ext>
              </a:extLst>
            </p:cNvPr>
            <p:cNvSpPr/>
            <p:nvPr/>
          </p:nvSpPr>
          <p:spPr>
            <a:xfrm>
              <a:off x="1374131" y="4260575"/>
              <a:ext cx="5244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09" name="Google Shape;509;p38">
              <a:extLst>
                <a:ext uri="{FF2B5EF4-FFF2-40B4-BE49-F238E27FC236}">
                  <a16:creationId xmlns:a16="http://schemas.microsoft.com/office/drawing/2014/main" id="{0B73EB57-CD44-918C-9E18-3D5F73C976D4}"/>
                </a:ext>
              </a:extLst>
            </p:cNvPr>
            <p:cNvSpPr/>
            <p:nvPr/>
          </p:nvSpPr>
          <p:spPr>
            <a:xfrm>
              <a:off x="2032952" y="4260575"/>
              <a:ext cx="661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0" name="Google Shape;510;p38">
              <a:extLst>
                <a:ext uri="{FF2B5EF4-FFF2-40B4-BE49-F238E27FC236}">
                  <a16:creationId xmlns:a16="http://schemas.microsoft.com/office/drawing/2014/main" id="{84389FA6-5E34-FA28-7D18-D342D838CAE7}"/>
                </a:ext>
              </a:extLst>
            </p:cNvPr>
            <p:cNvSpPr/>
            <p:nvPr/>
          </p:nvSpPr>
          <p:spPr>
            <a:xfrm>
              <a:off x="2783250" y="4260575"/>
              <a:ext cx="241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1" name="Google Shape;511;p38">
              <a:extLst>
                <a:ext uri="{FF2B5EF4-FFF2-40B4-BE49-F238E27FC236}">
                  <a16:creationId xmlns:a16="http://schemas.microsoft.com/office/drawing/2014/main" id="{14F3CB5B-67E1-0A2F-3CC1-27B9E9500A59}"/>
                </a:ext>
              </a:extLst>
            </p:cNvPr>
            <p:cNvSpPr/>
            <p:nvPr/>
          </p:nvSpPr>
          <p:spPr>
            <a:xfrm>
              <a:off x="880732" y="4469100"/>
              <a:ext cx="3276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2" name="Google Shape;512;p38">
              <a:extLst>
                <a:ext uri="{FF2B5EF4-FFF2-40B4-BE49-F238E27FC236}">
                  <a16:creationId xmlns:a16="http://schemas.microsoft.com/office/drawing/2014/main" id="{176B8592-C95E-BB5B-31EA-B676F0244624}"/>
                </a:ext>
              </a:extLst>
            </p:cNvPr>
            <p:cNvSpPr/>
            <p:nvPr/>
          </p:nvSpPr>
          <p:spPr>
            <a:xfrm>
              <a:off x="1374131" y="4469100"/>
              <a:ext cx="834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3" name="Google Shape;513;p38">
              <a:extLst>
                <a:ext uri="{FF2B5EF4-FFF2-40B4-BE49-F238E27FC236}">
                  <a16:creationId xmlns:a16="http://schemas.microsoft.com/office/drawing/2014/main" id="{94CD8D6C-0837-42F1-9408-595135CF98B8}"/>
                </a:ext>
              </a:extLst>
            </p:cNvPr>
            <p:cNvSpPr/>
            <p:nvPr/>
          </p:nvSpPr>
          <p:spPr>
            <a:xfrm>
              <a:off x="2318331" y="4469100"/>
              <a:ext cx="3549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4" name="Google Shape;514;p38">
              <a:extLst>
                <a:ext uri="{FF2B5EF4-FFF2-40B4-BE49-F238E27FC236}">
                  <a16:creationId xmlns:a16="http://schemas.microsoft.com/office/drawing/2014/main" id="{AD37B602-DEBF-9087-19DD-2D6E29ABD23D}"/>
                </a:ext>
              </a:extLst>
            </p:cNvPr>
            <p:cNvSpPr/>
            <p:nvPr/>
          </p:nvSpPr>
          <p:spPr>
            <a:xfrm>
              <a:off x="2783561" y="4471163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5" name="Google Shape;515;p38">
              <a:extLst>
                <a:ext uri="{FF2B5EF4-FFF2-40B4-BE49-F238E27FC236}">
                  <a16:creationId xmlns:a16="http://schemas.microsoft.com/office/drawing/2014/main" id="{BAFCD941-C27B-E5A9-B254-C0D4DC842E17}"/>
                </a:ext>
              </a:extLst>
            </p:cNvPr>
            <p:cNvSpPr/>
            <p:nvPr/>
          </p:nvSpPr>
          <p:spPr>
            <a:xfrm>
              <a:off x="1301861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6" name="Google Shape;516;p38">
              <a:extLst>
                <a:ext uri="{FF2B5EF4-FFF2-40B4-BE49-F238E27FC236}">
                  <a16:creationId xmlns:a16="http://schemas.microsoft.com/office/drawing/2014/main" id="{5486C9B2-35AB-5F31-7457-F329A090E647}"/>
                </a:ext>
              </a:extLst>
            </p:cNvPr>
            <p:cNvSpPr/>
            <p:nvPr/>
          </p:nvSpPr>
          <p:spPr>
            <a:xfrm>
              <a:off x="1301861" y="37317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  <p:sp>
          <p:nvSpPr>
            <p:cNvPr id="517" name="Google Shape;517;p38">
              <a:extLst>
                <a:ext uri="{FF2B5EF4-FFF2-40B4-BE49-F238E27FC236}">
                  <a16:creationId xmlns:a16="http://schemas.microsoft.com/office/drawing/2014/main" id="{A949BBA0-7866-0B59-0A6A-4A0A5208C1E0}"/>
                </a:ext>
              </a:extLst>
            </p:cNvPr>
            <p:cNvSpPr/>
            <p:nvPr/>
          </p:nvSpPr>
          <p:spPr>
            <a:xfrm>
              <a:off x="2028686" y="3961838"/>
              <a:ext cx="6333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marL="0" marR="0" lvl="0" indent="0" algn="l" defTabSz="121917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Tx/>
                <a:buFontTx/>
                <a:buNone/>
                <a:tabLst/>
                <a:defRPr/>
              </a:pPr>
              <a:endParaRPr kumimoji="0" sz="1867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+mn-ea"/>
                <a:cs typeface="Arial"/>
                <a:sym typeface="Arial"/>
              </a:endParaRPr>
            </a:p>
          </p:txBody>
        </p:sp>
      </p:grpSp>
      <p:sp>
        <p:nvSpPr>
          <p:cNvPr id="518" name="Google Shape;518;p38">
            <a:extLst>
              <a:ext uri="{FF2B5EF4-FFF2-40B4-BE49-F238E27FC236}">
                <a16:creationId xmlns:a16="http://schemas.microsoft.com/office/drawing/2014/main" id="{FB167A64-5BF8-14B5-82DF-32C382BE561F}"/>
              </a:ext>
            </a:extLst>
          </p:cNvPr>
          <p:cNvSpPr txBox="1"/>
          <p:nvPr/>
        </p:nvSpPr>
        <p:spPr>
          <a:xfrm>
            <a:off x="11032856" y="5697019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marR="0" lvl="0" indent="0" algn="l" defTabSz="121917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Tx/>
              <a:buNone/>
              <a:tabLst/>
              <a:defRPr/>
            </a:pPr>
            <a:r>
              <a:rPr kumimoji="0" lang="en" sz="12800" b="0" i="0" u="none" strike="noStrike" kern="0" cap="none" spc="0" normalizeH="0" baseline="0" noProof="0" dirty="0">
                <a:ln>
                  <a:noFill/>
                </a:ln>
                <a:solidFill>
                  <a:srgbClr val="FFFF99"/>
                </a:solidFill>
                <a:effectLst/>
                <a:uLnTx/>
                <a:uFillTx/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kumimoji="0" sz="12800" b="0" i="0" u="none" strike="noStrike" kern="0" cap="none" spc="0" normalizeH="0" baseline="0" noProof="0" dirty="0">
              <a:ln>
                <a:noFill/>
              </a:ln>
              <a:solidFill>
                <a:srgbClr val="FFFF99"/>
              </a:solidFill>
              <a:effectLst/>
              <a:uLnTx/>
              <a:uFillTx/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3725F54-84E9-D7C6-EF81-956DDDEC5E0A}"/>
              </a:ext>
            </a:extLst>
          </p:cNvPr>
          <p:cNvSpPr txBox="1"/>
          <p:nvPr/>
        </p:nvSpPr>
        <p:spPr>
          <a:xfrm>
            <a:off x="2654128" y="1741109"/>
            <a:ext cx="85961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E7E7E7"/>
                </a:solidFill>
                <a:effectLst/>
                <a:uLnTx/>
                <a:uFillTx/>
                <a:latin typeface="Source Code Pro" panose="020B0509030403020204" pitchFamily="49" charset="0"/>
                <a:ea typeface="Source Code Pro" panose="020B0509030403020204" pitchFamily="49" charset="0"/>
                <a:cs typeface="+mn-cs"/>
              </a:rPr>
              <a:t>Advanced Looping – Understanding List Comprehensions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8F00AE4-5C8E-F2B5-3661-81B879305D72}"/>
              </a:ext>
            </a:extLst>
          </p:cNvPr>
          <p:cNvSpPr txBox="1"/>
          <p:nvPr/>
        </p:nvSpPr>
        <p:spPr>
          <a:xfrm>
            <a:off x="5655657" y="4789078"/>
            <a:ext cx="571484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Why not / Rules to follow: </a:t>
            </a:r>
            <a:r>
              <a:rPr lang="en-US" sz="1600" dirty="0">
                <a:latin typeface="Source Code Pro Medium" panose="020B0509030403020204" pitchFamily="49" charset="0"/>
                <a:ea typeface="Source Code Pro Medium" panose="020B0509030403020204" pitchFamily="49" charset="0"/>
              </a:rPr>
              <a:t>Do not overcomplicate them. If your list comprehension requires complex nested if/else logic that stretches across a very long line, switch back to a standard for loop. Readability is more important than writing everything on one line.</a:t>
            </a:r>
          </a:p>
        </p:txBody>
      </p:sp>
    </p:spTree>
    <p:extLst>
      <p:ext uri="{BB962C8B-B14F-4D97-AF65-F5344CB8AC3E}">
        <p14:creationId xmlns:p14="http://schemas.microsoft.com/office/powerpoint/2010/main" val="39610299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01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/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1 – Simple &amp; Nested Conditionals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/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/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/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/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/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/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/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/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/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/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/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/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/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/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/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/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/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/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/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/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/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/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/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/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/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/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/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/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/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/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/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/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/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D4D4E5-8E46-DA91-4892-EC8AAFF96E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96891" y="2715344"/>
            <a:ext cx="5877745" cy="2372056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67CB3894-93DB-A6F0-9D5A-906E647C9F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D3C9B171-E6C1-647A-9D1C-82E29CC30C5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02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966F44E1-089C-C081-03E6-036A7CEFE8D5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20300" y="2038667"/>
            <a:ext cx="6620800" cy="41000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2 – Simple &amp; Nested Conditionals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A5917324-5023-CA2A-349E-63BCA28D6089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C5CCB077-3DF3-3E55-F878-68D0D55055FB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D5C07117-3285-A26B-2451-AC51396DAE03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B2E31649-967B-4CEC-73B5-D56D89A2F961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C2B41593-36B5-EBD7-BCEC-11296BF59807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41364775-8FD4-ECDD-F95B-EEBAA1A0C760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5AF2BE0F-9957-8963-22B7-1650EC163947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5051E6E3-D8D3-2F18-3D6C-CE81FBB24A3B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0DB5EEE7-7A9C-BD6C-6A25-F7F7A657B2C1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B7D694CB-A768-416A-1B61-7A42369FCDCA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14833D47-E9E0-A1F1-EDC9-7FA86207C3B2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7CAA12A2-625E-E26D-5E96-EA2ABAB2E5B2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4CBD486A-BEF6-D63C-5220-369DF622A1BE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07A64303-E0BE-342E-2E6A-1513A8D0DBAA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6DE0B5C9-C2E0-194D-47F5-18DAEB6B3B01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3289D2E0-B251-88CB-4B79-7AA453202686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6A41CEA1-2B05-DD7A-E8C2-006B03416350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ECBA53DD-481F-9411-ED15-AF4A4D75E221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BD5A51E6-219D-8FF5-A2E6-DDDF77BA2868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80DE39B9-82DF-AB2F-C1E9-1DD065ECD660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77D5304A-874C-B303-AF43-92F6625665AD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A4783E33-0FA5-AD66-9305-3DC689407AF3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15430A90-6E8C-810E-F0E1-71432071A0D0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DD43E926-F9D8-CC5B-D239-E18B4CB28639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E088F3C1-F0FC-80CC-274B-478B9523A2D1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6BAD2042-4161-7734-F1C0-1DD412281258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E3B3FA2D-2299-BEE5-5EA1-AED68889970A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A70325F2-4E16-8A01-67E0-031FEBDC930A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DD08B914-BD41-D0CA-EEAB-927157B63D2B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BFDD7E77-F8AE-C98B-7309-82C502C4F6EE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5EE3F6CA-75F7-E286-5011-A520CC172B36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F4D62B5C-AFFF-195C-8591-DAAEA5CCF2FE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749B0282-8639-8006-39CD-643F50531354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4FA65AA-B1B0-A8ED-C4B5-549B857377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0416" y="2578096"/>
            <a:ext cx="8668960" cy="3172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64561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8E4DDD6-97FB-C895-DF9D-A3387E9F4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F5C91E1C-6861-3384-1293-944604FD028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03</a:t>
            </a:r>
            <a:endParaRPr dirty="0">
              <a:solidFill>
                <a:schemeClr val="lt2"/>
              </a:solidFill>
            </a:endParaRPr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A860BA36-10B8-FA9D-653C-959BC32AD479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7393F87A-D592-44B8-2DD2-FC2B1228F7C9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F2E22ED3-77E3-6B5A-E980-9C4C3C68DBA2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2E0AE3ED-7763-09D0-A480-D2A96267A5D8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6878F86F-C2CA-0493-862D-CD3828DBF93B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84C7F4C4-0488-87FA-08F8-6AEA88565264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152735D7-1278-8219-4A3C-F8DD51CDBF92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0A98BDB8-7F68-A249-F71F-498278404F04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ED6F4D23-8B0C-07E3-1E05-A1E3EA29AE9B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D595E98F-6557-927B-E945-5483BA1180FE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4BAE32CD-2EA8-2EA9-83DF-8D4D8C5F5FE5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F2342E0C-E00B-2F87-AAD3-1CAD50C609FF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194F9C31-133E-239A-2346-75E5CBADBB6D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41068CA7-437D-899F-D3AF-268D168EF1B9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E164B4BA-FF05-6D75-2F12-19DFAEF25598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9D744422-B888-59F7-7490-8CE00F3F6C1B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47284206-3497-8E19-C458-58EDBF98D01A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73262B9A-E8CE-A707-564F-5641CBD20BB7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D8626CE0-44C7-8FCC-AAE2-B5AD81292AB8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F97D53E0-F0AE-763F-B098-F354ED01DE02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EA77D2D0-EF1F-F1A5-3919-A7F33D3B4191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BBB69E99-2FEF-B6E8-560E-D287F9F28D82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FF0301DA-CA45-7907-3386-DD0E982822D6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E677D546-E256-9E2F-52BB-1087A14B6F9A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BAB8FE66-C2D4-E3C8-7064-2DB77E87D414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4944BCBD-9A1C-65B5-54E5-552C388A0A5F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1E1E9942-E67A-6EBE-FE1D-8D9AF618CD65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A0C4F729-29D6-6B8C-821A-230FCAAE4C1E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8F78D194-AADD-6D37-3D69-25C445E8D70A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B6061945-C44E-1653-9ED1-ACE4E8DDF349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C2449750-BE6B-6BCB-31DD-AF6E262B3108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A729F127-353B-7A2D-1BF0-631B3AAB5A4D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890D9FAB-D26D-FB42-9A21-C87D6A0A51FB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F8888EF-5CA0-8993-4B44-92C0C28FBB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75415" y="2480238"/>
            <a:ext cx="6900060" cy="3436230"/>
          </a:xfrm>
          <a:prstGeom prst="rect">
            <a:avLst/>
          </a:prstGeom>
        </p:spPr>
      </p:pic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AAF0CC8F-969A-D110-79BA-6F26D9BDC5F0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531815" y="1700308"/>
            <a:ext cx="6620800" cy="49095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3 – Nested if Conditionals </a:t>
            </a:r>
            <a:br>
              <a:rPr lang="en-US" dirty="0"/>
            </a:b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BE7FEB3-F28C-1CA4-BECC-91F93DAEDD0B}"/>
              </a:ext>
            </a:extLst>
          </p:cNvPr>
          <p:cNvSpPr txBox="1"/>
          <p:nvPr/>
        </p:nvSpPr>
        <p:spPr>
          <a:xfrm>
            <a:off x="4497035" y="5916468"/>
            <a:ext cx="6690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This demonstrates how an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if statement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can be placed inside another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if statement 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to check multiple conditions.</a:t>
            </a:r>
          </a:p>
        </p:txBody>
      </p:sp>
    </p:spTree>
    <p:extLst>
      <p:ext uri="{BB962C8B-B14F-4D97-AF65-F5344CB8AC3E}">
        <p14:creationId xmlns:p14="http://schemas.microsoft.com/office/powerpoint/2010/main" val="6136651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31FEDC43-D631-883F-C2BB-2EB6BF9C5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BE9445A8-AD53-748F-7943-D606FD27F3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04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BF493195-9144-317B-BA1B-2B7AE2A13097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20300" y="1778388"/>
            <a:ext cx="5521920" cy="5749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4 – for Loops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8014C344-121C-47DB-2DB5-9DA5AF0C9DB3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364CAEAF-37EC-7263-6156-A338911EE52E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C5B27025-01A9-AD3B-568A-32DBE9DF21D4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44BF051A-7106-5980-565D-555613E51E98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7583D900-C779-901A-10C3-C6DFBFDCEA85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3732C0FD-B923-98FF-1BE0-69A80A86BA0B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D489C186-0C88-9625-9791-93C4C2AC25E2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91D22CDB-F157-37CA-A422-EAE126D7A60B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990F55EF-1BC3-11A4-58B0-9C77776FD58B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EB6E56DD-123B-5934-129A-BC014BCBD2C1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2EE6D796-9B85-EB6F-B98F-D36747D67DCC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41FBE544-3CD0-0489-763A-A862E868F92E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862979BA-61D3-3B9D-A5BE-0EB696569523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E79515DE-B2A4-01F4-2C79-EED36021F044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75FA4331-99FD-7056-B3E3-6A8E0765CABE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A6C164DB-4AE8-8B23-E5AD-5863AA983BB9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4756CA4E-0C97-0FCC-642E-C0D7DB584FA4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09A7DC75-908F-E3EA-BD86-072A14F2B210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803D31DC-198B-C929-2583-358C2B94E880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00CB0229-F334-F15C-72F3-94203D471C5D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7BC0181E-4EF7-5BB1-D87C-56754E54A2BF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FD54B5CC-7308-0064-7B6B-04760037F309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626F51DB-681B-9B9E-6A83-DCA6B543E4B1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443A35EF-0303-0DFC-955C-E1B4C6B3A710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E0ECE1C9-DD6E-D3CC-E24D-99EA3AC6C9DD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BA6D88D5-35B5-B1DE-1C64-E2EBD5270093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4A7AC1F9-705E-82CE-AECB-ABB88D92CC0F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61D29D56-A834-0BBF-94C6-C2612CC5991B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A900E05E-810A-6817-CA00-B5DF54238A0E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42E65684-B96C-66B1-6A86-A5964DDC3AB4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C8B8747E-1A7C-A58C-C61E-0A9AF24375D4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C0B38F9D-738C-E6CB-5C5B-737A23C5FCA6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D5ED26CF-8EB7-89F3-99CC-C9F1F8E8374D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8FB44A-5183-FCD2-2F02-FE68A24127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8512" y="2273961"/>
            <a:ext cx="3999332" cy="4429111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D596A56-24C0-799B-3D90-E502A50C11D9}"/>
              </a:ext>
            </a:extLst>
          </p:cNvPr>
          <p:cNvSpPr txBox="1"/>
          <p:nvPr/>
        </p:nvSpPr>
        <p:spPr>
          <a:xfrm>
            <a:off x="3367565" y="3414129"/>
            <a:ext cx="326094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demonstrates looping over a </a:t>
            </a:r>
            <a:r>
              <a:rPr lang="en-US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range()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list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and </a:t>
            </a:r>
            <a:b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</a:b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a </a:t>
            </a:r>
            <a:r>
              <a:rPr lang="en-US" dirty="0">
                <a:solidFill>
                  <a:schemeClr val="tx2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string</a:t>
            </a:r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. </a:t>
            </a:r>
          </a:p>
          <a:p>
            <a:r>
              <a:rPr lang="en-US" dirty="0">
                <a:latin typeface="Source Code Pro" panose="020B0509030403020204" pitchFamily="49" charset="0"/>
                <a:ea typeface="Source Code Pro" panose="020B0509030403020204" pitchFamily="49" charset="0"/>
              </a:rPr>
              <a:t>Here is their standard introductory code:</a:t>
            </a:r>
          </a:p>
        </p:txBody>
      </p:sp>
    </p:spTree>
    <p:extLst>
      <p:ext uri="{BB962C8B-B14F-4D97-AF65-F5344CB8AC3E}">
        <p14:creationId xmlns:p14="http://schemas.microsoft.com/office/powerpoint/2010/main" val="340585748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F00FD0DE-B594-0DB8-3FD0-DBA77C6ED2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3EF9B45E-8125-F239-9CC9-D8EF644200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05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8D24DE6A-F409-22A4-4DCC-9A20AFDBDF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20300" y="1778388"/>
            <a:ext cx="5521920" cy="5749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5 – while Loops</a:t>
            </a:r>
            <a:br>
              <a:rPr lang="en-US" dirty="0"/>
            </a:br>
            <a:r>
              <a:rPr lang="en-US" dirty="0"/>
              <a:t>Here is the classic while loop example</a:t>
            </a:r>
            <a:br>
              <a:rPr lang="en-US" dirty="0"/>
            </a:b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1A093498-6AC3-2960-BE6B-55EA90B4313D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4F0EBFCE-A314-A779-CF69-D493EA61AC2A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9190DD04-6B7D-656A-4AC7-5558010CE206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E6C70475-5C34-4F38-2F3A-A37FEFE55D94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351740F4-012D-DAB7-BBA0-B66F6950106F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6DB2541D-768B-D5B6-5AF0-93C0158B1996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AF2DC4BB-F00D-80F2-9818-9430DC609CEE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0538507F-1314-3102-66F0-B8EBA841ABFC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0F723A5D-6E14-4756-1586-54AF1C3E4B66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1B967F05-F163-0B5E-6525-5C6A234E39F3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28A12E43-F3AA-97A7-01D8-6435A7021F0E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E2AAC3FA-4CBE-B253-1EB7-EEC981EC5E3C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249DD539-A141-D98B-9063-4E5C9FE840CC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A0C7AB2A-6C79-2DCA-FF1B-0177898AA917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CF01A1B2-9A90-8048-566B-B22B715770D2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C9936567-6C9A-BFE3-DD54-6E9ECFE0F26C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7CC087CE-522D-B61D-EB02-A250C702A4E4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098EEDA9-5A56-C2A2-5ECB-B280A7113575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19F7192A-1A6F-C279-BD4D-19F066FD7C1B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4FC66710-6D9E-5464-1234-15703C7700FE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037AD082-E054-1E48-7F42-A3B3841012D9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76017F38-23EB-6E97-F739-8B40EE4D850C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D1D6DE0F-2EE9-0626-896F-268E32FA7B00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0C421350-D474-7143-B718-797058E3F5C6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E73FF8BB-146C-4E52-0D1A-9F7F39A4CA35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92831D57-AD9D-A8BF-2FFF-AE4F883D0D51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5DA85A28-2520-3FCF-4738-03AB0D75B45F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694FB038-6432-AFC0-DA3D-F433C0139409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C10F4717-223E-32A0-0389-07782142F7C7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5872AAA3-749C-0DB5-586B-40F17C7254AB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149FADD7-3CE1-0CC5-8B6B-D0F840901006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4F22E2B3-8B03-851E-F065-F0082CD09475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F88C9A62-6106-2263-9672-48218025E26D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3A224B8-1539-DC9B-DE9D-066DE01DC8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452" y="3236193"/>
            <a:ext cx="6192114" cy="1924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159788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0D37D204-71CC-0488-0F18-842C58E78B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C7184803-02D9-4533-29AD-AC0BDE1D4C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06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2D6ABC9C-D663-27B8-23A7-D8297C8AEE8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4605060" y="1573973"/>
            <a:ext cx="5521920" cy="5749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6 -  How to interrupt or skip iterations within a loop.</a:t>
            </a:r>
            <a:endParaRPr dirty="0"/>
          </a:p>
          <a:p>
            <a:pPr marL="0" indent="0">
              <a:buNone/>
            </a:pP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B8968668-8C49-66D3-FA33-20E57B282340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A9EAD4E7-707B-F5F7-0EC1-F5C116EFE674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031E44F0-E5B5-7C54-23A9-DD236B2ACE9B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EBC9037D-AABD-725D-0343-DFC26D27254D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CC31EFDD-CBF5-C4B1-B02A-A777F06C022D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F1F139C0-F25F-3A21-21F5-13BD76819D2E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2D49975A-37E0-5A89-1D2E-DF97701001F1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53270AA1-0FC0-596E-4C5C-F44FEA992A85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EE3FD4DF-37FD-06C8-BEF9-E30E2C40FC0E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F93F6C36-B0C5-A97B-8EAB-15BC4D3159EF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E7A15E58-7853-68D5-1E57-8DB3BE09542D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9B9D85CE-1118-32C5-CED7-31229DD3BCE1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9649A870-527E-C18B-D395-EFD4AE9E7FDC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E18FE5EC-B174-EE4C-DF14-C7BC1753E60D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2DB81658-25A9-3692-4780-84C194C8328C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5927F545-7551-F559-055A-F88F99238450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0128B2B0-2C32-582D-5413-1140857C1BFE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7F3B5C29-35A1-6B99-13C8-917659F227F3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F11CEDCC-FF08-1F47-75BF-BF46AADD92D2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06478811-9A31-03E1-60FE-47306DA083FB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BD55B649-DBEA-91F8-3128-D063261FD630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F1F4DF8A-4705-AFD1-405E-5147368B1FEA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AA282E8D-3DC0-0A44-4A77-A338351AD459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61ADE1F3-1F0D-D449-4EC0-E07E50B27B79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1C16F3A6-501D-420B-AF5A-D939CE72356B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4DE8BA7F-F8EB-841C-DCB7-9675FCBDE278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BA9B8294-BD9E-DDEA-2879-6203FDDCDD70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B611972A-1F7C-3DD9-0C4E-500F1A99DE1E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CD5330E4-FF4E-ED5A-061B-F270B3F1F8A9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9AC1E48C-E582-B9AB-C0D8-8B280032BCC9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579D5286-34B5-738E-CBD1-90E2C0F73362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E67A7F08-2862-FA73-4528-32E91A118D1E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0B8476BE-4634-6287-62DC-04F6F74DBA6F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4ECEC8-07E8-AEEB-EF86-1612076DF9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55937" y="2376389"/>
            <a:ext cx="6638819" cy="3808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5870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A1EA6C95-F158-9336-90FB-F7DDF194BB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E974BE9B-2BFA-E365-0894-CE423336455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07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EDD2DE49-B9A1-5A07-ABFD-B4CCD164037F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2340433" y="1599093"/>
            <a:ext cx="9381013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7 -  Advanced Looping – Understanding </a:t>
            </a:r>
            <a:r>
              <a:rPr lang="en-US" dirty="0">
                <a:latin typeface="Courier New" panose="02070309020205020404" pitchFamily="49" charset="0"/>
              </a:rPr>
              <a:t>enumerate()</a:t>
            </a: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FE996767-7C53-E719-6679-63AF629A976B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E9BB17A1-2AAA-717C-A728-99D2B10B480D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2F5D90D2-5019-189A-E61A-E8982B48B4A6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ABDBCA93-60A1-B6DA-9A20-867BB784CA1C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25E4ED76-601D-38F1-3034-09C9A24D15DC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2D22807F-1C9C-622A-0865-3A02355D0ADA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565E5D18-849E-546E-6322-87463F61497D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2FF7D24C-4849-58B5-B4C6-FDD17583E030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994A6018-D088-0806-46B0-93D5342F46DF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0403EF7B-DD73-10A1-D3A3-AFD57785EE8F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769E58F6-7274-BD3F-10E6-2EC7A9303951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C49CBF43-AE8C-DD20-DBC6-F631FD72D35D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2A142512-11B5-BEA5-B5BF-47D2A5924183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CFB44887-910A-484C-81D5-955178C0D98E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E2112B69-3EE0-A629-89CE-75FB430B1ECE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7A06414F-3EB0-C3DF-B6B2-FF037ABB84D1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0E7018CE-2500-A75A-AA3C-8BCA6184CFDA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3B72EAA0-51C0-1B87-ADC0-198CA0C7F87B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413C6214-80B8-2DA4-9603-F0100C8F0A7C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A8A84417-B29C-BDA3-2A40-C7464C821026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492CACFF-A0A0-6F23-4870-116C2829A872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49CC293F-3199-DB04-48D2-1D587FC45C10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8A57DAB1-E857-18FB-3679-EC00878BB480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78CE9059-BC90-ABCC-B7A3-43DAA3EA6C81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9CBB2584-7FF6-BAE1-7360-40EE169C2B87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3B6F60B1-2F18-56EA-C29F-E3E2B8689009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581CC460-206B-8EBB-2D28-A99120AAD756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79ADB1F0-D8FC-1A3C-C92A-85674DEA716A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7821C98E-0FD1-9D8B-0598-693C235811BB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B6E856AE-AC8E-5FFC-9E2E-22F58D4D9EDE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8820763B-D0F5-6DBD-74C0-0B3DCF4A4BCC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29659970-A9AD-846C-35DB-2047F99C0CAB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5DC901BF-F132-0505-46E1-9A0045E4E5B1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B4A9454-63CF-6E27-CE44-2D3BCFB64C5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0781" y="2414294"/>
            <a:ext cx="7273726" cy="110166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7A2FA51-875C-F5E4-1338-F6B5106EE48D}"/>
              </a:ext>
            </a:extLst>
          </p:cNvPr>
          <p:cNvSpPr txBox="1"/>
          <p:nvPr/>
        </p:nvSpPr>
        <p:spPr>
          <a:xfrm>
            <a:off x="4533900" y="3855720"/>
            <a:ext cx="491402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In the code </a:t>
            </a:r>
            <a:r>
              <a:rPr lang="en-US" sz="1600" dirty="0">
                <a:solidFill>
                  <a:schemeClr val="accent3"/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enumerate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datasets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), Python looks at "Train Data" and attaches the number 0 to it. It looks at "Test Data" and attaches 1, and so on.</a:t>
            </a:r>
          </a:p>
        </p:txBody>
      </p:sp>
    </p:spTree>
    <p:extLst>
      <p:ext uri="{BB962C8B-B14F-4D97-AF65-F5344CB8AC3E}">
        <p14:creationId xmlns:p14="http://schemas.microsoft.com/office/powerpoint/2010/main" val="5705851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2">
          <a:extLst>
            <a:ext uri="{FF2B5EF4-FFF2-40B4-BE49-F238E27FC236}">
              <a16:creationId xmlns:a16="http://schemas.microsoft.com/office/drawing/2014/main" id="{B3D171BC-3A0D-EE0A-CCE0-CAB7B38E18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3" name="Google Shape;763;p45">
            <a:extLst>
              <a:ext uri="{FF2B5EF4-FFF2-40B4-BE49-F238E27FC236}">
                <a16:creationId xmlns:a16="http://schemas.microsoft.com/office/drawing/2014/main" id="{46E8DDEF-6B10-9ED4-6C92-3AA6514C4AE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8120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Practical </a:t>
            </a:r>
            <a:r>
              <a:rPr lang="en" dirty="0">
                <a:solidFill>
                  <a:schemeClr val="accent4"/>
                </a:solidFill>
              </a:rPr>
              <a:t>exercise </a:t>
            </a:r>
            <a:r>
              <a:rPr lang="en" dirty="0">
                <a:solidFill>
                  <a:schemeClr val="lt2"/>
                </a:solidFill>
              </a:rPr>
              <a:t>08</a:t>
            </a:r>
            <a:endParaRPr dirty="0">
              <a:solidFill>
                <a:schemeClr val="lt2"/>
              </a:solidFill>
            </a:endParaRPr>
          </a:p>
        </p:txBody>
      </p:sp>
      <p:sp>
        <p:nvSpPr>
          <p:cNvPr id="764" name="Google Shape;764;p45">
            <a:extLst>
              <a:ext uri="{FF2B5EF4-FFF2-40B4-BE49-F238E27FC236}">
                <a16:creationId xmlns:a16="http://schemas.microsoft.com/office/drawing/2014/main" id="{F3402A63-2C53-04CF-FD64-BB24D0545EA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638257" y="1599093"/>
            <a:ext cx="10083190" cy="7636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Lab Task 8 -  Advanced Looping – Understanding List Comprehensions</a:t>
            </a:r>
            <a:endParaRPr dirty="0"/>
          </a:p>
        </p:txBody>
      </p:sp>
      <p:grpSp>
        <p:nvGrpSpPr>
          <p:cNvPr id="765" name="Google Shape;765;p45">
            <a:extLst>
              <a:ext uri="{FF2B5EF4-FFF2-40B4-BE49-F238E27FC236}">
                <a16:creationId xmlns:a16="http://schemas.microsoft.com/office/drawing/2014/main" id="{7A3F940E-ACE5-7C1B-4BD3-AD7E753BA4E1}"/>
              </a:ext>
            </a:extLst>
          </p:cNvPr>
          <p:cNvGrpSpPr/>
          <p:nvPr/>
        </p:nvGrpSpPr>
        <p:grpSpPr>
          <a:xfrm>
            <a:off x="723063" y="2065885"/>
            <a:ext cx="3188413" cy="4072747"/>
            <a:chOff x="358925" y="1867675"/>
            <a:chExt cx="2142175" cy="2736325"/>
          </a:xfrm>
        </p:grpSpPr>
        <p:sp>
          <p:nvSpPr>
            <p:cNvPr id="766" name="Google Shape;766;p45">
              <a:extLst>
                <a:ext uri="{FF2B5EF4-FFF2-40B4-BE49-F238E27FC236}">
                  <a16:creationId xmlns:a16="http://schemas.microsoft.com/office/drawing/2014/main" id="{175FD5A1-DC34-4C09-300C-FE5261A9C688}"/>
                </a:ext>
              </a:extLst>
            </p:cNvPr>
            <p:cNvSpPr/>
            <p:nvPr/>
          </p:nvSpPr>
          <p:spPr>
            <a:xfrm>
              <a:off x="358925" y="1876250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7" name="Google Shape;767;p45">
              <a:extLst>
                <a:ext uri="{FF2B5EF4-FFF2-40B4-BE49-F238E27FC236}">
                  <a16:creationId xmlns:a16="http://schemas.microsoft.com/office/drawing/2014/main" id="{DEFFA17C-9C33-4E10-09F6-55E74814DA24}"/>
                </a:ext>
              </a:extLst>
            </p:cNvPr>
            <p:cNvSpPr/>
            <p:nvPr/>
          </p:nvSpPr>
          <p:spPr>
            <a:xfrm>
              <a:off x="757650" y="18676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8" name="Google Shape;768;p45">
              <a:extLst>
                <a:ext uri="{FF2B5EF4-FFF2-40B4-BE49-F238E27FC236}">
                  <a16:creationId xmlns:a16="http://schemas.microsoft.com/office/drawing/2014/main" id="{C0BC7E80-07C2-3A0A-4A4E-391F53BB8EF0}"/>
                </a:ext>
              </a:extLst>
            </p:cNvPr>
            <p:cNvSpPr/>
            <p:nvPr/>
          </p:nvSpPr>
          <p:spPr>
            <a:xfrm>
              <a:off x="358925" y="218847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69" name="Google Shape;769;p45">
              <a:extLst>
                <a:ext uri="{FF2B5EF4-FFF2-40B4-BE49-F238E27FC236}">
                  <a16:creationId xmlns:a16="http://schemas.microsoft.com/office/drawing/2014/main" id="{C301B5CB-6756-FF37-6838-5F903F649AB2}"/>
                </a:ext>
              </a:extLst>
            </p:cNvPr>
            <p:cNvSpPr/>
            <p:nvPr/>
          </p:nvSpPr>
          <p:spPr>
            <a:xfrm>
              <a:off x="358925" y="2515188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0" name="Google Shape;770;p45">
              <a:extLst>
                <a:ext uri="{FF2B5EF4-FFF2-40B4-BE49-F238E27FC236}">
                  <a16:creationId xmlns:a16="http://schemas.microsoft.com/office/drawing/2014/main" id="{94F6672E-5EBC-9B32-F2EE-36005FD7EB97}"/>
                </a:ext>
              </a:extLst>
            </p:cNvPr>
            <p:cNvSpPr/>
            <p:nvPr/>
          </p:nvSpPr>
          <p:spPr>
            <a:xfrm>
              <a:off x="358925" y="2841925"/>
              <a:ext cx="2910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1" name="Google Shape;771;p45">
              <a:extLst>
                <a:ext uri="{FF2B5EF4-FFF2-40B4-BE49-F238E27FC236}">
                  <a16:creationId xmlns:a16="http://schemas.microsoft.com/office/drawing/2014/main" id="{B39462D5-87AE-B4E4-9C0B-F6AA9BA9E4A8}"/>
                </a:ext>
              </a:extLst>
            </p:cNvPr>
            <p:cNvSpPr/>
            <p:nvPr/>
          </p:nvSpPr>
          <p:spPr>
            <a:xfrm>
              <a:off x="709062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2" name="Google Shape;772;p45">
              <a:extLst>
                <a:ext uri="{FF2B5EF4-FFF2-40B4-BE49-F238E27FC236}">
                  <a16:creationId xmlns:a16="http://schemas.microsoft.com/office/drawing/2014/main" id="{49716E7F-4923-7CC0-0817-BD98DF031954}"/>
                </a:ext>
              </a:extLst>
            </p:cNvPr>
            <p:cNvSpPr/>
            <p:nvPr/>
          </p:nvSpPr>
          <p:spPr>
            <a:xfrm>
              <a:off x="1059518" y="2841925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3" name="Google Shape;773;p45">
              <a:extLst>
                <a:ext uri="{FF2B5EF4-FFF2-40B4-BE49-F238E27FC236}">
                  <a16:creationId xmlns:a16="http://schemas.microsoft.com/office/drawing/2014/main" id="{D03ABF30-5758-B842-ADA0-1DD82931E4EA}"/>
                </a:ext>
              </a:extLst>
            </p:cNvPr>
            <p:cNvSpPr/>
            <p:nvPr/>
          </p:nvSpPr>
          <p:spPr>
            <a:xfrm>
              <a:off x="358925" y="31525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4" name="Google Shape;774;p45">
              <a:extLst>
                <a:ext uri="{FF2B5EF4-FFF2-40B4-BE49-F238E27FC236}">
                  <a16:creationId xmlns:a16="http://schemas.microsoft.com/office/drawing/2014/main" id="{A1070820-B4B0-25D0-0919-2CB25DACB78F}"/>
                </a:ext>
              </a:extLst>
            </p:cNvPr>
            <p:cNvSpPr/>
            <p:nvPr/>
          </p:nvSpPr>
          <p:spPr>
            <a:xfrm>
              <a:off x="358925" y="349535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5" name="Google Shape;775;p45">
              <a:extLst>
                <a:ext uri="{FF2B5EF4-FFF2-40B4-BE49-F238E27FC236}">
                  <a16:creationId xmlns:a16="http://schemas.microsoft.com/office/drawing/2014/main" id="{3A05798D-6FF7-DE98-68A1-FBBFA99B89C4}"/>
                </a:ext>
              </a:extLst>
            </p:cNvPr>
            <p:cNvSpPr/>
            <p:nvPr/>
          </p:nvSpPr>
          <p:spPr>
            <a:xfrm>
              <a:off x="358925" y="3804275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6" name="Google Shape;776;p45">
              <a:extLst>
                <a:ext uri="{FF2B5EF4-FFF2-40B4-BE49-F238E27FC236}">
                  <a16:creationId xmlns:a16="http://schemas.microsoft.com/office/drawing/2014/main" id="{1F2EE375-5A1F-1608-D5C1-AA3323E7222D}"/>
                </a:ext>
              </a:extLst>
            </p:cNvPr>
            <p:cNvSpPr/>
            <p:nvPr/>
          </p:nvSpPr>
          <p:spPr>
            <a:xfrm>
              <a:off x="358925" y="4113200"/>
              <a:ext cx="268500" cy="147900"/>
            </a:xfrm>
            <a:prstGeom prst="roundRect">
              <a:avLst>
                <a:gd name="adj" fmla="val 50000"/>
              </a:avLst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7" name="Google Shape;777;p45">
              <a:extLst>
                <a:ext uri="{FF2B5EF4-FFF2-40B4-BE49-F238E27FC236}">
                  <a16:creationId xmlns:a16="http://schemas.microsoft.com/office/drawing/2014/main" id="{9E59F6E9-6646-DD1B-F7A6-D6D4719F1404}"/>
                </a:ext>
              </a:extLst>
            </p:cNvPr>
            <p:cNvSpPr/>
            <p:nvPr/>
          </p:nvSpPr>
          <p:spPr>
            <a:xfrm>
              <a:off x="709062" y="315250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8" name="Google Shape;778;p45">
              <a:extLst>
                <a:ext uri="{FF2B5EF4-FFF2-40B4-BE49-F238E27FC236}">
                  <a16:creationId xmlns:a16="http://schemas.microsoft.com/office/drawing/2014/main" id="{9FFEE3AC-B4DE-64E7-08B9-660A42EA262B}"/>
                </a:ext>
              </a:extLst>
            </p:cNvPr>
            <p:cNvSpPr/>
            <p:nvPr/>
          </p:nvSpPr>
          <p:spPr>
            <a:xfrm>
              <a:off x="683525" y="34953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79" name="Google Shape;779;p45">
              <a:extLst>
                <a:ext uri="{FF2B5EF4-FFF2-40B4-BE49-F238E27FC236}">
                  <a16:creationId xmlns:a16="http://schemas.microsoft.com/office/drawing/2014/main" id="{5952675D-4E68-09DC-F15C-920EEE8493DB}"/>
                </a:ext>
              </a:extLst>
            </p:cNvPr>
            <p:cNvSpPr/>
            <p:nvPr/>
          </p:nvSpPr>
          <p:spPr>
            <a:xfrm>
              <a:off x="709062" y="3804275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0" name="Google Shape;780;p45">
              <a:extLst>
                <a:ext uri="{FF2B5EF4-FFF2-40B4-BE49-F238E27FC236}">
                  <a16:creationId xmlns:a16="http://schemas.microsoft.com/office/drawing/2014/main" id="{3532A1AF-5F9D-95CD-1DA2-408A4F558BE1}"/>
                </a:ext>
              </a:extLst>
            </p:cNvPr>
            <p:cNvSpPr/>
            <p:nvPr/>
          </p:nvSpPr>
          <p:spPr>
            <a:xfrm>
              <a:off x="709062" y="4130163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1" name="Google Shape;781;p45">
              <a:extLst>
                <a:ext uri="{FF2B5EF4-FFF2-40B4-BE49-F238E27FC236}">
                  <a16:creationId xmlns:a16="http://schemas.microsoft.com/office/drawing/2014/main" id="{DCFAF616-640F-8540-3291-1EB31F280AA4}"/>
                </a:ext>
              </a:extLst>
            </p:cNvPr>
            <p:cNvSpPr/>
            <p:nvPr/>
          </p:nvSpPr>
          <p:spPr>
            <a:xfrm>
              <a:off x="709062" y="4456050"/>
              <a:ext cx="2148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2" name="Google Shape;782;p45">
              <a:extLst>
                <a:ext uri="{FF2B5EF4-FFF2-40B4-BE49-F238E27FC236}">
                  <a16:creationId xmlns:a16="http://schemas.microsoft.com/office/drawing/2014/main" id="{2E322781-1EE0-F1D0-792D-1A224F6343D1}"/>
                </a:ext>
              </a:extLst>
            </p:cNvPr>
            <p:cNvSpPr/>
            <p:nvPr/>
          </p:nvSpPr>
          <p:spPr>
            <a:xfrm>
              <a:off x="973809" y="3152500"/>
              <a:ext cx="4155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3" name="Google Shape;783;p45">
              <a:extLst>
                <a:ext uri="{FF2B5EF4-FFF2-40B4-BE49-F238E27FC236}">
                  <a16:creationId xmlns:a16="http://schemas.microsoft.com/office/drawing/2014/main" id="{A728D907-C634-DC2A-C929-97FEA0CF9B18}"/>
                </a:ext>
              </a:extLst>
            </p:cNvPr>
            <p:cNvSpPr/>
            <p:nvPr/>
          </p:nvSpPr>
          <p:spPr>
            <a:xfrm>
              <a:off x="973809" y="34953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4" name="Google Shape;784;p45">
              <a:extLst>
                <a:ext uri="{FF2B5EF4-FFF2-40B4-BE49-F238E27FC236}">
                  <a16:creationId xmlns:a16="http://schemas.microsoft.com/office/drawing/2014/main" id="{33656565-605C-E704-6345-47BEF9A69D5A}"/>
                </a:ext>
              </a:extLst>
            </p:cNvPr>
            <p:cNvSpPr/>
            <p:nvPr/>
          </p:nvSpPr>
          <p:spPr>
            <a:xfrm>
              <a:off x="994246" y="38042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5" name="Google Shape;785;p45">
              <a:extLst>
                <a:ext uri="{FF2B5EF4-FFF2-40B4-BE49-F238E27FC236}">
                  <a16:creationId xmlns:a16="http://schemas.microsoft.com/office/drawing/2014/main" id="{0AE9E0EF-C14F-476A-34D7-F97B61A11D0E}"/>
                </a:ext>
              </a:extLst>
            </p:cNvPr>
            <p:cNvSpPr/>
            <p:nvPr/>
          </p:nvSpPr>
          <p:spPr>
            <a:xfrm>
              <a:off x="994246" y="4148775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6" name="Google Shape;786;p45">
              <a:extLst>
                <a:ext uri="{FF2B5EF4-FFF2-40B4-BE49-F238E27FC236}">
                  <a16:creationId xmlns:a16="http://schemas.microsoft.com/office/drawing/2014/main" id="{2124E689-98E2-AF33-1826-D6C6DBCFBB61}"/>
                </a:ext>
              </a:extLst>
            </p:cNvPr>
            <p:cNvSpPr/>
            <p:nvPr/>
          </p:nvSpPr>
          <p:spPr>
            <a:xfrm>
              <a:off x="994246" y="4456050"/>
              <a:ext cx="675600" cy="147900"/>
            </a:xfrm>
            <a:prstGeom prst="roundRect">
              <a:avLst>
                <a:gd name="adj" fmla="val 50000"/>
              </a:avLst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7" name="Google Shape;787;p45">
              <a:extLst>
                <a:ext uri="{FF2B5EF4-FFF2-40B4-BE49-F238E27FC236}">
                  <a16:creationId xmlns:a16="http://schemas.microsoft.com/office/drawing/2014/main" id="{E814732D-F98F-0D80-5635-FC7BF1541E73}"/>
                </a:ext>
              </a:extLst>
            </p:cNvPr>
            <p:cNvSpPr/>
            <p:nvPr/>
          </p:nvSpPr>
          <p:spPr>
            <a:xfrm>
              <a:off x="1439171" y="3152500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5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8" name="Google Shape;788;p45">
              <a:extLst>
                <a:ext uri="{FF2B5EF4-FFF2-40B4-BE49-F238E27FC236}">
                  <a16:creationId xmlns:a16="http://schemas.microsoft.com/office/drawing/2014/main" id="{52DA8CCD-A9D3-B8CB-58E5-32206967CD42}"/>
                </a:ext>
              </a:extLst>
            </p:cNvPr>
            <p:cNvSpPr/>
            <p:nvPr/>
          </p:nvSpPr>
          <p:spPr>
            <a:xfrm>
              <a:off x="1629567" y="3478388"/>
              <a:ext cx="378300" cy="147900"/>
            </a:xfrm>
            <a:prstGeom prst="roundRect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89" name="Google Shape;789;p45">
              <a:extLst>
                <a:ext uri="{FF2B5EF4-FFF2-40B4-BE49-F238E27FC236}">
                  <a16:creationId xmlns:a16="http://schemas.microsoft.com/office/drawing/2014/main" id="{83B32669-D6C9-97A2-FFA8-621FA1AC2E9F}"/>
                </a:ext>
              </a:extLst>
            </p:cNvPr>
            <p:cNvSpPr/>
            <p:nvPr/>
          </p:nvSpPr>
          <p:spPr>
            <a:xfrm>
              <a:off x="1740173" y="38043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0" name="Google Shape;790;p45">
              <a:extLst>
                <a:ext uri="{FF2B5EF4-FFF2-40B4-BE49-F238E27FC236}">
                  <a16:creationId xmlns:a16="http://schemas.microsoft.com/office/drawing/2014/main" id="{7E5F6ACB-0C5A-EC82-A5A5-2B98AC37AD7C}"/>
                </a:ext>
              </a:extLst>
            </p:cNvPr>
            <p:cNvSpPr/>
            <p:nvPr/>
          </p:nvSpPr>
          <p:spPr>
            <a:xfrm>
              <a:off x="1740173" y="4456100"/>
              <a:ext cx="232800" cy="147900"/>
            </a:xfrm>
            <a:prstGeom prst="roundRect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1" name="Google Shape;791;p45">
              <a:extLst>
                <a:ext uri="{FF2B5EF4-FFF2-40B4-BE49-F238E27FC236}">
                  <a16:creationId xmlns:a16="http://schemas.microsoft.com/office/drawing/2014/main" id="{D3E52F94-0ECE-C503-DCC1-960D59EB874B}"/>
                </a:ext>
              </a:extLst>
            </p:cNvPr>
            <p:cNvSpPr/>
            <p:nvPr/>
          </p:nvSpPr>
          <p:spPr>
            <a:xfrm>
              <a:off x="757650" y="2182588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2" name="Google Shape;792;p45">
              <a:extLst>
                <a:ext uri="{FF2B5EF4-FFF2-40B4-BE49-F238E27FC236}">
                  <a16:creationId xmlns:a16="http://schemas.microsoft.com/office/drawing/2014/main" id="{772AD50D-332E-2559-7614-2A9872336924}"/>
                </a:ext>
              </a:extLst>
            </p:cNvPr>
            <p:cNvSpPr/>
            <p:nvPr/>
          </p:nvSpPr>
          <p:spPr>
            <a:xfrm>
              <a:off x="757650" y="2512250"/>
              <a:ext cx="5802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3" name="Google Shape;793;p45">
              <a:extLst>
                <a:ext uri="{FF2B5EF4-FFF2-40B4-BE49-F238E27FC236}">
                  <a16:creationId xmlns:a16="http://schemas.microsoft.com/office/drawing/2014/main" id="{D71BBB59-FEBD-D815-0255-001629D51B47}"/>
                </a:ext>
              </a:extLst>
            </p:cNvPr>
            <p:cNvSpPr/>
            <p:nvPr/>
          </p:nvSpPr>
          <p:spPr>
            <a:xfrm>
              <a:off x="1445575" y="2509300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4" name="Google Shape;794;p45">
              <a:extLst>
                <a:ext uri="{FF2B5EF4-FFF2-40B4-BE49-F238E27FC236}">
                  <a16:creationId xmlns:a16="http://schemas.microsoft.com/office/drawing/2014/main" id="{E811B62F-0510-88C2-897C-D0E36C07EEEC}"/>
                </a:ext>
              </a:extLst>
            </p:cNvPr>
            <p:cNvSpPr/>
            <p:nvPr/>
          </p:nvSpPr>
          <p:spPr>
            <a:xfrm>
              <a:off x="1344900" y="2841925"/>
              <a:ext cx="2979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5" name="Google Shape;795;p45">
              <a:extLst>
                <a:ext uri="{FF2B5EF4-FFF2-40B4-BE49-F238E27FC236}">
                  <a16:creationId xmlns:a16="http://schemas.microsoft.com/office/drawing/2014/main" id="{8818BADB-29A5-7075-2C27-03329591D355}"/>
                </a:ext>
              </a:extLst>
            </p:cNvPr>
            <p:cNvSpPr/>
            <p:nvPr/>
          </p:nvSpPr>
          <p:spPr>
            <a:xfrm>
              <a:off x="1740250" y="4148775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796" name="Google Shape;796;p45">
              <a:extLst>
                <a:ext uri="{FF2B5EF4-FFF2-40B4-BE49-F238E27FC236}">
                  <a16:creationId xmlns:a16="http://schemas.microsoft.com/office/drawing/2014/main" id="{4D712496-E51C-7707-05FF-0449FE62DA96}"/>
                </a:ext>
              </a:extLst>
            </p:cNvPr>
            <p:cNvSpPr/>
            <p:nvPr/>
          </p:nvSpPr>
          <p:spPr>
            <a:xfrm>
              <a:off x="2043300" y="4456050"/>
              <a:ext cx="457800" cy="147900"/>
            </a:xfrm>
            <a:prstGeom prst="roundRect">
              <a:avLst>
                <a:gd name="adj" fmla="val 50000"/>
              </a:avLst>
            </a:pr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sp>
        <p:nvSpPr>
          <p:cNvPr id="797" name="Google Shape;797;p45">
            <a:extLst>
              <a:ext uri="{FF2B5EF4-FFF2-40B4-BE49-F238E27FC236}">
                <a16:creationId xmlns:a16="http://schemas.microsoft.com/office/drawing/2014/main" id="{125450E4-E383-DE18-0880-9CC0E5642BA3}"/>
              </a:ext>
            </a:extLst>
          </p:cNvPr>
          <p:cNvSpPr txBox="1"/>
          <p:nvPr/>
        </p:nvSpPr>
        <p:spPr>
          <a:xfrm>
            <a:off x="10685167" y="5393200"/>
            <a:ext cx="692400" cy="105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sz="12800">
                <a:solidFill>
                  <a:schemeClr val="accent1"/>
                </a:solidFill>
                <a:latin typeface="Comfortaa"/>
                <a:ea typeface="Comfortaa"/>
                <a:cs typeface="Comfortaa"/>
                <a:sym typeface="Comfortaa"/>
              </a:rPr>
              <a:t>*</a:t>
            </a:r>
            <a:endParaRPr sz="12800">
              <a:solidFill>
                <a:schemeClr val="accent1"/>
              </a:solidFill>
              <a:latin typeface="Comfortaa"/>
              <a:ea typeface="Comfortaa"/>
              <a:cs typeface="Comfortaa"/>
              <a:sym typeface="Comforta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188AD7B-2A92-AFD4-6934-805DFFF0B710}"/>
              </a:ext>
            </a:extLst>
          </p:cNvPr>
          <p:cNvSpPr txBox="1"/>
          <p:nvPr/>
        </p:nvSpPr>
        <p:spPr>
          <a:xfrm>
            <a:off x="3471683" y="3855720"/>
            <a:ext cx="834693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It condenses a standard for loop and an action into a single line wrapped in square brackets []. In </a:t>
            </a:r>
            <a:r>
              <a:rPr lang="en-US" sz="1600" dirty="0">
                <a:solidFill>
                  <a:schemeClr val="accent5">
                    <a:lumMod val="9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[</a:t>
            </a:r>
            <a:r>
              <a:rPr lang="en-US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x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**</a:t>
            </a:r>
            <a:r>
              <a:rPr lang="en-US" sz="1600" dirty="0">
                <a:solidFill>
                  <a:schemeClr val="accent2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2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for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accent3">
                    <a:lumMod val="75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x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in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 range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(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5</a:t>
            </a:r>
            <a:r>
              <a:rPr lang="en-US" sz="1600" dirty="0">
                <a:solidFill>
                  <a:schemeClr val="accent1">
                    <a:lumMod val="60000"/>
                    <a:lumOff val="4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)</a:t>
            </a:r>
            <a:r>
              <a:rPr lang="en-US" sz="1600" dirty="0">
                <a:solidFill>
                  <a:schemeClr val="accent5">
                    <a:lumMod val="90000"/>
                  </a:schemeClr>
                </a:solidFill>
                <a:latin typeface="Source Code Pro" panose="020B0509030403020204" pitchFamily="49" charset="0"/>
                <a:ea typeface="Source Code Pro" panose="020B0509030403020204" pitchFamily="49" charset="0"/>
              </a:rPr>
              <a:t>]</a:t>
            </a:r>
            <a:r>
              <a:rPr lang="en-US" sz="1600" dirty="0">
                <a:latin typeface="Source Code Pro" panose="020B0509030403020204" pitchFamily="49" charset="0"/>
                <a:ea typeface="Source Code Pro" panose="020B0509030403020204" pitchFamily="49" charset="0"/>
              </a:rPr>
              <a:t>, Python reads right-to-left: first it gets a number from range(5), then it applies the math x**2 (x squared), and immediately drops the result into a new list.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FF0FC65-28C4-ADE3-BF8C-EA0B8D242B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6571" y="2362693"/>
            <a:ext cx="7923117" cy="1215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04374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66"/>
          <p:cNvSpPr txBox="1">
            <a:spLocks noGrp="1"/>
          </p:cNvSpPr>
          <p:nvPr>
            <p:ph type="body" idx="4294967295"/>
          </p:nvPr>
        </p:nvSpPr>
        <p:spPr>
          <a:xfrm>
            <a:off x="2458848" y="2099734"/>
            <a:ext cx="7274304" cy="1194007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indent="0">
              <a:buNone/>
            </a:pPr>
            <a:r>
              <a:rPr lang="en-US" dirty="0"/>
              <a:t>&lt;Do you have any questions, feel free to ask &gt;</a:t>
            </a:r>
            <a:endParaRPr dirty="0"/>
          </a:p>
        </p:txBody>
      </p:sp>
      <p:sp>
        <p:nvSpPr>
          <p:cNvPr id="1457" name="Google Shape;1457;p66"/>
          <p:cNvSpPr txBox="1">
            <a:spLocks noGrp="1"/>
          </p:cNvSpPr>
          <p:nvPr>
            <p:ph type="title"/>
          </p:nvPr>
        </p:nvSpPr>
        <p:spPr>
          <a:xfrm>
            <a:off x="4990005" y="478536"/>
            <a:ext cx="2286120" cy="839193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r>
              <a:rPr lang="en" dirty="0"/>
              <a:t>Thanks!</a:t>
            </a:r>
            <a:endParaRPr dirty="0">
              <a:solidFill>
                <a:schemeClr val="accent4"/>
              </a:solidFill>
            </a:endParaRPr>
          </a:p>
        </p:txBody>
      </p:sp>
      <p:grpSp>
        <p:nvGrpSpPr>
          <p:cNvPr id="1458" name="Google Shape;1458;p66"/>
          <p:cNvGrpSpPr/>
          <p:nvPr/>
        </p:nvGrpSpPr>
        <p:grpSpPr>
          <a:xfrm>
            <a:off x="2568199" y="3110987"/>
            <a:ext cx="6524696" cy="3414792"/>
            <a:chOff x="1926149" y="2333240"/>
            <a:chExt cx="4893522" cy="2561094"/>
          </a:xfrm>
        </p:grpSpPr>
        <p:sp>
          <p:nvSpPr>
            <p:cNvPr id="1459" name="Google Shape;1459;p66"/>
            <p:cNvSpPr/>
            <p:nvPr/>
          </p:nvSpPr>
          <p:spPr>
            <a:xfrm>
              <a:off x="3280064" y="3533682"/>
              <a:ext cx="445178" cy="88597"/>
            </a:xfrm>
            <a:custGeom>
              <a:avLst/>
              <a:gdLst/>
              <a:ahLst/>
              <a:cxnLst/>
              <a:rect l="l" t="t" r="r" b="b"/>
              <a:pathLst>
                <a:path w="13411" h="2669" extrusionOk="0">
                  <a:moveTo>
                    <a:pt x="1335" y="0"/>
                  </a:moveTo>
                  <a:cubicBezTo>
                    <a:pt x="568" y="0"/>
                    <a:pt x="0" y="601"/>
                    <a:pt x="0" y="1335"/>
                  </a:cubicBezTo>
                  <a:cubicBezTo>
                    <a:pt x="0" y="2102"/>
                    <a:pt x="568" y="2669"/>
                    <a:pt x="1335" y="2669"/>
                  </a:cubicBezTo>
                  <a:lnTo>
                    <a:pt x="12076" y="2669"/>
                  </a:lnTo>
                  <a:cubicBezTo>
                    <a:pt x="12843" y="2669"/>
                    <a:pt x="13410" y="2068"/>
                    <a:pt x="13410" y="1335"/>
                  </a:cubicBezTo>
                  <a:cubicBezTo>
                    <a:pt x="13410" y="601"/>
                    <a:pt x="12843" y="0"/>
                    <a:pt x="12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60" name="Google Shape;1460;p66"/>
            <p:cNvSpPr/>
            <p:nvPr/>
          </p:nvSpPr>
          <p:spPr>
            <a:xfrm>
              <a:off x="3193692" y="3107379"/>
              <a:ext cx="486141" cy="227054"/>
            </a:xfrm>
            <a:custGeom>
              <a:avLst/>
              <a:gdLst/>
              <a:ahLst/>
              <a:cxnLst/>
              <a:rect l="l" t="t" r="r" b="b"/>
              <a:pathLst>
                <a:path w="14645" h="6840" extrusionOk="0">
                  <a:moveTo>
                    <a:pt x="2569" y="1"/>
                  </a:moveTo>
                  <a:cubicBezTo>
                    <a:pt x="1802" y="1"/>
                    <a:pt x="1235" y="601"/>
                    <a:pt x="1235" y="1335"/>
                  </a:cubicBezTo>
                  <a:cubicBezTo>
                    <a:pt x="1235" y="2102"/>
                    <a:pt x="1802" y="2669"/>
                    <a:pt x="2569" y="2669"/>
                  </a:cubicBezTo>
                  <a:lnTo>
                    <a:pt x="3403" y="2669"/>
                  </a:lnTo>
                  <a:cubicBezTo>
                    <a:pt x="3803" y="2669"/>
                    <a:pt x="4137" y="3003"/>
                    <a:pt x="4137" y="3437"/>
                  </a:cubicBezTo>
                  <a:cubicBezTo>
                    <a:pt x="4137" y="3837"/>
                    <a:pt x="3803" y="4170"/>
                    <a:pt x="3403" y="4170"/>
                  </a:cubicBezTo>
                  <a:lnTo>
                    <a:pt x="1335" y="4170"/>
                  </a:lnTo>
                  <a:cubicBezTo>
                    <a:pt x="601" y="4170"/>
                    <a:pt x="1" y="4771"/>
                    <a:pt x="1" y="5505"/>
                  </a:cubicBezTo>
                  <a:cubicBezTo>
                    <a:pt x="1" y="6272"/>
                    <a:pt x="601" y="6839"/>
                    <a:pt x="1335" y="6839"/>
                  </a:cubicBezTo>
                  <a:lnTo>
                    <a:pt x="12109" y="6839"/>
                  </a:lnTo>
                  <a:cubicBezTo>
                    <a:pt x="12843" y="6839"/>
                    <a:pt x="13444" y="6272"/>
                    <a:pt x="13444" y="5505"/>
                  </a:cubicBezTo>
                  <a:cubicBezTo>
                    <a:pt x="13444" y="4771"/>
                    <a:pt x="12843" y="4170"/>
                    <a:pt x="12109" y="4170"/>
                  </a:cubicBezTo>
                  <a:lnTo>
                    <a:pt x="10842" y="4170"/>
                  </a:lnTo>
                  <a:cubicBezTo>
                    <a:pt x="10441" y="4170"/>
                    <a:pt x="10108" y="3837"/>
                    <a:pt x="10108" y="3437"/>
                  </a:cubicBezTo>
                  <a:cubicBezTo>
                    <a:pt x="10108" y="3003"/>
                    <a:pt x="10441" y="2669"/>
                    <a:pt x="10842" y="2669"/>
                  </a:cubicBezTo>
                  <a:lnTo>
                    <a:pt x="13310" y="2669"/>
                  </a:lnTo>
                  <a:cubicBezTo>
                    <a:pt x="13347" y="2673"/>
                    <a:pt x="13384" y="2674"/>
                    <a:pt x="13420" y="2674"/>
                  </a:cubicBezTo>
                  <a:cubicBezTo>
                    <a:pt x="14131" y="2674"/>
                    <a:pt x="14644" y="2065"/>
                    <a:pt x="14644" y="1335"/>
                  </a:cubicBezTo>
                  <a:cubicBezTo>
                    <a:pt x="14644" y="601"/>
                    <a:pt x="14077" y="1"/>
                    <a:pt x="1331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461" name="Google Shape;1461;p66"/>
            <p:cNvGrpSpPr/>
            <p:nvPr/>
          </p:nvGrpSpPr>
          <p:grpSpPr>
            <a:xfrm>
              <a:off x="5477428" y="2704166"/>
              <a:ext cx="196608" cy="202633"/>
              <a:chOff x="5336528" y="2787463"/>
              <a:chExt cx="53015" cy="54653"/>
            </a:xfrm>
          </p:grpSpPr>
          <p:sp>
            <p:nvSpPr>
              <p:cNvPr id="1462" name="Google Shape;1462;p66"/>
              <p:cNvSpPr/>
              <p:nvPr/>
            </p:nvSpPr>
            <p:spPr>
              <a:xfrm>
                <a:off x="5336528" y="2787463"/>
                <a:ext cx="26238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35" fill="none" extrusionOk="0">
                    <a:moveTo>
                      <a:pt x="1602" y="0"/>
                    </a:moveTo>
                    <a:cubicBezTo>
                      <a:pt x="1602" y="901"/>
                      <a:pt x="868" y="1635"/>
                      <a:pt x="1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3" name="Google Shape;1463;p66"/>
              <p:cNvSpPr/>
              <p:nvPr/>
            </p:nvSpPr>
            <p:spPr>
              <a:xfrm>
                <a:off x="5362749" y="2787463"/>
                <a:ext cx="26795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5" fill="none" extrusionOk="0">
                    <a:moveTo>
                      <a:pt x="1" y="0"/>
                    </a:moveTo>
                    <a:cubicBezTo>
                      <a:pt x="1" y="901"/>
                      <a:pt x="768" y="1635"/>
                      <a:pt x="1635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4" name="Google Shape;1464;p66"/>
              <p:cNvSpPr/>
              <p:nvPr/>
            </p:nvSpPr>
            <p:spPr>
              <a:xfrm>
                <a:off x="5336528" y="2815322"/>
                <a:ext cx="26238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36" fill="none" extrusionOk="0">
                    <a:moveTo>
                      <a:pt x="1602" y="1635"/>
                    </a:moveTo>
                    <a:cubicBezTo>
                      <a:pt x="1602" y="735"/>
                      <a:pt x="868" y="1"/>
                      <a:pt x="1" y="1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5" name="Google Shape;1465;p66"/>
              <p:cNvSpPr/>
              <p:nvPr/>
            </p:nvSpPr>
            <p:spPr>
              <a:xfrm>
                <a:off x="5362749" y="2815322"/>
                <a:ext cx="26795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6" fill="none" extrusionOk="0">
                    <a:moveTo>
                      <a:pt x="1" y="1635"/>
                    </a:moveTo>
                    <a:cubicBezTo>
                      <a:pt x="1" y="735"/>
                      <a:pt x="768" y="1"/>
                      <a:pt x="1635" y="1"/>
                    </a:cubicBezTo>
                  </a:path>
                </a:pathLst>
              </a:custGeom>
              <a:solidFill>
                <a:schemeClr val="accent5"/>
              </a:solidFill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66" name="Google Shape;1466;p66"/>
            <p:cNvGrpSpPr/>
            <p:nvPr/>
          </p:nvGrpSpPr>
          <p:grpSpPr>
            <a:xfrm>
              <a:off x="3429710" y="3803737"/>
              <a:ext cx="196609" cy="196604"/>
              <a:chOff x="3456117" y="3327227"/>
              <a:chExt cx="53556" cy="53556"/>
            </a:xfrm>
          </p:grpSpPr>
          <p:sp>
            <p:nvSpPr>
              <p:cNvPr id="1467" name="Google Shape;1467;p66"/>
              <p:cNvSpPr/>
              <p:nvPr/>
            </p:nvSpPr>
            <p:spPr>
              <a:xfrm>
                <a:off x="3456117" y="3327227"/>
                <a:ext cx="2677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02" fill="none" extrusionOk="0">
                    <a:moveTo>
                      <a:pt x="1635" y="0"/>
                    </a:moveTo>
                    <a:cubicBezTo>
                      <a:pt x="1635" y="901"/>
                      <a:pt x="901" y="1601"/>
                      <a:pt x="0" y="1601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8" name="Google Shape;1468;p66"/>
              <p:cNvSpPr/>
              <p:nvPr/>
            </p:nvSpPr>
            <p:spPr>
              <a:xfrm>
                <a:off x="3482878" y="3327227"/>
                <a:ext cx="26795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" y="0"/>
                    </a:moveTo>
                    <a:cubicBezTo>
                      <a:pt x="1" y="901"/>
                      <a:pt x="768" y="1601"/>
                      <a:pt x="1635" y="1601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69" name="Google Shape;1469;p66"/>
              <p:cNvSpPr/>
              <p:nvPr/>
            </p:nvSpPr>
            <p:spPr>
              <a:xfrm>
                <a:off x="3456117" y="3354545"/>
                <a:ext cx="2677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02" fill="none" extrusionOk="0">
                    <a:moveTo>
                      <a:pt x="1635" y="1601"/>
                    </a:moveTo>
                    <a:cubicBezTo>
                      <a:pt x="1635" y="701"/>
                      <a:pt x="901" y="0"/>
                      <a:pt x="0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0" name="Google Shape;1470;p66"/>
              <p:cNvSpPr/>
              <p:nvPr/>
            </p:nvSpPr>
            <p:spPr>
              <a:xfrm>
                <a:off x="3482878" y="3354545"/>
                <a:ext cx="26794" cy="26237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" y="1601"/>
                    </a:moveTo>
                    <a:cubicBezTo>
                      <a:pt x="1" y="701"/>
                      <a:pt x="768" y="0"/>
                      <a:pt x="1635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71" name="Google Shape;1471;p66"/>
            <p:cNvGrpSpPr/>
            <p:nvPr/>
          </p:nvGrpSpPr>
          <p:grpSpPr>
            <a:xfrm>
              <a:off x="5854498" y="3032085"/>
              <a:ext cx="196608" cy="202633"/>
              <a:chOff x="4947000" y="2769972"/>
              <a:chExt cx="53015" cy="54653"/>
            </a:xfrm>
          </p:grpSpPr>
          <p:sp>
            <p:nvSpPr>
              <p:cNvPr id="1472" name="Google Shape;1472;p66"/>
              <p:cNvSpPr/>
              <p:nvPr/>
            </p:nvSpPr>
            <p:spPr>
              <a:xfrm>
                <a:off x="4947000" y="2769972"/>
                <a:ext cx="26795" cy="26254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3" fill="none" extrusionOk="0">
                    <a:moveTo>
                      <a:pt x="1635" y="1"/>
                    </a:moveTo>
                    <a:cubicBezTo>
                      <a:pt x="1635" y="902"/>
                      <a:pt x="868" y="1602"/>
                      <a:pt x="1" y="1602"/>
                    </a:cubicBezTo>
                  </a:path>
                </a:pathLst>
              </a:custGeom>
              <a:solidFill>
                <a:schemeClr val="accent5"/>
              </a:solidFill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3" name="Google Shape;1473;p66"/>
              <p:cNvSpPr/>
              <p:nvPr/>
            </p:nvSpPr>
            <p:spPr>
              <a:xfrm>
                <a:off x="4973778" y="2769972"/>
                <a:ext cx="26238" cy="26254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03" fill="none" extrusionOk="0">
                    <a:moveTo>
                      <a:pt x="0" y="1"/>
                    </a:moveTo>
                    <a:cubicBezTo>
                      <a:pt x="0" y="902"/>
                      <a:pt x="734" y="1602"/>
                      <a:pt x="1602" y="1602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4" name="Google Shape;1474;p66"/>
              <p:cNvSpPr/>
              <p:nvPr/>
            </p:nvSpPr>
            <p:spPr>
              <a:xfrm>
                <a:off x="4947000" y="2797847"/>
                <a:ext cx="26795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5" fill="none" extrusionOk="0">
                    <a:moveTo>
                      <a:pt x="1635" y="1635"/>
                    </a:moveTo>
                    <a:cubicBezTo>
                      <a:pt x="1635" y="701"/>
                      <a:pt x="868" y="0"/>
                      <a:pt x="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5" name="Google Shape;1475;p66"/>
              <p:cNvSpPr/>
              <p:nvPr/>
            </p:nvSpPr>
            <p:spPr>
              <a:xfrm>
                <a:off x="4973778" y="2797847"/>
                <a:ext cx="26238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35" fill="none" extrusionOk="0">
                    <a:moveTo>
                      <a:pt x="0" y="1635"/>
                    </a:moveTo>
                    <a:cubicBezTo>
                      <a:pt x="0" y="701"/>
                      <a:pt x="734" y="0"/>
                      <a:pt x="1602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76" name="Google Shape;1476;p66"/>
            <p:cNvGrpSpPr/>
            <p:nvPr/>
          </p:nvGrpSpPr>
          <p:grpSpPr>
            <a:xfrm>
              <a:off x="2669854" y="3296305"/>
              <a:ext cx="143036" cy="144473"/>
              <a:chOff x="3323899" y="3081380"/>
              <a:chExt cx="53015" cy="53556"/>
            </a:xfrm>
          </p:grpSpPr>
          <p:sp>
            <p:nvSpPr>
              <p:cNvPr id="1477" name="Google Shape;1477;p66"/>
              <p:cNvSpPr/>
              <p:nvPr/>
            </p:nvSpPr>
            <p:spPr>
              <a:xfrm>
                <a:off x="3323899" y="3081380"/>
                <a:ext cx="26794" cy="26237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635" y="1"/>
                    </a:moveTo>
                    <a:cubicBezTo>
                      <a:pt x="1635" y="901"/>
                      <a:pt x="868" y="1602"/>
                      <a:pt x="1" y="1602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8" name="Google Shape;1478;p66"/>
              <p:cNvSpPr/>
              <p:nvPr/>
            </p:nvSpPr>
            <p:spPr>
              <a:xfrm>
                <a:off x="3350677" y="3081380"/>
                <a:ext cx="2623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02" fill="none" extrusionOk="0">
                    <a:moveTo>
                      <a:pt x="0" y="1"/>
                    </a:moveTo>
                    <a:cubicBezTo>
                      <a:pt x="0" y="901"/>
                      <a:pt x="734" y="1602"/>
                      <a:pt x="1601" y="1602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79" name="Google Shape;1479;p66"/>
              <p:cNvSpPr/>
              <p:nvPr/>
            </p:nvSpPr>
            <p:spPr>
              <a:xfrm>
                <a:off x="3323899" y="3108698"/>
                <a:ext cx="26795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02" fill="none" extrusionOk="0">
                    <a:moveTo>
                      <a:pt x="1635" y="1602"/>
                    </a:moveTo>
                    <a:cubicBezTo>
                      <a:pt x="1635" y="701"/>
                      <a:pt x="868" y="0"/>
                      <a:pt x="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0" name="Google Shape;1480;p66"/>
              <p:cNvSpPr/>
              <p:nvPr/>
            </p:nvSpPr>
            <p:spPr>
              <a:xfrm>
                <a:off x="3350677" y="3108698"/>
                <a:ext cx="26238" cy="26238"/>
              </a:xfrm>
              <a:custGeom>
                <a:avLst/>
                <a:gdLst/>
                <a:ahLst/>
                <a:cxnLst/>
                <a:rect l="l" t="t" r="r" b="b"/>
                <a:pathLst>
                  <a:path w="1602" h="1602" fill="none" extrusionOk="0">
                    <a:moveTo>
                      <a:pt x="0" y="1602"/>
                    </a:moveTo>
                    <a:cubicBezTo>
                      <a:pt x="0" y="701"/>
                      <a:pt x="734" y="0"/>
                      <a:pt x="160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481" name="Google Shape;1481;p66"/>
            <p:cNvGrpSpPr/>
            <p:nvPr/>
          </p:nvGrpSpPr>
          <p:grpSpPr>
            <a:xfrm>
              <a:off x="4107177" y="2859000"/>
              <a:ext cx="143032" cy="146039"/>
              <a:chOff x="3840716" y="2890709"/>
              <a:chExt cx="53556" cy="54653"/>
            </a:xfrm>
          </p:grpSpPr>
          <p:sp>
            <p:nvSpPr>
              <p:cNvPr id="1482" name="Google Shape;1482;p66"/>
              <p:cNvSpPr/>
              <p:nvPr/>
            </p:nvSpPr>
            <p:spPr>
              <a:xfrm>
                <a:off x="3840716" y="2890709"/>
                <a:ext cx="26795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6" fill="none" extrusionOk="0">
                    <a:moveTo>
                      <a:pt x="1635" y="1"/>
                    </a:moveTo>
                    <a:cubicBezTo>
                      <a:pt x="1635" y="902"/>
                      <a:pt x="868" y="1635"/>
                      <a:pt x="1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3" name="Google Shape;1483;p66"/>
              <p:cNvSpPr/>
              <p:nvPr/>
            </p:nvSpPr>
            <p:spPr>
              <a:xfrm>
                <a:off x="3867493" y="2890709"/>
                <a:ext cx="26778" cy="26795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36" fill="none" extrusionOk="0">
                    <a:moveTo>
                      <a:pt x="0" y="1"/>
                    </a:moveTo>
                    <a:cubicBezTo>
                      <a:pt x="0" y="902"/>
                      <a:pt x="734" y="1635"/>
                      <a:pt x="1635" y="1635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4" name="Google Shape;1484;p66"/>
              <p:cNvSpPr/>
              <p:nvPr/>
            </p:nvSpPr>
            <p:spPr>
              <a:xfrm>
                <a:off x="3840716" y="2918584"/>
                <a:ext cx="26795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6" h="1635" fill="none" extrusionOk="0">
                    <a:moveTo>
                      <a:pt x="1635" y="1635"/>
                    </a:moveTo>
                    <a:cubicBezTo>
                      <a:pt x="1635" y="701"/>
                      <a:pt x="868" y="0"/>
                      <a:pt x="1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5" name="Google Shape;1485;p66"/>
              <p:cNvSpPr/>
              <p:nvPr/>
            </p:nvSpPr>
            <p:spPr>
              <a:xfrm>
                <a:off x="3867493" y="2918584"/>
                <a:ext cx="26778" cy="26778"/>
              </a:xfrm>
              <a:custGeom>
                <a:avLst/>
                <a:gdLst/>
                <a:ahLst/>
                <a:cxnLst/>
                <a:rect l="l" t="t" r="r" b="b"/>
                <a:pathLst>
                  <a:path w="1635" h="1635" fill="none" extrusionOk="0">
                    <a:moveTo>
                      <a:pt x="0" y="1635"/>
                    </a:moveTo>
                    <a:cubicBezTo>
                      <a:pt x="0" y="701"/>
                      <a:pt x="734" y="0"/>
                      <a:pt x="1635" y="0"/>
                    </a:cubicBezTo>
                  </a:path>
                </a:pathLst>
              </a:custGeom>
              <a:noFill/>
              <a:ln w="10850" cap="rnd" cmpd="sng">
                <a:solidFill>
                  <a:schemeClr val="accent5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86" name="Google Shape;1486;p66"/>
            <p:cNvSpPr/>
            <p:nvPr/>
          </p:nvSpPr>
          <p:spPr>
            <a:xfrm>
              <a:off x="2643020" y="4313828"/>
              <a:ext cx="3677232" cy="514930"/>
            </a:xfrm>
            <a:custGeom>
              <a:avLst/>
              <a:gdLst/>
              <a:ahLst/>
              <a:cxnLst/>
              <a:rect l="l" t="t" r="r" b="b"/>
              <a:pathLst>
                <a:path w="141269" h="28755" extrusionOk="0">
                  <a:moveTo>
                    <a:pt x="13811" y="1"/>
                  </a:moveTo>
                  <a:cubicBezTo>
                    <a:pt x="12043" y="1"/>
                    <a:pt x="10675" y="1402"/>
                    <a:pt x="10675" y="3103"/>
                  </a:cubicBezTo>
                  <a:cubicBezTo>
                    <a:pt x="10675" y="4871"/>
                    <a:pt x="12110" y="6239"/>
                    <a:pt x="13811" y="6239"/>
                  </a:cubicBezTo>
                  <a:lnTo>
                    <a:pt x="17046" y="6239"/>
                  </a:lnTo>
                  <a:cubicBezTo>
                    <a:pt x="18447" y="6239"/>
                    <a:pt x="19548" y="7373"/>
                    <a:pt x="19548" y="8741"/>
                  </a:cubicBezTo>
                  <a:cubicBezTo>
                    <a:pt x="19548" y="10108"/>
                    <a:pt x="18447" y="11242"/>
                    <a:pt x="17046" y="11242"/>
                  </a:cubicBezTo>
                  <a:lnTo>
                    <a:pt x="3137" y="11242"/>
                  </a:lnTo>
                  <a:cubicBezTo>
                    <a:pt x="1369" y="11242"/>
                    <a:pt x="1" y="12677"/>
                    <a:pt x="1" y="14378"/>
                  </a:cubicBezTo>
                  <a:cubicBezTo>
                    <a:pt x="1" y="16112"/>
                    <a:pt x="1435" y="17513"/>
                    <a:pt x="3137" y="17513"/>
                  </a:cubicBezTo>
                  <a:lnTo>
                    <a:pt x="26520" y="17513"/>
                  </a:lnTo>
                  <a:cubicBezTo>
                    <a:pt x="27888" y="17513"/>
                    <a:pt x="29022" y="18614"/>
                    <a:pt x="29022" y="20015"/>
                  </a:cubicBezTo>
                  <a:cubicBezTo>
                    <a:pt x="29022" y="21383"/>
                    <a:pt x="27888" y="22517"/>
                    <a:pt x="26520" y="22517"/>
                  </a:cubicBezTo>
                  <a:lnTo>
                    <a:pt x="11609" y="22517"/>
                  </a:lnTo>
                  <a:cubicBezTo>
                    <a:pt x="9841" y="22517"/>
                    <a:pt x="8474" y="23918"/>
                    <a:pt x="8474" y="25619"/>
                  </a:cubicBezTo>
                  <a:cubicBezTo>
                    <a:pt x="8474" y="27387"/>
                    <a:pt x="9875" y="28755"/>
                    <a:pt x="11609" y="28755"/>
                  </a:cubicBezTo>
                  <a:lnTo>
                    <a:pt x="138133" y="28755"/>
                  </a:lnTo>
                  <a:cubicBezTo>
                    <a:pt x="139901" y="28755"/>
                    <a:pt x="141268" y="27354"/>
                    <a:pt x="141268" y="25619"/>
                  </a:cubicBezTo>
                  <a:cubicBezTo>
                    <a:pt x="141268" y="23885"/>
                    <a:pt x="139867" y="22517"/>
                    <a:pt x="138133" y="22517"/>
                  </a:cubicBezTo>
                  <a:lnTo>
                    <a:pt x="129260" y="22517"/>
                  </a:lnTo>
                  <a:cubicBezTo>
                    <a:pt x="127859" y="22517"/>
                    <a:pt x="126758" y="21383"/>
                    <a:pt x="126758" y="20015"/>
                  </a:cubicBezTo>
                  <a:cubicBezTo>
                    <a:pt x="126758" y="18614"/>
                    <a:pt x="127892" y="17513"/>
                    <a:pt x="129260" y="17513"/>
                  </a:cubicBezTo>
                  <a:lnTo>
                    <a:pt x="131495" y="17513"/>
                  </a:lnTo>
                  <a:cubicBezTo>
                    <a:pt x="133263" y="17513"/>
                    <a:pt x="134630" y="16079"/>
                    <a:pt x="134630" y="14378"/>
                  </a:cubicBezTo>
                  <a:cubicBezTo>
                    <a:pt x="134630" y="12610"/>
                    <a:pt x="133229" y="11242"/>
                    <a:pt x="131495" y="11242"/>
                  </a:cubicBezTo>
                  <a:lnTo>
                    <a:pt x="121254" y="11242"/>
                  </a:lnTo>
                  <a:cubicBezTo>
                    <a:pt x="119887" y="11242"/>
                    <a:pt x="118752" y="10108"/>
                    <a:pt x="118752" y="8741"/>
                  </a:cubicBezTo>
                  <a:cubicBezTo>
                    <a:pt x="118752" y="7373"/>
                    <a:pt x="119887" y="6239"/>
                    <a:pt x="121254" y="6239"/>
                  </a:cubicBezTo>
                  <a:lnTo>
                    <a:pt x="123623" y="6239"/>
                  </a:lnTo>
                  <a:cubicBezTo>
                    <a:pt x="125390" y="6239"/>
                    <a:pt x="126758" y="4838"/>
                    <a:pt x="126758" y="3103"/>
                  </a:cubicBezTo>
                  <a:cubicBezTo>
                    <a:pt x="126758" y="1369"/>
                    <a:pt x="125324" y="1"/>
                    <a:pt x="123623" y="1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487" name="Google Shape;1487;p66"/>
            <p:cNvGrpSpPr/>
            <p:nvPr/>
          </p:nvGrpSpPr>
          <p:grpSpPr>
            <a:xfrm>
              <a:off x="3736534" y="4487543"/>
              <a:ext cx="722734" cy="246117"/>
              <a:chOff x="3681737" y="4231921"/>
              <a:chExt cx="661057" cy="225114"/>
            </a:xfrm>
          </p:grpSpPr>
          <p:sp>
            <p:nvSpPr>
              <p:cNvPr id="1488" name="Google Shape;1488;p66"/>
              <p:cNvSpPr/>
              <p:nvPr/>
            </p:nvSpPr>
            <p:spPr>
              <a:xfrm>
                <a:off x="3681737" y="4231921"/>
                <a:ext cx="243691" cy="47546"/>
              </a:xfrm>
              <a:custGeom>
                <a:avLst/>
                <a:gdLst/>
                <a:ahLst/>
                <a:cxnLst/>
                <a:rect l="l" t="t" r="r" b="b"/>
                <a:pathLst>
                  <a:path w="14879" h="2903" extrusionOk="0">
                    <a:moveTo>
                      <a:pt x="1468" y="1"/>
                    </a:moveTo>
                    <a:cubicBezTo>
                      <a:pt x="668" y="1"/>
                      <a:pt x="1" y="668"/>
                      <a:pt x="1" y="1469"/>
                    </a:cubicBezTo>
                    <a:cubicBezTo>
                      <a:pt x="1" y="2236"/>
                      <a:pt x="668" y="2903"/>
                      <a:pt x="1468" y="2903"/>
                    </a:cubicBezTo>
                    <a:lnTo>
                      <a:pt x="13410" y="2903"/>
                    </a:lnTo>
                    <a:cubicBezTo>
                      <a:pt x="14211" y="2903"/>
                      <a:pt x="14878" y="2236"/>
                      <a:pt x="14878" y="1469"/>
                    </a:cubicBezTo>
                    <a:cubicBezTo>
                      <a:pt x="14878" y="668"/>
                      <a:pt x="14211" y="1"/>
                      <a:pt x="134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89" name="Google Shape;1489;p66"/>
              <p:cNvSpPr/>
              <p:nvPr/>
            </p:nvSpPr>
            <p:spPr>
              <a:xfrm>
                <a:off x="3966923" y="4231921"/>
                <a:ext cx="76502" cy="47546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3" extrusionOk="0">
                    <a:moveTo>
                      <a:pt x="1468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68" y="2903"/>
                    </a:cubicBezTo>
                    <a:lnTo>
                      <a:pt x="3236" y="2903"/>
                    </a:lnTo>
                    <a:cubicBezTo>
                      <a:pt x="4003" y="2903"/>
                      <a:pt x="4637" y="2236"/>
                      <a:pt x="4670" y="1469"/>
                    </a:cubicBezTo>
                    <a:cubicBezTo>
                      <a:pt x="4670" y="668"/>
                      <a:pt x="4003" y="1"/>
                      <a:pt x="32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0" name="Google Shape;1490;p66"/>
              <p:cNvSpPr/>
              <p:nvPr/>
            </p:nvSpPr>
            <p:spPr>
              <a:xfrm>
                <a:off x="4080011" y="4231921"/>
                <a:ext cx="76502" cy="47546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3" extrusionOk="0">
                    <a:moveTo>
                      <a:pt x="1434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34" y="2903"/>
                    </a:cubicBezTo>
                    <a:lnTo>
                      <a:pt x="3202" y="2903"/>
                    </a:lnTo>
                    <a:cubicBezTo>
                      <a:pt x="4003" y="2903"/>
                      <a:pt x="4603" y="2236"/>
                      <a:pt x="4670" y="1469"/>
                    </a:cubicBezTo>
                    <a:cubicBezTo>
                      <a:pt x="4670" y="668"/>
                      <a:pt x="4003" y="1"/>
                      <a:pt x="32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1" name="Google Shape;1491;p66"/>
              <p:cNvSpPr/>
              <p:nvPr/>
            </p:nvSpPr>
            <p:spPr>
              <a:xfrm>
                <a:off x="3681737" y="4409473"/>
                <a:ext cx="243691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14879" h="2904" extrusionOk="0">
                    <a:moveTo>
                      <a:pt x="1468" y="1"/>
                    </a:moveTo>
                    <a:cubicBezTo>
                      <a:pt x="668" y="1"/>
                      <a:pt x="1" y="668"/>
                      <a:pt x="1" y="1469"/>
                    </a:cubicBezTo>
                    <a:cubicBezTo>
                      <a:pt x="1" y="2236"/>
                      <a:pt x="668" y="2903"/>
                      <a:pt x="1468" y="2903"/>
                    </a:cubicBezTo>
                    <a:lnTo>
                      <a:pt x="13410" y="2903"/>
                    </a:lnTo>
                    <a:cubicBezTo>
                      <a:pt x="14211" y="2903"/>
                      <a:pt x="14878" y="2236"/>
                      <a:pt x="14878" y="1469"/>
                    </a:cubicBezTo>
                    <a:cubicBezTo>
                      <a:pt x="14878" y="668"/>
                      <a:pt x="14211" y="1"/>
                      <a:pt x="1341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2" name="Google Shape;1492;p66"/>
              <p:cNvSpPr/>
              <p:nvPr/>
            </p:nvSpPr>
            <p:spPr>
              <a:xfrm>
                <a:off x="3966923" y="4409473"/>
                <a:ext cx="76502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4" extrusionOk="0">
                    <a:moveTo>
                      <a:pt x="1468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68" y="2903"/>
                    </a:cubicBezTo>
                    <a:lnTo>
                      <a:pt x="3236" y="2903"/>
                    </a:lnTo>
                    <a:cubicBezTo>
                      <a:pt x="4003" y="2903"/>
                      <a:pt x="4637" y="2236"/>
                      <a:pt x="4670" y="1469"/>
                    </a:cubicBezTo>
                    <a:cubicBezTo>
                      <a:pt x="4670" y="668"/>
                      <a:pt x="4003" y="1"/>
                      <a:pt x="32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3" name="Google Shape;1493;p66"/>
              <p:cNvSpPr/>
              <p:nvPr/>
            </p:nvSpPr>
            <p:spPr>
              <a:xfrm>
                <a:off x="4080011" y="4409473"/>
                <a:ext cx="76502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4" extrusionOk="0">
                    <a:moveTo>
                      <a:pt x="1434" y="1"/>
                    </a:moveTo>
                    <a:cubicBezTo>
                      <a:pt x="667" y="1"/>
                      <a:pt x="0" y="668"/>
                      <a:pt x="0" y="1469"/>
                    </a:cubicBezTo>
                    <a:cubicBezTo>
                      <a:pt x="0" y="2236"/>
                      <a:pt x="667" y="2903"/>
                      <a:pt x="1434" y="2903"/>
                    </a:cubicBezTo>
                    <a:lnTo>
                      <a:pt x="3202" y="2903"/>
                    </a:lnTo>
                    <a:cubicBezTo>
                      <a:pt x="4003" y="2903"/>
                      <a:pt x="4603" y="2236"/>
                      <a:pt x="4670" y="1469"/>
                    </a:cubicBezTo>
                    <a:cubicBezTo>
                      <a:pt x="4670" y="668"/>
                      <a:pt x="4003" y="1"/>
                      <a:pt x="32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4" name="Google Shape;1494;p66"/>
              <p:cNvSpPr/>
              <p:nvPr/>
            </p:nvSpPr>
            <p:spPr>
              <a:xfrm>
                <a:off x="4266292" y="4409473"/>
                <a:ext cx="76502" cy="47562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04" extrusionOk="0">
                    <a:moveTo>
                      <a:pt x="1469" y="1"/>
                    </a:moveTo>
                    <a:cubicBezTo>
                      <a:pt x="668" y="1"/>
                      <a:pt x="1" y="668"/>
                      <a:pt x="1" y="1469"/>
                    </a:cubicBezTo>
                    <a:cubicBezTo>
                      <a:pt x="1" y="2236"/>
                      <a:pt x="668" y="2903"/>
                      <a:pt x="1469" y="2903"/>
                    </a:cubicBezTo>
                    <a:lnTo>
                      <a:pt x="3203" y="2903"/>
                    </a:lnTo>
                    <a:cubicBezTo>
                      <a:pt x="4037" y="2903"/>
                      <a:pt x="4671" y="2236"/>
                      <a:pt x="4671" y="1469"/>
                    </a:cubicBezTo>
                    <a:cubicBezTo>
                      <a:pt x="4671" y="668"/>
                      <a:pt x="4004" y="1"/>
                      <a:pt x="32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5" name="Google Shape;1495;p66"/>
              <p:cNvSpPr/>
              <p:nvPr/>
            </p:nvSpPr>
            <p:spPr>
              <a:xfrm>
                <a:off x="3745119" y="4320427"/>
                <a:ext cx="243674" cy="48103"/>
              </a:xfrm>
              <a:custGeom>
                <a:avLst/>
                <a:gdLst/>
                <a:ahLst/>
                <a:cxnLst/>
                <a:rect l="l" t="t" r="r" b="b"/>
                <a:pathLst>
                  <a:path w="14878" h="2937" extrusionOk="0">
                    <a:moveTo>
                      <a:pt x="1468" y="1"/>
                    </a:moveTo>
                    <a:cubicBezTo>
                      <a:pt x="667" y="1"/>
                      <a:pt x="0" y="668"/>
                      <a:pt x="0" y="1468"/>
                    </a:cubicBezTo>
                    <a:cubicBezTo>
                      <a:pt x="0" y="2269"/>
                      <a:pt x="667" y="2936"/>
                      <a:pt x="1468" y="2936"/>
                    </a:cubicBezTo>
                    <a:lnTo>
                      <a:pt x="13443" y="2936"/>
                    </a:lnTo>
                    <a:cubicBezTo>
                      <a:pt x="14210" y="2936"/>
                      <a:pt x="14877" y="2269"/>
                      <a:pt x="14877" y="1468"/>
                    </a:cubicBezTo>
                    <a:cubicBezTo>
                      <a:pt x="14877" y="668"/>
                      <a:pt x="14210" y="1"/>
                      <a:pt x="1344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6" name="Google Shape;1496;p66"/>
              <p:cNvSpPr/>
              <p:nvPr/>
            </p:nvSpPr>
            <p:spPr>
              <a:xfrm>
                <a:off x="4030829" y="4320427"/>
                <a:ext cx="76502" cy="48103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37" extrusionOk="0">
                    <a:moveTo>
                      <a:pt x="1435" y="1"/>
                    </a:moveTo>
                    <a:cubicBezTo>
                      <a:pt x="668" y="1"/>
                      <a:pt x="1" y="668"/>
                      <a:pt x="1" y="1468"/>
                    </a:cubicBezTo>
                    <a:cubicBezTo>
                      <a:pt x="1" y="2269"/>
                      <a:pt x="668" y="2936"/>
                      <a:pt x="1435" y="2936"/>
                    </a:cubicBezTo>
                    <a:lnTo>
                      <a:pt x="3203" y="2936"/>
                    </a:lnTo>
                    <a:cubicBezTo>
                      <a:pt x="4004" y="2936"/>
                      <a:pt x="4604" y="2269"/>
                      <a:pt x="4671" y="1468"/>
                    </a:cubicBezTo>
                    <a:cubicBezTo>
                      <a:pt x="4671" y="668"/>
                      <a:pt x="4004" y="1"/>
                      <a:pt x="32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497" name="Google Shape;1497;p66"/>
              <p:cNvSpPr/>
              <p:nvPr/>
            </p:nvSpPr>
            <p:spPr>
              <a:xfrm>
                <a:off x="4143376" y="4320427"/>
                <a:ext cx="76502" cy="48103"/>
              </a:xfrm>
              <a:custGeom>
                <a:avLst/>
                <a:gdLst/>
                <a:ahLst/>
                <a:cxnLst/>
                <a:rect l="l" t="t" r="r" b="b"/>
                <a:pathLst>
                  <a:path w="4671" h="2937" extrusionOk="0">
                    <a:moveTo>
                      <a:pt x="1468" y="1"/>
                    </a:moveTo>
                    <a:cubicBezTo>
                      <a:pt x="668" y="1"/>
                      <a:pt x="1" y="668"/>
                      <a:pt x="1" y="1468"/>
                    </a:cubicBezTo>
                    <a:cubicBezTo>
                      <a:pt x="1" y="2269"/>
                      <a:pt x="668" y="2936"/>
                      <a:pt x="1468" y="2936"/>
                    </a:cubicBezTo>
                    <a:lnTo>
                      <a:pt x="3203" y="2936"/>
                    </a:lnTo>
                    <a:cubicBezTo>
                      <a:pt x="4003" y="2936"/>
                      <a:pt x="4637" y="2269"/>
                      <a:pt x="4671" y="1468"/>
                    </a:cubicBezTo>
                    <a:cubicBezTo>
                      <a:pt x="4671" y="668"/>
                      <a:pt x="4003" y="1"/>
                      <a:pt x="32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498" name="Google Shape;1498;p66"/>
            <p:cNvSpPr/>
            <p:nvPr/>
          </p:nvSpPr>
          <p:spPr>
            <a:xfrm>
              <a:off x="5341329" y="3150460"/>
              <a:ext cx="395590" cy="78542"/>
            </a:xfrm>
            <a:custGeom>
              <a:avLst/>
              <a:gdLst/>
              <a:ahLst/>
              <a:cxnLst/>
              <a:rect l="l" t="t" r="r" b="b"/>
              <a:pathLst>
                <a:path w="13444" h="2669" extrusionOk="0">
                  <a:moveTo>
                    <a:pt x="1335" y="0"/>
                  </a:moveTo>
                  <a:cubicBezTo>
                    <a:pt x="568" y="0"/>
                    <a:pt x="1" y="567"/>
                    <a:pt x="1" y="1335"/>
                  </a:cubicBezTo>
                  <a:cubicBezTo>
                    <a:pt x="1" y="2068"/>
                    <a:pt x="568" y="2669"/>
                    <a:pt x="1335" y="2669"/>
                  </a:cubicBezTo>
                  <a:lnTo>
                    <a:pt x="12076" y="2669"/>
                  </a:lnTo>
                  <a:cubicBezTo>
                    <a:pt x="12843" y="2669"/>
                    <a:pt x="13443" y="2068"/>
                    <a:pt x="13410" y="1335"/>
                  </a:cubicBezTo>
                  <a:cubicBezTo>
                    <a:pt x="13410" y="567"/>
                    <a:pt x="12843" y="0"/>
                    <a:pt x="1207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499" name="Google Shape;1499;p66"/>
            <p:cNvSpPr/>
            <p:nvPr/>
          </p:nvSpPr>
          <p:spPr>
            <a:xfrm>
              <a:off x="5644645" y="3667923"/>
              <a:ext cx="396624" cy="78542"/>
            </a:xfrm>
            <a:custGeom>
              <a:avLst/>
              <a:gdLst/>
              <a:ahLst/>
              <a:cxnLst/>
              <a:rect l="l" t="t" r="r" b="b"/>
              <a:pathLst>
                <a:path w="13478" h="2669" extrusionOk="0">
                  <a:moveTo>
                    <a:pt x="1335" y="0"/>
                  </a:moveTo>
                  <a:cubicBezTo>
                    <a:pt x="601" y="0"/>
                    <a:pt x="1" y="601"/>
                    <a:pt x="1" y="1334"/>
                  </a:cubicBezTo>
                  <a:cubicBezTo>
                    <a:pt x="1" y="2102"/>
                    <a:pt x="601" y="2669"/>
                    <a:pt x="1335" y="2669"/>
                  </a:cubicBezTo>
                  <a:lnTo>
                    <a:pt x="12110" y="2669"/>
                  </a:lnTo>
                  <a:cubicBezTo>
                    <a:pt x="12843" y="2669"/>
                    <a:pt x="13477" y="2102"/>
                    <a:pt x="13444" y="1334"/>
                  </a:cubicBezTo>
                  <a:cubicBezTo>
                    <a:pt x="13444" y="601"/>
                    <a:pt x="12843" y="0"/>
                    <a:pt x="121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0" name="Google Shape;1500;p66"/>
            <p:cNvSpPr/>
            <p:nvPr/>
          </p:nvSpPr>
          <p:spPr>
            <a:xfrm>
              <a:off x="4765134" y="3412366"/>
              <a:ext cx="267025" cy="78542"/>
            </a:xfrm>
            <a:custGeom>
              <a:avLst/>
              <a:gdLst/>
              <a:ahLst/>
              <a:cxnLst/>
              <a:rect l="l" t="t" r="r" b="b"/>
              <a:pathLst>
                <a:path w="9074" h="2669" extrusionOk="0">
                  <a:moveTo>
                    <a:pt x="1335" y="0"/>
                  </a:moveTo>
                  <a:cubicBezTo>
                    <a:pt x="568" y="0"/>
                    <a:pt x="1" y="600"/>
                    <a:pt x="1" y="1334"/>
                  </a:cubicBezTo>
                  <a:cubicBezTo>
                    <a:pt x="1" y="2102"/>
                    <a:pt x="568" y="2669"/>
                    <a:pt x="1335" y="2669"/>
                  </a:cubicBezTo>
                  <a:lnTo>
                    <a:pt x="7740" y="2669"/>
                  </a:lnTo>
                  <a:cubicBezTo>
                    <a:pt x="8507" y="2669"/>
                    <a:pt x="9074" y="2068"/>
                    <a:pt x="9074" y="1334"/>
                  </a:cubicBezTo>
                  <a:cubicBezTo>
                    <a:pt x="9074" y="600"/>
                    <a:pt x="8507" y="0"/>
                    <a:pt x="774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1" name="Google Shape;1501;p66"/>
            <p:cNvSpPr/>
            <p:nvPr/>
          </p:nvSpPr>
          <p:spPr>
            <a:xfrm>
              <a:off x="2893590" y="3396165"/>
              <a:ext cx="303435" cy="88597"/>
            </a:xfrm>
            <a:custGeom>
              <a:avLst/>
              <a:gdLst/>
              <a:ahLst/>
              <a:cxnLst/>
              <a:rect l="l" t="t" r="r" b="b"/>
              <a:pathLst>
                <a:path w="9141" h="2669" extrusionOk="0">
                  <a:moveTo>
                    <a:pt x="1335" y="0"/>
                  </a:moveTo>
                  <a:cubicBezTo>
                    <a:pt x="601" y="0"/>
                    <a:pt x="0" y="601"/>
                    <a:pt x="0" y="1335"/>
                  </a:cubicBezTo>
                  <a:cubicBezTo>
                    <a:pt x="0" y="2102"/>
                    <a:pt x="601" y="2669"/>
                    <a:pt x="1335" y="2669"/>
                  </a:cubicBezTo>
                  <a:lnTo>
                    <a:pt x="7773" y="2669"/>
                  </a:lnTo>
                  <a:cubicBezTo>
                    <a:pt x="8506" y="2669"/>
                    <a:pt x="9140" y="2068"/>
                    <a:pt x="9107" y="1335"/>
                  </a:cubicBezTo>
                  <a:cubicBezTo>
                    <a:pt x="9107" y="601"/>
                    <a:pt x="8506" y="0"/>
                    <a:pt x="777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02" name="Google Shape;1502;p66"/>
            <p:cNvSpPr/>
            <p:nvPr/>
          </p:nvSpPr>
          <p:spPr>
            <a:xfrm>
              <a:off x="5046430" y="3407392"/>
              <a:ext cx="430936" cy="201255"/>
            </a:xfrm>
            <a:custGeom>
              <a:avLst/>
              <a:gdLst/>
              <a:ahLst/>
              <a:cxnLst/>
              <a:rect l="l" t="t" r="r" b="b"/>
              <a:pathLst>
                <a:path w="14644" h="6839" extrusionOk="0">
                  <a:moveTo>
                    <a:pt x="2569" y="0"/>
                  </a:moveTo>
                  <a:cubicBezTo>
                    <a:pt x="1801" y="0"/>
                    <a:pt x="1234" y="600"/>
                    <a:pt x="1234" y="1334"/>
                  </a:cubicBezTo>
                  <a:cubicBezTo>
                    <a:pt x="1234" y="2102"/>
                    <a:pt x="1801" y="2669"/>
                    <a:pt x="2569" y="2669"/>
                  </a:cubicBezTo>
                  <a:lnTo>
                    <a:pt x="3403" y="2669"/>
                  </a:lnTo>
                  <a:cubicBezTo>
                    <a:pt x="3803" y="2669"/>
                    <a:pt x="4136" y="3002"/>
                    <a:pt x="4136" y="3436"/>
                  </a:cubicBezTo>
                  <a:cubicBezTo>
                    <a:pt x="4136" y="3836"/>
                    <a:pt x="3803" y="4170"/>
                    <a:pt x="3403" y="4170"/>
                  </a:cubicBezTo>
                  <a:lnTo>
                    <a:pt x="1334" y="4170"/>
                  </a:lnTo>
                  <a:cubicBezTo>
                    <a:pt x="601" y="4170"/>
                    <a:pt x="0" y="4770"/>
                    <a:pt x="0" y="5504"/>
                  </a:cubicBezTo>
                  <a:cubicBezTo>
                    <a:pt x="0" y="6271"/>
                    <a:pt x="601" y="6838"/>
                    <a:pt x="1334" y="6838"/>
                  </a:cubicBezTo>
                  <a:lnTo>
                    <a:pt x="12109" y="6838"/>
                  </a:lnTo>
                  <a:cubicBezTo>
                    <a:pt x="12843" y="6838"/>
                    <a:pt x="13443" y="6271"/>
                    <a:pt x="13443" y="5504"/>
                  </a:cubicBezTo>
                  <a:cubicBezTo>
                    <a:pt x="13443" y="4770"/>
                    <a:pt x="12843" y="4170"/>
                    <a:pt x="12109" y="4170"/>
                  </a:cubicBezTo>
                  <a:lnTo>
                    <a:pt x="10841" y="4170"/>
                  </a:lnTo>
                  <a:cubicBezTo>
                    <a:pt x="10441" y="4170"/>
                    <a:pt x="10107" y="3836"/>
                    <a:pt x="10107" y="3436"/>
                  </a:cubicBezTo>
                  <a:cubicBezTo>
                    <a:pt x="10107" y="3002"/>
                    <a:pt x="10441" y="2669"/>
                    <a:pt x="10841" y="2669"/>
                  </a:cubicBezTo>
                  <a:lnTo>
                    <a:pt x="13310" y="2669"/>
                  </a:lnTo>
                  <a:cubicBezTo>
                    <a:pt x="14077" y="2669"/>
                    <a:pt x="14644" y="2068"/>
                    <a:pt x="14644" y="1334"/>
                  </a:cubicBezTo>
                  <a:cubicBezTo>
                    <a:pt x="14644" y="600"/>
                    <a:pt x="14077" y="0"/>
                    <a:pt x="1331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03" name="Google Shape;1503;p66"/>
            <p:cNvGrpSpPr/>
            <p:nvPr/>
          </p:nvGrpSpPr>
          <p:grpSpPr>
            <a:xfrm>
              <a:off x="2643001" y="2477575"/>
              <a:ext cx="631780" cy="448332"/>
              <a:chOff x="3564832" y="2653608"/>
              <a:chExt cx="284112" cy="201615"/>
            </a:xfrm>
          </p:grpSpPr>
          <p:sp>
            <p:nvSpPr>
              <p:cNvPr id="1504" name="Google Shape;1504;p66"/>
              <p:cNvSpPr/>
              <p:nvPr/>
            </p:nvSpPr>
            <p:spPr>
              <a:xfrm>
                <a:off x="3564832" y="2653608"/>
                <a:ext cx="284112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47" h="12310" extrusionOk="0">
                    <a:moveTo>
                      <a:pt x="7672" y="1"/>
                    </a:moveTo>
                    <a:cubicBezTo>
                      <a:pt x="5504" y="1"/>
                      <a:pt x="3703" y="1802"/>
                      <a:pt x="3703" y="3970"/>
                    </a:cubicBezTo>
                    <a:lnTo>
                      <a:pt x="3703" y="4004"/>
                    </a:lnTo>
                    <a:cubicBezTo>
                      <a:pt x="1635" y="4271"/>
                      <a:pt x="0" y="6005"/>
                      <a:pt x="0" y="8140"/>
                    </a:cubicBezTo>
                    <a:cubicBezTo>
                      <a:pt x="0" y="10442"/>
                      <a:pt x="1868" y="12310"/>
                      <a:pt x="4170" y="12310"/>
                    </a:cubicBezTo>
                    <a:lnTo>
                      <a:pt x="13143" y="12310"/>
                    </a:lnTo>
                    <a:cubicBezTo>
                      <a:pt x="15445" y="12310"/>
                      <a:pt x="17313" y="10442"/>
                      <a:pt x="17313" y="8140"/>
                    </a:cubicBezTo>
                    <a:cubicBezTo>
                      <a:pt x="17346" y="6205"/>
                      <a:pt x="16045" y="4604"/>
                      <a:pt x="14277" y="4137"/>
                    </a:cubicBezTo>
                    <a:cubicBezTo>
                      <a:pt x="14311" y="4004"/>
                      <a:pt x="14311" y="3837"/>
                      <a:pt x="14311" y="3670"/>
                    </a:cubicBezTo>
                    <a:cubicBezTo>
                      <a:pt x="14311" y="2369"/>
                      <a:pt x="13276" y="1335"/>
                      <a:pt x="11976" y="1335"/>
                    </a:cubicBezTo>
                    <a:cubicBezTo>
                      <a:pt x="11542" y="1335"/>
                      <a:pt x="11175" y="1435"/>
                      <a:pt x="10875" y="1635"/>
                    </a:cubicBezTo>
                    <a:cubicBezTo>
                      <a:pt x="10174" y="635"/>
                      <a:pt x="9007" y="1"/>
                      <a:pt x="76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5" name="Google Shape;1505;p66"/>
              <p:cNvSpPr/>
              <p:nvPr/>
            </p:nvSpPr>
            <p:spPr>
              <a:xfrm>
                <a:off x="3652781" y="2706606"/>
                <a:ext cx="40454" cy="122394"/>
              </a:xfrm>
              <a:custGeom>
                <a:avLst/>
                <a:gdLst/>
                <a:ahLst/>
                <a:cxnLst/>
                <a:rect l="l" t="t" r="r" b="b"/>
                <a:pathLst>
                  <a:path w="2470" h="7473" extrusionOk="0">
                    <a:moveTo>
                      <a:pt x="1902" y="1"/>
                    </a:moveTo>
                    <a:cubicBezTo>
                      <a:pt x="1235" y="1"/>
                      <a:pt x="701" y="401"/>
                      <a:pt x="668" y="1235"/>
                    </a:cubicBezTo>
                    <a:lnTo>
                      <a:pt x="601" y="2636"/>
                    </a:lnTo>
                    <a:cubicBezTo>
                      <a:pt x="568" y="3103"/>
                      <a:pt x="468" y="3270"/>
                      <a:pt x="1" y="3270"/>
                    </a:cubicBezTo>
                    <a:lnTo>
                      <a:pt x="1" y="4237"/>
                    </a:lnTo>
                    <a:cubicBezTo>
                      <a:pt x="468" y="4237"/>
                      <a:pt x="568" y="4370"/>
                      <a:pt x="601" y="4871"/>
                    </a:cubicBezTo>
                    <a:lnTo>
                      <a:pt x="668" y="6272"/>
                    </a:lnTo>
                    <a:cubicBezTo>
                      <a:pt x="768" y="7106"/>
                      <a:pt x="1235" y="7473"/>
                      <a:pt x="1902" y="7473"/>
                    </a:cubicBezTo>
                    <a:lnTo>
                      <a:pt x="2469" y="7473"/>
                    </a:lnTo>
                    <a:lnTo>
                      <a:pt x="2469" y="6539"/>
                    </a:lnTo>
                    <a:lnTo>
                      <a:pt x="2302" y="6539"/>
                    </a:lnTo>
                    <a:cubicBezTo>
                      <a:pt x="1936" y="6539"/>
                      <a:pt x="1769" y="6372"/>
                      <a:pt x="1735" y="5771"/>
                    </a:cubicBezTo>
                    <a:lnTo>
                      <a:pt x="1669" y="4704"/>
                    </a:lnTo>
                    <a:cubicBezTo>
                      <a:pt x="1635" y="4304"/>
                      <a:pt x="1502" y="3903"/>
                      <a:pt x="968" y="3770"/>
                    </a:cubicBezTo>
                    <a:cubicBezTo>
                      <a:pt x="1502" y="3636"/>
                      <a:pt x="1635" y="3236"/>
                      <a:pt x="1669" y="2803"/>
                    </a:cubicBezTo>
                    <a:lnTo>
                      <a:pt x="1735" y="1735"/>
                    </a:lnTo>
                    <a:cubicBezTo>
                      <a:pt x="1769" y="1135"/>
                      <a:pt x="1936" y="968"/>
                      <a:pt x="2302" y="968"/>
                    </a:cubicBezTo>
                    <a:lnTo>
                      <a:pt x="2469" y="968"/>
                    </a:lnTo>
                    <a:lnTo>
                      <a:pt x="24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6" name="Google Shape;1506;p66"/>
              <p:cNvSpPr/>
              <p:nvPr/>
            </p:nvSpPr>
            <p:spPr>
              <a:xfrm>
                <a:off x="3721076" y="2706606"/>
                <a:ext cx="40438" cy="122394"/>
              </a:xfrm>
              <a:custGeom>
                <a:avLst/>
                <a:gdLst/>
                <a:ahLst/>
                <a:cxnLst/>
                <a:rect l="l" t="t" r="r" b="b"/>
                <a:pathLst>
                  <a:path w="2469" h="7473" extrusionOk="0">
                    <a:moveTo>
                      <a:pt x="0" y="1"/>
                    </a:moveTo>
                    <a:lnTo>
                      <a:pt x="0" y="968"/>
                    </a:lnTo>
                    <a:lnTo>
                      <a:pt x="167" y="968"/>
                    </a:lnTo>
                    <a:cubicBezTo>
                      <a:pt x="568" y="968"/>
                      <a:pt x="734" y="1135"/>
                      <a:pt x="768" y="1735"/>
                    </a:cubicBezTo>
                    <a:lnTo>
                      <a:pt x="801" y="2803"/>
                    </a:lnTo>
                    <a:cubicBezTo>
                      <a:pt x="801" y="3203"/>
                      <a:pt x="934" y="3603"/>
                      <a:pt x="1502" y="3737"/>
                    </a:cubicBezTo>
                    <a:cubicBezTo>
                      <a:pt x="968" y="3870"/>
                      <a:pt x="834" y="4270"/>
                      <a:pt x="801" y="4704"/>
                    </a:cubicBezTo>
                    <a:lnTo>
                      <a:pt x="768" y="5771"/>
                    </a:lnTo>
                    <a:cubicBezTo>
                      <a:pt x="734" y="6372"/>
                      <a:pt x="568" y="6539"/>
                      <a:pt x="167" y="6539"/>
                    </a:cubicBezTo>
                    <a:lnTo>
                      <a:pt x="0" y="6539"/>
                    </a:lnTo>
                    <a:lnTo>
                      <a:pt x="0" y="7473"/>
                    </a:lnTo>
                    <a:lnTo>
                      <a:pt x="601" y="7473"/>
                    </a:lnTo>
                    <a:cubicBezTo>
                      <a:pt x="1268" y="7473"/>
                      <a:pt x="1768" y="7106"/>
                      <a:pt x="1802" y="6272"/>
                    </a:cubicBezTo>
                    <a:lnTo>
                      <a:pt x="1902" y="4871"/>
                    </a:lnTo>
                    <a:cubicBezTo>
                      <a:pt x="1935" y="4404"/>
                      <a:pt x="2002" y="4237"/>
                      <a:pt x="2469" y="4237"/>
                    </a:cubicBezTo>
                    <a:lnTo>
                      <a:pt x="2469" y="3270"/>
                    </a:lnTo>
                    <a:cubicBezTo>
                      <a:pt x="2002" y="3270"/>
                      <a:pt x="1935" y="3136"/>
                      <a:pt x="1902" y="2636"/>
                    </a:cubicBezTo>
                    <a:lnTo>
                      <a:pt x="1802" y="1235"/>
                    </a:lnTo>
                    <a:cubicBezTo>
                      <a:pt x="1735" y="401"/>
                      <a:pt x="1268" y="1"/>
                      <a:pt x="60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07" name="Google Shape;1507;p66"/>
            <p:cNvGrpSpPr/>
            <p:nvPr/>
          </p:nvGrpSpPr>
          <p:grpSpPr>
            <a:xfrm>
              <a:off x="5068414" y="2333240"/>
              <a:ext cx="502935" cy="426509"/>
              <a:chOff x="4327479" y="2700055"/>
              <a:chExt cx="284112" cy="240938"/>
            </a:xfrm>
          </p:grpSpPr>
          <p:sp>
            <p:nvSpPr>
              <p:cNvPr id="1508" name="Google Shape;1508;p66"/>
              <p:cNvSpPr/>
              <p:nvPr/>
            </p:nvSpPr>
            <p:spPr>
              <a:xfrm>
                <a:off x="4327479" y="2700055"/>
                <a:ext cx="284112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47" h="12310" extrusionOk="0">
                    <a:moveTo>
                      <a:pt x="7673" y="0"/>
                    </a:moveTo>
                    <a:cubicBezTo>
                      <a:pt x="5505" y="0"/>
                      <a:pt x="3737" y="1802"/>
                      <a:pt x="3737" y="3970"/>
                    </a:cubicBezTo>
                    <a:lnTo>
                      <a:pt x="3737" y="4003"/>
                    </a:lnTo>
                    <a:cubicBezTo>
                      <a:pt x="1635" y="4237"/>
                      <a:pt x="1" y="6005"/>
                      <a:pt x="1" y="8139"/>
                    </a:cubicBezTo>
                    <a:cubicBezTo>
                      <a:pt x="1" y="10441"/>
                      <a:pt x="1902" y="12309"/>
                      <a:pt x="4171" y="12309"/>
                    </a:cubicBezTo>
                    <a:lnTo>
                      <a:pt x="13144" y="12309"/>
                    </a:lnTo>
                    <a:cubicBezTo>
                      <a:pt x="15445" y="12309"/>
                      <a:pt x="17313" y="10441"/>
                      <a:pt x="17313" y="8139"/>
                    </a:cubicBezTo>
                    <a:cubicBezTo>
                      <a:pt x="17347" y="6238"/>
                      <a:pt x="16012" y="4637"/>
                      <a:pt x="14278" y="4137"/>
                    </a:cubicBezTo>
                    <a:cubicBezTo>
                      <a:pt x="14311" y="4003"/>
                      <a:pt x="14311" y="3836"/>
                      <a:pt x="14311" y="3670"/>
                    </a:cubicBezTo>
                    <a:cubicBezTo>
                      <a:pt x="14311" y="2369"/>
                      <a:pt x="13277" y="1335"/>
                      <a:pt x="11976" y="1335"/>
                    </a:cubicBezTo>
                    <a:cubicBezTo>
                      <a:pt x="11576" y="1335"/>
                      <a:pt x="11176" y="1435"/>
                      <a:pt x="10875" y="1635"/>
                    </a:cubicBezTo>
                    <a:cubicBezTo>
                      <a:pt x="10175" y="634"/>
                      <a:pt x="9007" y="0"/>
                      <a:pt x="76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09" name="Google Shape;1509;p66"/>
              <p:cNvSpPr/>
              <p:nvPr/>
            </p:nvSpPr>
            <p:spPr>
              <a:xfrm>
                <a:off x="4417622" y="2737921"/>
                <a:ext cx="104918" cy="203073"/>
              </a:xfrm>
              <a:custGeom>
                <a:avLst/>
                <a:gdLst/>
                <a:ahLst/>
                <a:cxnLst/>
                <a:rect l="l" t="t" r="r" b="b"/>
                <a:pathLst>
                  <a:path w="6406" h="12399" extrusionOk="0">
                    <a:moveTo>
                      <a:pt x="3176" y="704"/>
                    </a:moveTo>
                    <a:cubicBezTo>
                      <a:pt x="3273" y="704"/>
                      <a:pt x="3371" y="711"/>
                      <a:pt x="3470" y="724"/>
                    </a:cubicBezTo>
                    <a:cubicBezTo>
                      <a:pt x="3703" y="790"/>
                      <a:pt x="3970" y="824"/>
                      <a:pt x="4170" y="957"/>
                    </a:cubicBezTo>
                    <a:cubicBezTo>
                      <a:pt x="4671" y="1191"/>
                      <a:pt x="5038" y="1558"/>
                      <a:pt x="5271" y="2058"/>
                    </a:cubicBezTo>
                    <a:cubicBezTo>
                      <a:pt x="5438" y="2458"/>
                      <a:pt x="5505" y="2892"/>
                      <a:pt x="5471" y="3326"/>
                    </a:cubicBezTo>
                    <a:cubicBezTo>
                      <a:pt x="5318" y="4464"/>
                      <a:pt x="4313" y="5346"/>
                      <a:pt x="3164" y="5346"/>
                    </a:cubicBezTo>
                    <a:cubicBezTo>
                      <a:pt x="3067" y="5346"/>
                      <a:pt x="2968" y="5340"/>
                      <a:pt x="2870" y="5327"/>
                    </a:cubicBezTo>
                    <a:cubicBezTo>
                      <a:pt x="2436" y="5294"/>
                      <a:pt x="2036" y="5060"/>
                      <a:pt x="1702" y="4827"/>
                    </a:cubicBezTo>
                    <a:cubicBezTo>
                      <a:pt x="1302" y="4493"/>
                      <a:pt x="1002" y="3993"/>
                      <a:pt x="935" y="3492"/>
                    </a:cubicBezTo>
                    <a:cubicBezTo>
                      <a:pt x="868" y="3226"/>
                      <a:pt x="868" y="2992"/>
                      <a:pt x="868" y="2725"/>
                    </a:cubicBezTo>
                    <a:cubicBezTo>
                      <a:pt x="1022" y="1587"/>
                      <a:pt x="2026" y="704"/>
                      <a:pt x="3176" y="704"/>
                    </a:cubicBezTo>
                    <a:close/>
                    <a:moveTo>
                      <a:pt x="3232" y="1"/>
                    </a:moveTo>
                    <a:cubicBezTo>
                      <a:pt x="1718" y="1"/>
                      <a:pt x="419" y="1116"/>
                      <a:pt x="234" y="2658"/>
                    </a:cubicBezTo>
                    <a:cubicBezTo>
                      <a:pt x="1" y="4126"/>
                      <a:pt x="935" y="5494"/>
                      <a:pt x="2269" y="5894"/>
                    </a:cubicBezTo>
                    <a:lnTo>
                      <a:pt x="2202" y="6228"/>
                    </a:lnTo>
                    <a:cubicBezTo>
                      <a:pt x="2202" y="6361"/>
                      <a:pt x="2269" y="6461"/>
                      <a:pt x="2369" y="6495"/>
                    </a:cubicBezTo>
                    <a:lnTo>
                      <a:pt x="2169" y="7962"/>
                    </a:lnTo>
                    <a:lnTo>
                      <a:pt x="2102" y="7962"/>
                    </a:lnTo>
                    <a:cubicBezTo>
                      <a:pt x="2002" y="7962"/>
                      <a:pt x="1969" y="7996"/>
                      <a:pt x="1969" y="8029"/>
                    </a:cubicBezTo>
                    <a:lnTo>
                      <a:pt x="1469" y="11965"/>
                    </a:lnTo>
                    <a:cubicBezTo>
                      <a:pt x="1469" y="11999"/>
                      <a:pt x="1502" y="12065"/>
                      <a:pt x="1602" y="12065"/>
                    </a:cubicBezTo>
                    <a:lnTo>
                      <a:pt x="1535" y="12065"/>
                    </a:lnTo>
                    <a:lnTo>
                      <a:pt x="1535" y="12232"/>
                    </a:lnTo>
                    <a:cubicBezTo>
                      <a:pt x="1535" y="12299"/>
                      <a:pt x="1602" y="12332"/>
                      <a:pt x="1635" y="12332"/>
                    </a:cubicBezTo>
                    <a:lnTo>
                      <a:pt x="1869" y="12365"/>
                    </a:lnTo>
                    <a:lnTo>
                      <a:pt x="2136" y="12399"/>
                    </a:lnTo>
                    <a:cubicBezTo>
                      <a:pt x="2169" y="12399"/>
                      <a:pt x="2269" y="12365"/>
                      <a:pt x="2269" y="12332"/>
                    </a:cubicBezTo>
                    <a:lnTo>
                      <a:pt x="2269" y="12165"/>
                    </a:lnTo>
                    <a:lnTo>
                      <a:pt x="2202" y="12165"/>
                    </a:lnTo>
                    <a:cubicBezTo>
                      <a:pt x="2302" y="12165"/>
                      <a:pt x="2369" y="12132"/>
                      <a:pt x="2369" y="12065"/>
                    </a:cubicBezTo>
                    <a:lnTo>
                      <a:pt x="2870" y="8162"/>
                    </a:lnTo>
                    <a:cubicBezTo>
                      <a:pt x="2870" y="8129"/>
                      <a:pt x="2836" y="8062"/>
                      <a:pt x="2769" y="8029"/>
                    </a:cubicBezTo>
                    <a:lnTo>
                      <a:pt x="2669" y="8029"/>
                    </a:lnTo>
                    <a:lnTo>
                      <a:pt x="2870" y="6561"/>
                    </a:lnTo>
                    <a:cubicBezTo>
                      <a:pt x="3003" y="6561"/>
                      <a:pt x="3103" y="6495"/>
                      <a:pt x="3103" y="6361"/>
                    </a:cubicBezTo>
                    <a:lnTo>
                      <a:pt x="3136" y="6028"/>
                    </a:lnTo>
                    <a:cubicBezTo>
                      <a:pt x="4637" y="6028"/>
                      <a:pt x="5938" y="4893"/>
                      <a:pt x="6139" y="3392"/>
                    </a:cubicBezTo>
                    <a:cubicBezTo>
                      <a:pt x="6405" y="1791"/>
                      <a:pt x="5238" y="223"/>
                      <a:pt x="3603" y="23"/>
                    </a:cubicBezTo>
                    <a:cubicBezTo>
                      <a:pt x="3478" y="8"/>
                      <a:pt x="3354" y="1"/>
                      <a:pt x="323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10" name="Google Shape;1510;p66"/>
            <p:cNvGrpSpPr/>
            <p:nvPr/>
          </p:nvGrpSpPr>
          <p:grpSpPr>
            <a:xfrm>
              <a:off x="1926149" y="3507801"/>
              <a:ext cx="562083" cy="398896"/>
              <a:chOff x="3163840" y="3367107"/>
              <a:chExt cx="284096" cy="201615"/>
            </a:xfrm>
          </p:grpSpPr>
          <p:sp>
            <p:nvSpPr>
              <p:cNvPr id="1511" name="Google Shape;1511;p66"/>
              <p:cNvSpPr/>
              <p:nvPr/>
            </p:nvSpPr>
            <p:spPr>
              <a:xfrm>
                <a:off x="3163840" y="3367107"/>
                <a:ext cx="284096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46" h="12310" extrusionOk="0">
                    <a:moveTo>
                      <a:pt x="7672" y="0"/>
                    </a:moveTo>
                    <a:cubicBezTo>
                      <a:pt x="5504" y="0"/>
                      <a:pt x="3736" y="1802"/>
                      <a:pt x="3736" y="3970"/>
                    </a:cubicBezTo>
                    <a:lnTo>
                      <a:pt x="3736" y="4003"/>
                    </a:lnTo>
                    <a:cubicBezTo>
                      <a:pt x="1635" y="4270"/>
                      <a:pt x="0" y="6005"/>
                      <a:pt x="0" y="8140"/>
                    </a:cubicBezTo>
                    <a:cubicBezTo>
                      <a:pt x="0" y="10441"/>
                      <a:pt x="1902" y="12309"/>
                      <a:pt x="4170" y="12309"/>
                    </a:cubicBezTo>
                    <a:lnTo>
                      <a:pt x="13143" y="12309"/>
                    </a:lnTo>
                    <a:cubicBezTo>
                      <a:pt x="15445" y="12309"/>
                      <a:pt x="17313" y="10441"/>
                      <a:pt x="17313" y="8140"/>
                    </a:cubicBezTo>
                    <a:cubicBezTo>
                      <a:pt x="17346" y="6272"/>
                      <a:pt x="16078" y="4637"/>
                      <a:pt x="14277" y="4137"/>
                    </a:cubicBezTo>
                    <a:cubicBezTo>
                      <a:pt x="14310" y="4003"/>
                      <a:pt x="14310" y="3837"/>
                      <a:pt x="14310" y="3670"/>
                    </a:cubicBezTo>
                    <a:cubicBezTo>
                      <a:pt x="14310" y="2402"/>
                      <a:pt x="13276" y="1335"/>
                      <a:pt x="11975" y="1335"/>
                    </a:cubicBezTo>
                    <a:cubicBezTo>
                      <a:pt x="11575" y="1335"/>
                      <a:pt x="11175" y="1435"/>
                      <a:pt x="10908" y="1635"/>
                    </a:cubicBezTo>
                    <a:cubicBezTo>
                      <a:pt x="10174" y="634"/>
                      <a:pt x="9007" y="0"/>
                      <a:pt x="767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2" name="Google Shape;1512;p66"/>
              <p:cNvSpPr/>
              <p:nvPr/>
            </p:nvSpPr>
            <p:spPr>
              <a:xfrm>
                <a:off x="3343569" y="3464899"/>
                <a:ext cx="61762" cy="60108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3670" extrusionOk="0">
                    <a:moveTo>
                      <a:pt x="1" y="0"/>
                    </a:moveTo>
                    <a:lnTo>
                      <a:pt x="1" y="934"/>
                    </a:lnTo>
                    <a:lnTo>
                      <a:pt x="2603" y="1835"/>
                    </a:lnTo>
                    <a:lnTo>
                      <a:pt x="1" y="2769"/>
                    </a:lnTo>
                    <a:lnTo>
                      <a:pt x="1" y="3670"/>
                    </a:lnTo>
                    <a:lnTo>
                      <a:pt x="3770" y="2302"/>
                    </a:lnTo>
                    <a:lnTo>
                      <a:pt x="3770" y="1368"/>
                    </a:ln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3" name="Google Shape;1513;p66"/>
              <p:cNvSpPr/>
              <p:nvPr/>
            </p:nvSpPr>
            <p:spPr>
              <a:xfrm>
                <a:off x="3198249" y="3464899"/>
                <a:ext cx="61205" cy="60108"/>
              </a:xfrm>
              <a:custGeom>
                <a:avLst/>
                <a:gdLst/>
                <a:ahLst/>
                <a:cxnLst/>
                <a:rect l="l" t="t" r="r" b="b"/>
                <a:pathLst>
                  <a:path w="3737" h="3670" extrusionOk="0">
                    <a:moveTo>
                      <a:pt x="3737" y="0"/>
                    </a:moveTo>
                    <a:lnTo>
                      <a:pt x="1" y="1368"/>
                    </a:lnTo>
                    <a:lnTo>
                      <a:pt x="1" y="2302"/>
                    </a:lnTo>
                    <a:lnTo>
                      <a:pt x="3737" y="3670"/>
                    </a:lnTo>
                    <a:lnTo>
                      <a:pt x="3737" y="2736"/>
                    </a:lnTo>
                    <a:lnTo>
                      <a:pt x="1168" y="1835"/>
                    </a:lnTo>
                    <a:lnTo>
                      <a:pt x="3737" y="901"/>
                    </a:lnTo>
                    <a:lnTo>
                      <a:pt x="3737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4" name="Google Shape;1514;p66"/>
              <p:cNvSpPr/>
              <p:nvPr/>
            </p:nvSpPr>
            <p:spPr>
              <a:xfrm>
                <a:off x="3280204" y="3449062"/>
                <a:ext cx="50281" cy="95075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5805" extrusionOk="0">
                    <a:moveTo>
                      <a:pt x="2302" y="0"/>
                    </a:moveTo>
                    <a:lnTo>
                      <a:pt x="0" y="5804"/>
                    </a:lnTo>
                    <a:lnTo>
                      <a:pt x="801" y="5804"/>
                    </a:lnTo>
                    <a:lnTo>
                      <a:pt x="30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15" name="Google Shape;1515;p66"/>
            <p:cNvGrpSpPr/>
            <p:nvPr/>
          </p:nvGrpSpPr>
          <p:grpSpPr>
            <a:xfrm>
              <a:off x="4821028" y="2827679"/>
              <a:ext cx="365467" cy="167269"/>
              <a:chOff x="4652004" y="2690769"/>
              <a:chExt cx="206525" cy="94518"/>
            </a:xfrm>
          </p:grpSpPr>
          <p:sp>
            <p:nvSpPr>
              <p:cNvPr id="1516" name="Google Shape;1516;p66"/>
              <p:cNvSpPr/>
              <p:nvPr/>
            </p:nvSpPr>
            <p:spPr>
              <a:xfrm>
                <a:off x="4796767" y="2705509"/>
                <a:ext cx="61762" cy="60124"/>
              </a:xfrm>
              <a:custGeom>
                <a:avLst/>
                <a:gdLst/>
                <a:ahLst/>
                <a:cxnLst/>
                <a:rect l="l" t="t" r="r" b="b"/>
                <a:pathLst>
                  <a:path w="3771" h="3671" extrusionOk="0">
                    <a:moveTo>
                      <a:pt x="1" y="1"/>
                    </a:moveTo>
                    <a:lnTo>
                      <a:pt x="1" y="935"/>
                    </a:lnTo>
                    <a:lnTo>
                      <a:pt x="2603" y="1835"/>
                    </a:lnTo>
                    <a:lnTo>
                      <a:pt x="1" y="2769"/>
                    </a:lnTo>
                    <a:lnTo>
                      <a:pt x="1" y="3670"/>
                    </a:lnTo>
                    <a:lnTo>
                      <a:pt x="3770" y="2302"/>
                    </a:lnTo>
                    <a:lnTo>
                      <a:pt x="3770" y="1368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7" name="Google Shape;1517;p66"/>
              <p:cNvSpPr/>
              <p:nvPr/>
            </p:nvSpPr>
            <p:spPr>
              <a:xfrm>
                <a:off x="4652004" y="2705509"/>
                <a:ext cx="61746" cy="60124"/>
              </a:xfrm>
              <a:custGeom>
                <a:avLst/>
                <a:gdLst/>
                <a:ahLst/>
                <a:cxnLst/>
                <a:rect l="l" t="t" r="r" b="b"/>
                <a:pathLst>
                  <a:path w="3770" h="3671" extrusionOk="0">
                    <a:moveTo>
                      <a:pt x="3769" y="1"/>
                    </a:moveTo>
                    <a:lnTo>
                      <a:pt x="0" y="1368"/>
                    </a:lnTo>
                    <a:lnTo>
                      <a:pt x="0" y="2302"/>
                    </a:lnTo>
                    <a:lnTo>
                      <a:pt x="3769" y="3670"/>
                    </a:lnTo>
                    <a:lnTo>
                      <a:pt x="3769" y="2736"/>
                    </a:lnTo>
                    <a:lnTo>
                      <a:pt x="1168" y="1835"/>
                    </a:lnTo>
                    <a:lnTo>
                      <a:pt x="3769" y="901"/>
                    </a:lnTo>
                    <a:lnTo>
                      <a:pt x="3769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18" name="Google Shape;1518;p66"/>
              <p:cNvSpPr/>
              <p:nvPr/>
            </p:nvSpPr>
            <p:spPr>
              <a:xfrm>
                <a:off x="4733401" y="2690769"/>
                <a:ext cx="50281" cy="94518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5771" extrusionOk="0">
                    <a:moveTo>
                      <a:pt x="2302" y="0"/>
                    </a:moveTo>
                    <a:lnTo>
                      <a:pt x="0" y="5771"/>
                    </a:lnTo>
                    <a:lnTo>
                      <a:pt x="767" y="5771"/>
                    </a:lnTo>
                    <a:lnTo>
                      <a:pt x="306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519" name="Google Shape;1519;p66"/>
            <p:cNvSpPr/>
            <p:nvPr/>
          </p:nvSpPr>
          <p:spPr>
            <a:xfrm>
              <a:off x="4508779" y="2857452"/>
              <a:ext cx="26534" cy="19597"/>
            </a:xfrm>
            <a:custGeom>
              <a:avLst/>
              <a:gdLst/>
              <a:ahLst/>
              <a:cxnLst/>
              <a:rect l="l" t="t" r="r" b="b"/>
              <a:pathLst>
                <a:path w="1702" h="1257" extrusionOk="0">
                  <a:moveTo>
                    <a:pt x="909" y="1"/>
                  </a:moveTo>
                  <a:cubicBezTo>
                    <a:pt x="581" y="1"/>
                    <a:pt x="245" y="143"/>
                    <a:pt x="0" y="423"/>
                  </a:cubicBezTo>
                  <a:lnTo>
                    <a:pt x="834" y="1257"/>
                  </a:lnTo>
                  <a:lnTo>
                    <a:pt x="1701" y="356"/>
                  </a:lnTo>
                  <a:cubicBezTo>
                    <a:pt x="1495" y="118"/>
                    <a:pt x="1206" y="1"/>
                    <a:pt x="90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20" name="Google Shape;1520;p66"/>
            <p:cNvGrpSpPr/>
            <p:nvPr/>
          </p:nvGrpSpPr>
          <p:grpSpPr>
            <a:xfrm>
              <a:off x="2483919" y="3121114"/>
              <a:ext cx="234517" cy="165225"/>
              <a:chOff x="3201525" y="2964278"/>
              <a:chExt cx="125129" cy="88162"/>
            </a:xfrm>
          </p:grpSpPr>
          <p:sp>
            <p:nvSpPr>
              <p:cNvPr id="1521" name="Google Shape;1521;p66"/>
              <p:cNvSpPr/>
              <p:nvPr/>
            </p:nvSpPr>
            <p:spPr>
              <a:xfrm>
                <a:off x="3225567" y="2997787"/>
                <a:ext cx="77043" cy="31708"/>
              </a:xfrm>
              <a:custGeom>
                <a:avLst/>
                <a:gdLst/>
                <a:ahLst/>
                <a:cxnLst/>
                <a:rect l="l" t="t" r="r" b="b"/>
                <a:pathLst>
                  <a:path w="4704" h="1936" extrusionOk="0">
                    <a:moveTo>
                      <a:pt x="2402" y="1"/>
                    </a:moveTo>
                    <a:cubicBezTo>
                      <a:pt x="1535" y="34"/>
                      <a:pt x="668" y="368"/>
                      <a:pt x="1" y="1035"/>
                    </a:cubicBezTo>
                    <a:lnTo>
                      <a:pt x="868" y="1936"/>
                    </a:lnTo>
                    <a:cubicBezTo>
                      <a:pt x="1306" y="1497"/>
                      <a:pt x="1873" y="1271"/>
                      <a:pt x="2429" y="1271"/>
                    </a:cubicBezTo>
                    <a:cubicBezTo>
                      <a:pt x="2931" y="1271"/>
                      <a:pt x="3423" y="1456"/>
                      <a:pt x="3803" y="1836"/>
                    </a:cubicBezTo>
                    <a:lnTo>
                      <a:pt x="4003" y="1635"/>
                    </a:lnTo>
                    <a:lnTo>
                      <a:pt x="4704" y="935"/>
                    </a:lnTo>
                    <a:cubicBezTo>
                      <a:pt x="4070" y="301"/>
                      <a:pt x="3236" y="1"/>
                      <a:pt x="2402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2" name="Google Shape;1522;p66"/>
              <p:cNvSpPr/>
              <p:nvPr/>
            </p:nvSpPr>
            <p:spPr>
              <a:xfrm>
                <a:off x="3201525" y="2964278"/>
                <a:ext cx="125129" cy="41732"/>
              </a:xfrm>
              <a:custGeom>
                <a:avLst/>
                <a:gdLst/>
                <a:ahLst/>
                <a:cxnLst/>
                <a:rect l="l" t="t" r="r" b="b"/>
                <a:pathLst>
                  <a:path w="7640" h="2548" extrusionOk="0">
                    <a:moveTo>
                      <a:pt x="4058" y="1"/>
                    </a:moveTo>
                    <a:cubicBezTo>
                      <a:pt x="3412" y="1"/>
                      <a:pt x="2760" y="116"/>
                      <a:pt x="2136" y="346"/>
                    </a:cubicBezTo>
                    <a:cubicBezTo>
                      <a:pt x="1368" y="613"/>
                      <a:pt x="635" y="1046"/>
                      <a:pt x="1" y="1680"/>
                    </a:cubicBezTo>
                    <a:lnTo>
                      <a:pt x="868" y="2547"/>
                    </a:lnTo>
                    <a:cubicBezTo>
                      <a:pt x="1502" y="1914"/>
                      <a:pt x="2302" y="1513"/>
                      <a:pt x="3136" y="1346"/>
                    </a:cubicBezTo>
                    <a:cubicBezTo>
                      <a:pt x="3424" y="1288"/>
                      <a:pt x="3713" y="1258"/>
                      <a:pt x="3999" y="1258"/>
                    </a:cubicBezTo>
                    <a:cubicBezTo>
                      <a:pt x="5007" y="1258"/>
                      <a:pt x="5978" y="1627"/>
                      <a:pt x="6706" y="2381"/>
                    </a:cubicBezTo>
                    <a:lnTo>
                      <a:pt x="7640" y="1447"/>
                    </a:lnTo>
                    <a:cubicBezTo>
                      <a:pt x="6676" y="483"/>
                      <a:pt x="5381" y="1"/>
                      <a:pt x="405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3" name="Google Shape;1523;p66"/>
              <p:cNvSpPr/>
              <p:nvPr/>
            </p:nvSpPr>
            <p:spPr>
              <a:xfrm>
                <a:off x="3248513" y="3032345"/>
                <a:ext cx="28432" cy="20096"/>
              </a:xfrm>
              <a:custGeom>
                <a:avLst/>
                <a:gdLst/>
                <a:ahLst/>
                <a:cxnLst/>
                <a:rect l="l" t="t" r="r" b="b"/>
                <a:pathLst>
                  <a:path w="1736" h="1227" extrusionOk="0">
                    <a:moveTo>
                      <a:pt x="924" y="0"/>
                    </a:moveTo>
                    <a:cubicBezTo>
                      <a:pt x="598" y="0"/>
                      <a:pt x="259" y="134"/>
                      <a:pt x="1" y="393"/>
                    </a:cubicBezTo>
                    <a:lnTo>
                      <a:pt x="834" y="1227"/>
                    </a:lnTo>
                    <a:lnTo>
                      <a:pt x="1735" y="359"/>
                    </a:lnTo>
                    <a:cubicBezTo>
                      <a:pt x="1525" y="118"/>
                      <a:pt x="1230" y="0"/>
                      <a:pt x="92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24" name="Google Shape;1524;p66"/>
            <p:cNvGrpSpPr/>
            <p:nvPr/>
          </p:nvGrpSpPr>
          <p:grpSpPr>
            <a:xfrm>
              <a:off x="3341172" y="2739793"/>
              <a:ext cx="631784" cy="333905"/>
              <a:chOff x="3860385" y="2527957"/>
              <a:chExt cx="345294" cy="182502"/>
            </a:xfrm>
          </p:grpSpPr>
          <p:sp>
            <p:nvSpPr>
              <p:cNvPr id="1525" name="Google Shape;1525;p66"/>
              <p:cNvSpPr/>
              <p:nvPr/>
            </p:nvSpPr>
            <p:spPr>
              <a:xfrm>
                <a:off x="3860385" y="2527957"/>
                <a:ext cx="303782" cy="182502"/>
              </a:xfrm>
              <a:custGeom>
                <a:avLst/>
                <a:gdLst/>
                <a:ahLst/>
                <a:cxnLst/>
                <a:rect l="l" t="t" r="r" b="b"/>
                <a:pathLst>
                  <a:path w="18548" h="11143" extrusionOk="0">
                    <a:moveTo>
                      <a:pt x="11008" y="1"/>
                    </a:moveTo>
                    <a:cubicBezTo>
                      <a:pt x="10908" y="1"/>
                      <a:pt x="10808" y="101"/>
                      <a:pt x="10808" y="201"/>
                    </a:cubicBezTo>
                    <a:cubicBezTo>
                      <a:pt x="10808" y="334"/>
                      <a:pt x="10908" y="434"/>
                      <a:pt x="11008" y="434"/>
                    </a:cubicBezTo>
                    <a:cubicBezTo>
                      <a:pt x="11242" y="434"/>
                      <a:pt x="11442" y="468"/>
                      <a:pt x="11642" y="468"/>
                    </a:cubicBezTo>
                    <a:cubicBezTo>
                      <a:pt x="11776" y="468"/>
                      <a:pt x="11842" y="368"/>
                      <a:pt x="11842" y="268"/>
                    </a:cubicBezTo>
                    <a:cubicBezTo>
                      <a:pt x="11842" y="168"/>
                      <a:pt x="11776" y="34"/>
                      <a:pt x="11642" y="34"/>
                    </a:cubicBezTo>
                    <a:cubicBezTo>
                      <a:pt x="11442" y="1"/>
                      <a:pt x="11242" y="1"/>
                      <a:pt x="11008" y="1"/>
                    </a:cubicBezTo>
                    <a:close/>
                    <a:moveTo>
                      <a:pt x="9741" y="101"/>
                    </a:moveTo>
                    <a:cubicBezTo>
                      <a:pt x="9507" y="101"/>
                      <a:pt x="9307" y="134"/>
                      <a:pt x="9107" y="168"/>
                    </a:cubicBezTo>
                    <a:cubicBezTo>
                      <a:pt x="8974" y="201"/>
                      <a:pt x="8940" y="301"/>
                      <a:pt x="8940" y="434"/>
                    </a:cubicBezTo>
                    <a:cubicBezTo>
                      <a:pt x="8940" y="501"/>
                      <a:pt x="9074" y="601"/>
                      <a:pt x="9140" y="601"/>
                    </a:cubicBezTo>
                    <a:cubicBezTo>
                      <a:pt x="9407" y="534"/>
                      <a:pt x="9607" y="501"/>
                      <a:pt x="9774" y="468"/>
                    </a:cubicBezTo>
                    <a:cubicBezTo>
                      <a:pt x="9841" y="468"/>
                      <a:pt x="9941" y="368"/>
                      <a:pt x="9941" y="268"/>
                    </a:cubicBezTo>
                    <a:cubicBezTo>
                      <a:pt x="9941" y="168"/>
                      <a:pt x="9841" y="101"/>
                      <a:pt x="9741" y="101"/>
                    </a:cubicBezTo>
                    <a:close/>
                    <a:moveTo>
                      <a:pt x="12891" y="194"/>
                    </a:moveTo>
                    <a:cubicBezTo>
                      <a:pt x="12784" y="194"/>
                      <a:pt x="12705" y="281"/>
                      <a:pt x="12676" y="368"/>
                    </a:cubicBezTo>
                    <a:cubicBezTo>
                      <a:pt x="12643" y="501"/>
                      <a:pt x="12710" y="601"/>
                      <a:pt x="12843" y="635"/>
                    </a:cubicBezTo>
                    <a:cubicBezTo>
                      <a:pt x="13010" y="668"/>
                      <a:pt x="13243" y="701"/>
                      <a:pt x="13443" y="768"/>
                    </a:cubicBezTo>
                    <a:lnTo>
                      <a:pt x="13477" y="768"/>
                    </a:lnTo>
                    <a:cubicBezTo>
                      <a:pt x="13610" y="768"/>
                      <a:pt x="13677" y="668"/>
                      <a:pt x="13744" y="601"/>
                    </a:cubicBezTo>
                    <a:cubicBezTo>
                      <a:pt x="13744" y="468"/>
                      <a:pt x="13677" y="368"/>
                      <a:pt x="13544" y="334"/>
                    </a:cubicBezTo>
                    <a:lnTo>
                      <a:pt x="12943" y="201"/>
                    </a:lnTo>
                    <a:cubicBezTo>
                      <a:pt x="12925" y="196"/>
                      <a:pt x="12908" y="194"/>
                      <a:pt x="12891" y="194"/>
                    </a:cubicBezTo>
                    <a:close/>
                    <a:moveTo>
                      <a:pt x="7959" y="459"/>
                    </a:moveTo>
                    <a:cubicBezTo>
                      <a:pt x="7942" y="459"/>
                      <a:pt x="7924" y="462"/>
                      <a:pt x="7906" y="468"/>
                    </a:cubicBezTo>
                    <a:cubicBezTo>
                      <a:pt x="7673" y="534"/>
                      <a:pt x="7473" y="601"/>
                      <a:pt x="7272" y="668"/>
                    </a:cubicBezTo>
                    <a:cubicBezTo>
                      <a:pt x="7139" y="701"/>
                      <a:pt x="7106" y="801"/>
                      <a:pt x="7139" y="935"/>
                    </a:cubicBezTo>
                    <a:cubicBezTo>
                      <a:pt x="7172" y="1001"/>
                      <a:pt x="7272" y="1035"/>
                      <a:pt x="7339" y="1035"/>
                    </a:cubicBezTo>
                    <a:lnTo>
                      <a:pt x="7439" y="1035"/>
                    </a:lnTo>
                    <a:cubicBezTo>
                      <a:pt x="7639" y="968"/>
                      <a:pt x="7806" y="868"/>
                      <a:pt x="8006" y="835"/>
                    </a:cubicBezTo>
                    <a:cubicBezTo>
                      <a:pt x="8106" y="801"/>
                      <a:pt x="8173" y="701"/>
                      <a:pt x="8140" y="601"/>
                    </a:cubicBezTo>
                    <a:cubicBezTo>
                      <a:pt x="8112" y="519"/>
                      <a:pt x="8040" y="459"/>
                      <a:pt x="7959" y="459"/>
                    </a:cubicBezTo>
                    <a:close/>
                    <a:moveTo>
                      <a:pt x="14670" y="689"/>
                    </a:moveTo>
                    <a:cubicBezTo>
                      <a:pt x="14587" y="689"/>
                      <a:pt x="14503" y="733"/>
                      <a:pt x="14478" y="835"/>
                    </a:cubicBezTo>
                    <a:cubicBezTo>
                      <a:pt x="14444" y="935"/>
                      <a:pt x="14478" y="1035"/>
                      <a:pt x="14611" y="1102"/>
                    </a:cubicBezTo>
                    <a:cubicBezTo>
                      <a:pt x="14811" y="1168"/>
                      <a:pt x="15011" y="1268"/>
                      <a:pt x="15178" y="1335"/>
                    </a:cubicBezTo>
                    <a:lnTo>
                      <a:pt x="15278" y="1335"/>
                    </a:lnTo>
                    <a:cubicBezTo>
                      <a:pt x="15345" y="1335"/>
                      <a:pt x="15445" y="1302"/>
                      <a:pt x="15445" y="1268"/>
                    </a:cubicBezTo>
                    <a:cubicBezTo>
                      <a:pt x="15478" y="1135"/>
                      <a:pt x="15445" y="1001"/>
                      <a:pt x="15311" y="968"/>
                    </a:cubicBezTo>
                    <a:cubicBezTo>
                      <a:pt x="15145" y="868"/>
                      <a:pt x="14945" y="801"/>
                      <a:pt x="14744" y="701"/>
                    </a:cubicBezTo>
                    <a:cubicBezTo>
                      <a:pt x="14721" y="693"/>
                      <a:pt x="14695" y="689"/>
                      <a:pt x="14670" y="689"/>
                    </a:cubicBezTo>
                    <a:close/>
                    <a:moveTo>
                      <a:pt x="6219" y="1122"/>
                    </a:moveTo>
                    <a:cubicBezTo>
                      <a:pt x="6192" y="1122"/>
                      <a:pt x="6165" y="1126"/>
                      <a:pt x="6138" y="1135"/>
                    </a:cubicBezTo>
                    <a:cubicBezTo>
                      <a:pt x="5938" y="1202"/>
                      <a:pt x="5738" y="1302"/>
                      <a:pt x="5571" y="1435"/>
                    </a:cubicBezTo>
                    <a:cubicBezTo>
                      <a:pt x="5438" y="1502"/>
                      <a:pt x="5438" y="1635"/>
                      <a:pt x="5471" y="1702"/>
                    </a:cubicBezTo>
                    <a:cubicBezTo>
                      <a:pt x="5504" y="1802"/>
                      <a:pt x="5571" y="1835"/>
                      <a:pt x="5638" y="1835"/>
                    </a:cubicBezTo>
                    <a:cubicBezTo>
                      <a:pt x="5671" y="1835"/>
                      <a:pt x="5738" y="1835"/>
                      <a:pt x="5805" y="1802"/>
                    </a:cubicBezTo>
                    <a:cubicBezTo>
                      <a:pt x="5971" y="1669"/>
                      <a:pt x="6172" y="1602"/>
                      <a:pt x="6338" y="1502"/>
                    </a:cubicBezTo>
                    <a:cubicBezTo>
                      <a:pt x="6438" y="1435"/>
                      <a:pt x="6472" y="1302"/>
                      <a:pt x="6438" y="1202"/>
                    </a:cubicBezTo>
                    <a:cubicBezTo>
                      <a:pt x="6365" y="1153"/>
                      <a:pt x="6292" y="1122"/>
                      <a:pt x="6219" y="1122"/>
                    </a:cubicBezTo>
                    <a:close/>
                    <a:moveTo>
                      <a:pt x="16385" y="1489"/>
                    </a:moveTo>
                    <a:cubicBezTo>
                      <a:pt x="16298" y="1489"/>
                      <a:pt x="16229" y="1527"/>
                      <a:pt x="16179" y="1602"/>
                    </a:cubicBezTo>
                    <a:cubicBezTo>
                      <a:pt x="16145" y="1702"/>
                      <a:pt x="16179" y="1835"/>
                      <a:pt x="16279" y="1869"/>
                    </a:cubicBezTo>
                    <a:cubicBezTo>
                      <a:pt x="16446" y="2002"/>
                      <a:pt x="16612" y="2102"/>
                      <a:pt x="16779" y="2202"/>
                    </a:cubicBezTo>
                    <a:cubicBezTo>
                      <a:pt x="16813" y="2269"/>
                      <a:pt x="16846" y="2269"/>
                      <a:pt x="16913" y="2269"/>
                    </a:cubicBezTo>
                    <a:cubicBezTo>
                      <a:pt x="16979" y="2269"/>
                      <a:pt x="17013" y="2202"/>
                      <a:pt x="17079" y="2136"/>
                    </a:cubicBezTo>
                    <a:cubicBezTo>
                      <a:pt x="17146" y="2036"/>
                      <a:pt x="17113" y="1935"/>
                      <a:pt x="17013" y="1835"/>
                    </a:cubicBezTo>
                    <a:cubicBezTo>
                      <a:pt x="16846" y="1702"/>
                      <a:pt x="16646" y="1635"/>
                      <a:pt x="16479" y="1502"/>
                    </a:cubicBezTo>
                    <a:cubicBezTo>
                      <a:pt x="16446" y="1493"/>
                      <a:pt x="16414" y="1489"/>
                      <a:pt x="16385" y="1489"/>
                    </a:cubicBezTo>
                    <a:close/>
                    <a:moveTo>
                      <a:pt x="4566" y="2085"/>
                    </a:moveTo>
                    <a:cubicBezTo>
                      <a:pt x="4528" y="2085"/>
                      <a:pt x="4495" y="2099"/>
                      <a:pt x="4470" y="2136"/>
                    </a:cubicBezTo>
                    <a:lnTo>
                      <a:pt x="3970" y="2503"/>
                    </a:lnTo>
                    <a:cubicBezTo>
                      <a:pt x="3903" y="2603"/>
                      <a:pt x="3837" y="2703"/>
                      <a:pt x="3937" y="2803"/>
                    </a:cubicBezTo>
                    <a:cubicBezTo>
                      <a:pt x="3970" y="2836"/>
                      <a:pt x="4070" y="2869"/>
                      <a:pt x="4103" y="2869"/>
                    </a:cubicBezTo>
                    <a:cubicBezTo>
                      <a:pt x="4137" y="2869"/>
                      <a:pt x="4170" y="2869"/>
                      <a:pt x="4204" y="2836"/>
                    </a:cubicBezTo>
                    <a:lnTo>
                      <a:pt x="4704" y="2469"/>
                    </a:lnTo>
                    <a:cubicBezTo>
                      <a:pt x="4804" y="2369"/>
                      <a:pt x="4837" y="2269"/>
                      <a:pt x="4771" y="2169"/>
                    </a:cubicBezTo>
                    <a:cubicBezTo>
                      <a:pt x="4707" y="2127"/>
                      <a:pt x="4631" y="2085"/>
                      <a:pt x="4566" y="2085"/>
                    </a:cubicBezTo>
                    <a:close/>
                    <a:moveTo>
                      <a:pt x="17906" y="2614"/>
                    </a:moveTo>
                    <a:cubicBezTo>
                      <a:pt x="17848" y="2614"/>
                      <a:pt x="17786" y="2630"/>
                      <a:pt x="17747" y="2669"/>
                    </a:cubicBezTo>
                    <a:cubicBezTo>
                      <a:pt x="17680" y="2769"/>
                      <a:pt x="17680" y="2869"/>
                      <a:pt x="17780" y="2970"/>
                    </a:cubicBezTo>
                    <a:cubicBezTo>
                      <a:pt x="17947" y="3103"/>
                      <a:pt x="18080" y="3236"/>
                      <a:pt x="18247" y="3370"/>
                    </a:cubicBezTo>
                    <a:cubicBezTo>
                      <a:pt x="18247" y="3403"/>
                      <a:pt x="18314" y="3403"/>
                      <a:pt x="18347" y="3403"/>
                    </a:cubicBezTo>
                    <a:cubicBezTo>
                      <a:pt x="18414" y="3403"/>
                      <a:pt x="18480" y="3403"/>
                      <a:pt x="18480" y="3336"/>
                    </a:cubicBezTo>
                    <a:cubicBezTo>
                      <a:pt x="18547" y="3270"/>
                      <a:pt x="18547" y="3136"/>
                      <a:pt x="18480" y="3036"/>
                    </a:cubicBezTo>
                    <a:cubicBezTo>
                      <a:pt x="18347" y="2936"/>
                      <a:pt x="18180" y="2769"/>
                      <a:pt x="18013" y="2636"/>
                    </a:cubicBezTo>
                    <a:cubicBezTo>
                      <a:pt x="17986" y="2622"/>
                      <a:pt x="17947" y="2614"/>
                      <a:pt x="17906" y="2614"/>
                    </a:cubicBezTo>
                    <a:close/>
                    <a:moveTo>
                      <a:pt x="3165" y="3361"/>
                    </a:moveTo>
                    <a:cubicBezTo>
                      <a:pt x="3111" y="3361"/>
                      <a:pt x="3053" y="3387"/>
                      <a:pt x="3003" y="3437"/>
                    </a:cubicBezTo>
                    <a:cubicBezTo>
                      <a:pt x="2903" y="3537"/>
                      <a:pt x="2736" y="3703"/>
                      <a:pt x="2602" y="3870"/>
                    </a:cubicBezTo>
                    <a:cubicBezTo>
                      <a:pt x="2569" y="3970"/>
                      <a:pt x="2569" y="4104"/>
                      <a:pt x="2636" y="4170"/>
                    </a:cubicBezTo>
                    <a:cubicBezTo>
                      <a:pt x="2669" y="4204"/>
                      <a:pt x="2736" y="4204"/>
                      <a:pt x="2769" y="4204"/>
                    </a:cubicBezTo>
                    <a:cubicBezTo>
                      <a:pt x="2803" y="4204"/>
                      <a:pt x="2903" y="4170"/>
                      <a:pt x="2903" y="4170"/>
                    </a:cubicBezTo>
                    <a:cubicBezTo>
                      <a:pt x="3003" y="4004"/>
                      <a:pt x="3169" y="3870"/>
                      <a:pt x="3303" y="3703"/>
                    </a:cubicBezTo>
                    <a:cubicBezTo>
                      <a:pt x="3370" y="3637"/>
                      <a:pt x="3370" y="3503"/>
                      <a:pt x="3303" y="3437"/>
                    </a:cubicBezTo>
                    <a:cubicBezTo>
                      <a:pt x="3270" y="3387"/>
                      <a:pt x="3219" y="3361"/>
                      <a:pt x="3165" y="3361"/>
                    </a:cubicBezTo>
                    <a:close/>
                    <a:moveTo>
                      <a:pt x="1987" y="4801"/>
                    </a:moveTo>
                    <a:cubicBezTo>
                      <a:pt x="1926" y="4801"/>
                      <a:pt x="1864" y="4830"/>
                      <a:pt x="1802" y="4871"/>
                    </a:cubicBezTo>
                    <a:cubicBezTo>
                      <a:pt x="1668" y="5038"/>
                      <a:pt x="1602" y="5271"/>
                      <a:pt x="1468" y="5438"/>
                    </a:cubicBezTo>
                    <a:cubicBezTo>
                      <a:pt x="1435" y="5538"/>
                      <a:pt x="1468" y="5671"/>
                      <a:pt x="1568" y="5705"/>
                    </a:cubicBezTo>
                    <a:cubicBezTo>
                      <a:pt x="1602" y="5772"/>
                      <a:pt x="1635" y="5772"/>
                      <a:pt x="1668" y="5772"/>
                    </a:cubicBezTo>
                    <a:cubicBezTo>
                      <a:pt x="1768" y="5772"/>
                      <a:pt x="1835" y="5705"/>
                      <a:pt x="1802" y="5638"/>
                    </a:cubicBezTo>
                    <a:cubicBezTo>
                      <a:pt x="1935" y="5471"/>
                      <a:pt x="2002" y="5305"/>
                      <a:pt x="2135" y="5138"/>
                    </a:cubicBezTo>
                    <a:cubicBezTo>
                      <a:pt x="2235" y="5038"/>
                      <a:pt x="2169" y="4938"/>
                      <a:pt x="2102" y="4838"/>
                    </a:cubicBezTo>
                    <a:cubicBezTo>
                      <a:pt x="2064" y="4812"/>
                      <a:pt x="2026" y="4801"/>
                      <a:pt x="1987" y="4801"/>
                    </a:cubicBezTo>
                    <a:close/>
                    <a:moveTo>
                      <a:pt x="1142" y="6460"/>
                    </a:moveTo>
                    <a:cubicBezTo>
                      <a:pt x="1044" y="6460"/>
                      <a:pt x="960" y="6504"/>
                      <a:pt x="935" y="6605"/>
                    </a:cubicBezTo>
                    <a:cubicBezTo>
                      <a:pt x="834" y="6772"/>
                      <a:pt x="768" y="6972"/>
                      <a:pt x="668" y="7173"/>
                    </a:cubicBezTo>
                    <a:cubicBezTo>
                      <a:pt x="634" y="7273"/>
                      <a:pt x="668" y="7373"/>
                      <a:pt x="801" y="7439"/>
                    </a:cubicBezTo>
                    <a:lnTo>
                      <a:pt x="901" y="7439"/>
                    </a:lnTo>
                    <a:cubicBezTo>
                      <a:pt x="968" y="7439"/>
                      <a:pt x="1068" y="7373"/>
                      <a:pt x="1135" y="7339"/>
                    </a:cubicBezTo>
                    <a:cubicBezTo>
                      <a:pt x="1168" y="7139"/>
                      <a:pt x="1268" y="6939"/>
                      <a:pt x="1335" y="6739"/>
                    </a:cubicBezTo>
                    <a:cubicBezTo>
                      <a:pt x="1402" y="6639"/>
                      <a:pt x="1335" y="6505"/>
                      <a:pt x="1235" y="6472"/>
                    </a:cubicBezTo>
                    <a:cubicBezTo>
                      <a:pt x="1203" y="6464"/>
                      <a:pt x="1172" y="6460"/>
                      <a:pt x="1142" y="6460"/>
                    </a:cubicBezTo>
                    <a:close/>
                    <a:moveTo>
                      <a:pt x="568" y="8207"/>
                    </a:moveTo>
                    <a:cubicBezTo>
                      <a:pt x="434" y="8207"/>
                      <a:pt x="334" y="8240"/>
                      <a:pt x="301" y="8373"/>
                    </a:cubicBezTo>
                    <a:lnTo>
                      <a:pt x="167" y="9007"/>
                    </a:lnTo>
                    <a:cubicBezTo>
                      <a:pt x="167" y="9141"/>
                      <a:pt x="234" y="9207"/>
                      <a:pt x="401" y="9241"/>
                    </a:cubicBezTo>
                    <a:cubicBezTo>
                      <a:pt x="501" y="9241"/>
                      <a:pt x="601" y="9174"/>
                      <a:pt x="601" y="9041"/>
                    </a:cubicBezTo>
                    <a:cubicBezTo>
                      <a:pt x="634" y="8874"/>
                      <a:pt x="668" y="8674"/>
                      <a:pt x="734" y="8473"/>
                    </a:cubicBezTo>
                    <a:cubicBezTo>
                      <a:pt x="734" y="8340"/>
                      <a:pt x="668" y="8240"/>
                      <a:pt x="568" y="8207"/>
                    </a:cubicBezTo>
                    <a:close/>
                    <a:moveTo>
                      <a:pt x="234" y="10075"/>
                    </a:moveTo>
                    <a:cubicBezTo>
                      <a:pt x="134" y="10075"/>
                      <a:pt x="1" y="10175"/>
                      <a:pt x="1" y="10308"/>
                    </a:cubicBezTo>
                    <a:lnTo>
                      <a:pt x="1" y="10909"/>
                    </a:lnTo>
                    <a:cubicBezTo>
                      <a:pt x="1" y="11042"/>
                      <a:pt x="101" y="11142"/>
                      <a:pt x="234" y="11142"/>
                    </a:cubicBezTo>
                    <a:cubicBezTo>
                      <a:pt x="334" y="11142"/>
                      <a:pt x="434" y="11009"/>
                      <a:pt x="434" y="10909"/>
                    </a:cubicBezTo>
                    <a:lnTo>
                      <a:pt x="434" y="10308"/>
                    </a:lnTo>
                    <a:cubicBezTo>
                      <a:pt x="434" y="10208"/>
                      <a:pt x="334" y="10075"/>
                      <a:pt x="234" y="10075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6" name="Google Shape;1526;p66"/>
              <p:cNvSpPr/>
              <p:nvPr/>
            </p:nvSpPr>
            <p:spPr>
              <a:xfrm>
                <a:off x="4141198" y="2563464"/>
                <a:ext cx="64481" cy="65578"/>
              </a:xfrm>
              <a:custGeom>
                <a:avLst/>
                <a:gdLst/>
                <a:ahLst/>
                <a:cxnLst/>
                <a:rect l="l" t="t" r="r" b="b"/>
                <a:pathLst>
                  <a:path w="3937" h="4004" extrusionOk="0">
                    <a:moveTo>
                      <a:pt x="2368" y="1"/>
                    </a:moveTo>
                    <a:lnTo>
                      <a:pt x="0" y="2169"/>
                    </a:lnTo>
                    <a:lnTo>
                      <a:pt x="3936" y="4004"/>
                    </a:lnTo>
                    <a:lnTo>
                      <a:pt x="2368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27" name="Google Shape;1527;p66"/>
            <p:cNvGrpSpPr/>
            <p:nvPr/>
          </p:nvGrpSpPr>
          <p:grpSpPr>
            <a:xfrm>
              <a:off x="5098180" y="3525126"/>
              <a:ext cx="512603" cy="492364"/>
              <a:chOff x="5073207" y="3364372"/>
              <a:chExt cx="290657" cy="279197"/>
            </a:xfrm>
          </p:grpSpPr>
          <p:sp>
            <p:nvSpPr>
              <p:cNvPr id="1528" name="Google Shape;1528;p66"/>
              <p:cNvSpPr/>
              <p:nvPr/>
            </p:nvSpPr>
            <p:spPr>
              <a:xfrm>
                <a:off x="5073207" y="3423791"/>
                <a:ext cx="273171" cy="219779"/>
              </a:xfrm>
              <a:custGeom>
                <a:avLst/>
                <a:gdLst/>
                <a:ahLst/>
                <a:cxnLst/>
                <a:rect l="l" t="t" r="r" b="b"/>
                <a:pathLst>
                  <a:path w="16679" h="13419" extrusionOk="0">
                    <a:moveTo>
                      <a:pt x="16244" y="0"/>
                    </a:moveTo>
                    <a:cubicBezTo>
                      <a:pt x="16223" y="0"/>
                      <a:pt x="16202" y="3"/>
                      <a:pt x="16179" y="9"/>
                    </a:cubicBezTo>
                    <a:cubicBezTo>
                      <a:pt x="16145" y="9"/>
                      <a:pt x="16112" y="42"/>
                      <a:pt x="16079" y="142"/>
                    </a:cubicBezTo>
                    <a:cubicBezTo>
                      <a:pt x="16012" y="175"/>
                      <a:pt x="16012" y="275"/>
                      <a:pt x="16012" y="309"/>
                    </a:cubicBezTo>
                    <a:cubicBezTo>
                      <a:pt x="16079" y="476"/>
                      <a:pt x="16112" y="676"/>
                      <a:pt x="16145" y="876"/>
                    </a:cubicBezTo>
                    <a:cubicBezTo>
                      <a:pt x="16179" y="1009"/>
                      <a:pt x="16279" y="1043"/>
                      <a:pt x="16412" y="1043"/>
                    </a:cubicBezTo>
                    <a:cubicBezTo>
                      <a:pt x="16512" y="1009"/>
                      <a:pt x="16579" y="943"/>
                      <a:pt x="16579" y="809"/>
                    </a:cubicBezTo>
                    <a:lnTo>
                      <a:pt x="16445" y="175"/>
                    </a:lnTo>
                    <a:cubicBezTo>
                      <a:pt x="16418" y="65"/>
                      <a:pt x="16344" y="0"/>
                      <a:pt x="16244" y="0"/>
                    </a:cubicBezTo>
                    <a:close/>
                    <a:moveTo>
                      <a:pt x="16479" y="1843"/>
                    </a:moveTo>
                    <a:cubicBezTo>
                      <a:pt x="16412" y="1843"/>
                      <a:pt x="16345" y="1877"/>
                      <a:pt x="16312" y="1943"/>
                    </a:cubicBezTo>
                    <a:cubicBezTo>
                      <a:pt x="16279" y="1977"/>
                      <a:pt x="16279" y="2010"/>
                      <a:pt x="16279" y="2043"/>
                    </a:cubicBezTo>
                    <a:lnTo>
                      <a:pt x="16279" y="2677"/>
                    </a:lnTo>
                    <a:cubicBezTo>
                      <a:pt x="16279" y="2811"/>
                      <a:pt x="16345" y="2877"/>
                      <a:pt x="16479" y="2877"/>
                    </a:cubicBezTo>
                    <a:cubicBezTo>
                      <a:pt x="16612" y="2877"/>
                      <a:pt x="16679" y="2811"/>
                      <a:pt x="16679" y="2677"/>
                    </a:cubicBezTo>
                    <a:lnTo>
                      <a:pt x="16679" y="2043"/>
                    </a:lnTo>
                    <a:cubicBezTo>
                      <a:pt x="16679" y="1943"/>
                      <a:pt x="16612" y="1843"/>
                      <a:pt x="16479" y="1843"/>
                    </a:cubicBezTo>
                    <a:close/>
                    <a:moveTo>
                      <a:pt x="16445" y="3711"/>
                    </a:moveTo>
                    <a:cubicBezTo>
                      <a:pt x="16345" y="3711"/>
                      <a:pt x="16279" y="3778"/>
                      <a:pt x="16245" y="3811"/>
                    </a:cubicBezTo>
                    <a:cubicBezTo>
                      <a:pt x="16179" y="3845"/>
                      <a:pt x="16179" y="3845"/>
                      <a:pt x="16179" y="3878"/>
                    </a:cubicBezTo>
                    <a:cubicBezTo>
                      <a:pt x="16179" y="4112"/>
                      <a:pt x="16145" y="4312"/>
                      <a:pt x="16112" y="4512"/>
                    </a:cubicBezTo>
                    <a:cubicBezTo>
                      <a:pt x="16112" y="4645"/>
                      <a:pt x="16145" y="4712"/>
                      <a:pt x="16279" y="4779"/>
                    </a:cubicBezTo>
                    <a:cubicBezTo>
                      <a:pt x="16379" y="4779"/>
                      <a:pt x="16479" y="4712"/>
                      <a:pt x="16512" y="4612"/>
                    </a:cubicBezTo>
                    <a:cubicBezTo>
                      <a:pt x="16546" y="4378"/>
                      <a:pt x="16546" y="4178"/>
                      <a:pt x="16612" y="3978"/>
                    </a:cubicBezTo>
                    <a:cubicBezTo>
                      <a:pt x="16646" y="3845"/>
                      <a:pt x="16579" y="3711"/>
                      <a:pt x="16445" y="3711"/>
                    </a:cubicBezTo>
                    <a:close/>
                    <a:moveTo>
                      <a:pt x="16000" y="5533"/>
                    </a:moveTo>
                    <a:cubicBezTo>
                      <a:pt x="15920" y="5533"/>
                      <a:pt x="15845" y="5571"/>
                      <a:pt x="15845" y="5646"/>
                    </a:cubicBezTo>
                    <a:cubicBezTo>
                      <a:pt x="15812" y="5646"/>
                      <a:pt x="15812" y="5679"/>
                      <a:pt x="15812" y="5679"/>
                    </a:cubicBezTo>
                    <a:cubicBezTo>
                      <a:pt x="15745" y="5879"/>
                      <a:pt x="15678" y="6046"/>
                      <a:pt x="15612" y="6280"/>
                    </a:cubicBezTo>
                    <a:cubicBezTo>
                      <a:pt x="15578" y="6346"/>
                      <a:pt x="15612" y="6480"/>
                      <a:pt x="15745" y="6513"/>
                    </a:cubicBezTo>
                    <a:cubicBezTo>
                      <a:pt x="15761" y="6521"/>
                      <a:pt x="15780" y="6525"/>
                      <a:pt x="15801" y="6525"/>
                    </a:cubicBezTo>
                    <a:cubicBezTo>
                      <a:pt x="15869" y="6525"/>
                      <a:pt x="15953" y="6482"/>
                      <a:pt x="15978" y="6380"/>
                    </a:cubicBezTo>
                    <a:cubicBezTo>
                      <a:pt x="16079" y="6213"/>
                      <a:pt x="16112" y="6013"/>
                      <a:pt x="16179" y="5813"/>
                    </a:cubicBezTo>
                    <a:cubicBezTo>
                      <a:pt x="16245" y="5713"/>
                      <a:pt x="16179" y="5613"/>
                      <a:pt x="16079" y="5546"/>
                    </a:cubicBezTo>
                    <a:cubicBezTo>
                      <a:pt x="16054" y="5538"/>
                      <a:pt x="16026" y="5533"/>
                      <a:pt x="16000" y="5533"/>
                    </a:cubicBezTo>
                    <a:close/>
                    <a:moveTo>
                      <a:pt x="15278" y="7301"/>
                    </a:moveTo>
                    <a:cubicBezTo>
                      <a:pt x="15206" y="7301"/>
                      <a:pt x="15109" y="7332"/>
                      <a:pt x="15011" y="7381"/>
                    </a:cubicBezTo>
                    <a:cubicBezTo>
                      <a:pt x="14944" y="7547"/>
                      <a:pt x="14844" y="7781"/>
                      <a:pt x="14744" y="7948"/>
                    </a:cubicBezTo>
                    <a:cubicBezTo>
                      <a:pt x="14678" y="8048"/>
                      <a:pt x="14744" y="8181"/>
                      <a:pt x="14811" y="8214"/>
                    </a:cubicBezTo>
                    <a:cubicBezTo>
                      <a:pt x="14850" y="8234"/>
                      <a:pt x="14889" y="8242"/>
                      <a:pt x="14926" y="8242"/>
                    </a:cubicBezTo>
                    <a:cubicBezTo>
                      <a:pt x="15014" y="8242"/>
                      <a:pt x="15088" y="8195"/>
                      <a:pt x="15111" y="8148"/>
                    </a:cubicBezTo>
                    <a:cubicBezTo>
                      <a:pt x="15245" y="7981"/>
                      <a:pt x="15345" y="7747"/>
                      <a:pt x="15445" y="7581"/>
                    </a:cubicBezTo>
                    <a:cubicBezTo>
                      <a:pt x="15478" y="7481"/>
                      <a:pt x="15445" y="7347"/>
                      <a:pt x="15345" y="7314"/>
                    </a:cubicBezTo>
                    <a:cubicBezTo>
                      <a:pt x="15327" y="7305"/>
                      <a:pt x="15304" y="7301"/>
                      <a:pt x="15278" y="7301"/>
                    </a:cubicBezTo>
                    <a:close/>
                    <a:moveTo>
                      <a:pt x="14279" y="8845"/>
                    </a:moveTo>
                    <a:cubicBezTo>
                      <a:pt x="14218" y="8845"/>
                      <a:pt x="14152" y="8874"/>
                      <a:pt x="14110" y="8915"/>
                    </a:cubicBezTo>
                    <a:cubicBezTo>
                      <a:pt x="13977" y="9115"/>
                      <a:pt x="13844" y="9215"/>
                      <a:pt x="13744" y="9382"/>
                    </a:cubicBezTo>
                    <a:cubicBezTo>
                      <a:pt x="13643" y="9515"/>
                      <a:pt x="13643" y="9649"/>
                      <a:pt x="13744" y="9682"/>
                    </a:cubicBezTo>
                    <a:cubicBezTo>
                      <a:pt x="13777" y="9716"/>
                      <a:pt x="13827" y="9732"/>
                      <a:pt x="13877" y="9732"/>
                    </a:cubicBezTo>
                    <a:cubicBezTo>
                      <a:pt x="13927" y="9732"/>
                      <a:pt x="13977" y="9716"/>
                      <a:pt x="14010" y="9682"/>
                    </a:cubicBezTo>
                    <a:cubicBezTo>
                      <a:pt x="14177" y="9515"/>
                      <a:pt x="14311" y="9349"/>
                      <a:pt x="14444" y="9182"/>
                    </a:cubicBezTo>
                    <a:cubicBezTo>
                      <a:pt x="14511" y="9082"/>
                      <a:pt x="14477" y="8982"/>
                      <a:pt x="14377" y="8882"/>
                    </a:cubicBezTo>
                    <a:cubicBezTo>
                      <a:pt x="14352" y="8856"/>
                      <a:pt x="14317" y="8845"/>
                      <a:pt x="14279" y="8845"/>
                    </a:cubicBezTo>
                    <a:close/>
                    <a:moveTo>
                      <a:pt x="13006" y="10208"/>
                    </a:moveTo>
                    <a:cubicBezTo>
                      <a:pt x="12951" y="10208"/>
                      <a:pt x="12893" y="10233"/>
                      <a:pt x="12843" y="10283"/>
                    </a:cubicBezTo>
                    <a:cubicBezTo>
                      <a:pt x="12743" y="10449"/>
                      <a:pt x="12576" y="10549"/>
                      <a:pt x="12409" y="10683"/>
                    </a:cubicBezTo>
                    <a:cubicBezTo>
                      <a:pt x="12365" y="10683"/>
                      <a:pt x="12350" y="10698"/>
                      <a:pt x="12345" y="10698"/>
                    </a:cubicBezTo>
                    <a:cubicBezTo>
                      <a:pt x="12343" y="10698"/>
                      <a:pt x="12343" y="10694"/>
                      <a:pt x="12343" y="10683"/>
                    </a:cubicBezTo>
                    <a:cubicBezTo>
                      <a:pt x="12309" y="10783"/>
                      <a:pt x="12309" y="10850"/>
                      <a:pt x="12343" y="10916"/>
                    </a:cubicBezTo>
                    <a:cubicBezTo>
                      <a:pt x="12407" y="10981"/>
                      <a:pt x="12486" y="11018"/>
                      <a:pt x="12551" y="11018"/>
                    </a:cubicBezTo>
                    <a:cubicBezTo>
                      <a:pt x="12587" y="11018"/>
                      <a:pt x="12619" y="11007"/>
                      <a:pt x="12643" y="10983"/>
                    </a:cubicBezTo>
                    <a:cubicBezTo>
                      <a:pt x="12810" y="10850"/>
                      <a:pt x="12976" y="10683"/>
                      <a:pt x="13143" y="10549"/>
                    </a:cubicBezTo>
                    <a:cubicBezTo>
                      <a:pt x="13243" y="10483"/>
                      <a:pt x="13243" y="10349"/>
                      <a:pt x="13143" y="10283"/>
                    </a:cubicBezTo>
                    <a:cubicBezTo>
                      <a:pt x="13110" y="10233"/>
                      <a:pt x="13060" y="10208"/>
                      <a:pt x="13006" y="10208"/>
                    </a:cubicBezTo>
                    <a:close/>
                    <a:moveTo>
                      <a:pt x="235" y="11422"/>
                    </a:moveTo>
                    <a:cubicBezTo>
                      <a:pt x="161" y="11422"/>
                      <a:pt x="90" y="11460"/>
                      <a:pt x="67" y="11483"/>
                    </a:cubicBezTo>
                    <a:cubicBezTo>
                      <a:pt x="0" y="11550"/>
                      <a:pt x="67" y="11717"/>
                      <a:pt x="134" y="11750"/>
                    </a:cubicBezTo>
                    <a:cubicBezTo>
                      <a:pt x="301" y="11884"/>
                      <a:pt x="501" y="12017"/>
                      <a:pt x="668" y="12117"/>
                    </a:cubicBezTo>
                    <a:cubicBezTo>
                      <a:pt x="701" y="12126"/>
                      <a:pt x="734" y="12130"/>
                      <a:pt x="766" y="12130"/>
                    </a:cubicBezTo>
                    <a:cubicBezTo>
                      <a:pt x="861" y="12130"/>
                      <a:pt x="943" y="12092"/>
                      <a:pt x="968" y="12017"/>
                    </a:cubicBezTo>
                    <a:cubicBezTo>
                      <a:pt x="1001" y="11884"/>
                      <a:pt x="968" y="11784"/>
                      <a:pt x="901" y="11717"/>
                    </a:cubicBezTo>
                    <a:cubicBezTo>
                      <a:pt x="668" y="11650"/>
                      <a:pt x="501" y="11550"/>
                      <a:pt x="334" y="11450"/>
                    </a:cubicBezTo>
                    <a:cubicBezTo>
                      <a:pt x="303" y="11429"/>
                      <a:pt x="269" y="11422"/>
                      <a:pt x="235" y="11422"/>
                    </a:cubicBezTo>
                    <a:close/>
                    <a:moveTo>
                      <a:pt x="11516" y="11406"/>
                    </a:moveTo>
                    <a:cubicBezTo>
                      <a:pt x="11475" y="11406"/>
                      <a:pt x="11436" y="11422"/>
                      <a:pt x="11409" y="11450"/>
                    </a:cubicBezTo>
                    <a:cubicBezTo>
                      <a:pt x="11242" y="11517"/>
                      <a:pt x="11008" y="11650"/>
                      <a:pt x="10841" y="11717"/>
                    </a:cubicBezTo>
                    <a:cubicBezTo>
                      <a:pt x="10808" y="11717"/>
                      <a:pt x="10808" y="11750"/>
                      <a:pt x="10775" y="11850"/>
                    </a:cubicBezTo>
                    <a:cubicBezTo>
                      <a:pt x="10741" y="11884"/>
                      <a:pt x="10741" y="11984"/>
                      <a:pt x="10775" y="12051"/>
                    </a:cubicBezTo>
                    <a:cubicBezTo>
                      <a:pt x="10825" y="12126"/>
                      <a:pt x="10912" y="12163"/>
                      <a:pt x="10995" y="12163"/>
                    </a:cubicBezTo>
                    <a:cubicBezTo>
                      <a:pt x="11023" y="12163"/>
                      <a:pt x="11050" y="12159"/>
                      <a:pt x="11075" y="12151"/>
                    </a:cubicBezTo>
                    <a:cubicBezTo>
                      <a:pt x="11242" y="12017"/>
                      <a:pt x="11442" y="11950"/>
                      <a:pt x="11609" y="11817"/>
                    </a:cubicBezTo>
                    <a:cubicBezTo>
                      <a:pt x="11742" y="11717"/>
                      <a:pt x="11742" y="11617"/>
                      <a:pt x="11675" y="11517"/>
                    </a:cubicBezTo>
                    <a:cubicBezTo>
                      <a:pt x="11636" y="11439"/>
                      <a:pt x="11574" y="11406"/>
                      <a:pt x="11516" y="11406"/>
                    </a:cubicBezTo>
                    <a:close/>
                    <a:moveTo>
                      <a:pt x="9859" y="12205"/>
                    </a:moveTo>
                    <a:cubicBezTo>
                      <a:pt x="9833" y="12205"/>
                      <a:pt x="9806" y="12209"/>
                      <a:pt x="9774" y="12217"/>
                    </a:cubicBezTo>
                    <a:cubicBezTo>
                      <a:pt x="9574" y="12317"/>
                      <a:pt x="9407" y="12351"/>
                      <a:pt x="9174" y="12451"/>
                    </a:cubicBezTo>
                    <a:cubicBezTo>
                      <a:pt x="9140" y="12484"/>
                      <a:pt x="9107" y="12484"/>
                      <a:pt x="9107" y="12551"/>
                    </a:cubicBezTo>
                    <a:lnTo>
                      <a:pt x="9107" y="12718"/>
                    </a:lnTo>
                    <a:cubicBezTo>
                      <a:pt x="9134" y="12800"/>
                      <a:pt x="9207" y="12860"/>
                      <a:pt x="9288" y="12860"/>
                    </a:cubicBezTo>
                    <a:cubicBezTo>
                      <a:pt x="9305" y="12860"/>
                      <a:pt x="9323" y="12857"/>
                      <a:pt x="9340" y="12851"/>
                    </a:cubicBezTo>
                    <a:cubicBezTo>
                      <a:pt x="9507" y="12818"/>
                      <a:pt x="9707" y="12718"/>
                      <a:pt x="9941" y="12651"/>
                    </a:cubicBezTo>
                    <a:cubicBezTo>
                      <a:pt x="10074" y="12551"/>
                      <a:pt x="10108" y="12484"/>
                      <a:pt x="10074" y="12351"/>
                    </a:cubicBezTo>
                    <a:cubicBezTo>
                      <a:pt x="9998" y="12249"/>
                      <a:pt x="9941" y="12205"/>
                      <a:pt x="9859" y="12205"/>
                    </a:cubicBezTo>
                    <a:close/>
                    <a:moveTo>
                      <a:pt x="1897" y="12256"/>
                    </a:moveTo>
                    <a:cubicBezTo>
                      <a:pt x="1832" y="12256"/>
                      <a:pt x="1759" y="12304"/>
                      <a:pt x="1735" y="12351"/>
                    </a:cubicBezTo>
                    <a:lnTo>
                      <a:pt x="1735" y="12384"/>
                    </a:lnTo>
                    <a:cubicBezTo>
                      <a:pt x="1668" y="12484"/>
                      <a:pt x="1735" y="12618"/>
                      <a:pt x="1835" y="12651"/>
                    </a:cubicBezTo>
                    <a:cubicBezTo>
                      <a:pt x="2002" y="12718"/>
                      <a:pt x="2202" y="12784"/>
                      <a:pt x="2435" y="12851"/>
                    </a:cubicBezTo>
                    <a:cubicBezTo>
                      <a:pt x="2451" y="12859"/>
                      <a:pt x="2471" y="12863"/>
                      <a:pt x="2492" y="12863"/>
                    </a:cubicBezTo>
                    <a:cubicBezTo>
                      <a:pt x="2560" y="12863"/>
                      <a:pt x="2644" y="12820"/>
                      <a:pt x="2669" y="12718"/>
                    </a:cubicBezTo>
                    <a:cubicBezTo>
                      <a:pt x="2702" y="12651"/>
                      <a:pt x="2669" y="12518"/>
                      <a:pt x="2569" y="12484"/>
                    </a:cubicBezTo>
                    <a:cubicBezTo>
                      <a:pt x="2335" y="12384"/>
                      <a:pt x="2169" y="12351"/>
                      <a:pt x="1968" y="12284"/>
                    </a:cubicBezTo>
                    <a:cubicBezTo>
                      <a:pt x="1949" y="12264"/>
                      <a:pt x="1924" y="12256"/>
                      <a:pt x="1897" y="12256"/>
                    </a:cubicBezTo>
                    <a:close/>
                    <a:moveTo>
                      <a:pt x="8052" y="12763"/>
                    </a:moveTo>
                    <a:cubicBezTo>
                      <a:pt x="8028" y="12763"/>
                      <a:pt x="8002" y="12770"/>
                      <a:pt x="7973" y="12784"/>
                    </a:cubicBezTo>
                    <a:cubicBezTo>
                      <a:pt x="7806" y="12818"/>
                      <a:pt x="7606" y="12851"/>
                      <a:pt x="7406" y="12884"/>
                    </a:cubicBezTo>
                    <a:cubicBezTo>
                      <a:pt x="7339" y="12884"/>
                      <a:pt x="7272" y="12951"/>
                      <a:pt x="7239" y="13018"/>
                    </a:cubicBezTo>
                    <a:cubicBezTo>
                      <a:pt x="7172" y="13051"/>
                      <a:pt x="7172" y="13118"/>
                      <a:pt x="7172" y="13151"/>
                    </a:cubicBezTo>
                    <a:cubicBezTo>
                      <a:pt x="7239" y="13285"/>
                      <a:pt x="7306" y="13318"/>
                      <a:pt x="7439" y="13318"/>
                    </a:cubicBezTo>
                    <a:lnTo>
                      <a:pt x="8073" y="13185"/>
                    </a:lnTo>
                    <a:cubicBezTo>
                      <a:pt x="8173" y="13151"/>
                      <a:pt x="8273" y="13051"/>
                      <a:pt x="8240" y="12951"/>
                    </a:cubicBezTo>
                    <a:cubicBezTo>
                      <a:pt x="8188" y="12847"/>
                      <a:pt x="8135" y="12763"/>
                      <a:pt x="8052" y="12763"/>
                    </a:cubicBezTo>
                    <a:close/>
                    <a:moveTo>
                      <a:pt x="3655" y="12804"/>
                    </a:moveTo>
                    <a:cubicBezTo>
                      <a:pt x="3594" y="12804"/>
                      <a:pt x="3540" y="12828"/>
                      <a:pt x="3470" y="12851"/>
                    </a:cubicBezTo>
                    <a:cubicBezTo>
                      <a:pt x="3436" y="12884"/>
                      <a:pt x="3436" y="12884"/>
                      <a:pt x="3436" y="12918"/>
                    </a:cubicBezTo>
                    <a:cubicBezTo>
                      <a:pt x="3436" y="13051"/>
                      <a:pt x="3470" y="13151"/>
                      <a:pt x="3603" y="13185"/>
                    </a:cubicBezTo>
                    <a:lnTo>
                      <a:pt x="4203" y="13318"/>
                    </a:lnTo>
                    <a:cubicBezTo>
                      <a:pt x="4226" y="13324"/>
                      <a:pt x="4249" y="13327"/>
                      <a:pt x="4271" y="13327"/>
                    </a:cubicBezTo>
                    <a:cubicBezTo>
                      <a:pt x="4379" y="13327"/>
                      <a:pt x="4470" y="13262"/>
                      <a:pt x="4470" y="13151"/>
                    </a:cubicBezTo>
                    <a:cubicBezTo>
                      <a:pt x="4504" y="13018"/>
                      <a:pt x="4437" y="12884"/>
                      <a:pt x="4303" y="12884"/>
                    </a:cubicBezTo>
                    <a:cubicBezTo>
                      <a:pt x="4137" y="12884"/>
                      <a:pt x="3937" y="12851"/>
                      <a:pt x="3736" y="12818"/>
                    </a:cubicBezTo>
                    <a:cubicBezTo>
                      <a:pt x="3707" y="12808"/>
                      <a:pt x="3681" y="12804"/>
                      <a:pt x="3655" y="12804"/>
                    </a:cubicBezTo>
                    <a:close/>
                    <a:moveTo>
                      <a:pt x="5571" y="13018"/>
                    </a:moveTo>
                    <a:cubicBezTo>
                      <a:pt x="5471" y="13018"/>
                      <a:pt x="5438" y="13018"/>
                      <a:pt x="5404" y="13151"/>
                    </a:cubicBezTo>
                    <a:cubicBezTo>
                      <a:pt x="5338" y="13151"/>
                      <a:pt x="5338" y="13185"/>
                      <a:pt x="5338" y="13218"/>
                    </a:cubicBezTo>
                    <a:cubicBezTo>
                      <a:pt x="5338" y="13351"/>
                      <a:pt x="5438" y="13418"/>
                      <a:pt x="5571" y="13418"/>
                    </a:cubicBezTo>
                    <a:lnTo>
                      <a:pt x="6171" y="13418"/>
                    </a:lnTo>
                    <a:cubicBezTo>
                      <a:pt x="6305" y="13418"/>
                      <a:pt x="6405" y="13351"/>
                      <a:pt x="6405" y="13218"/>
                    </a:cubicBezTo>
                    <a:cubicBezTo>
                      <a:pt x="6405" y="13085"/>
                      <a:pt x="6305" y="13018"/>
                      <a:pt x="6171" y="13018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29" name="Google Shape;1529;p66"/>
              <p:cNvSpPr/>
              <p:nvPr/>
            </p:nvSpPr>
            <p:spPr>
              <a:xfrm>
                <a:off x="5313043" y="3364372"/>
                <a:ext cx="50821" cy="69951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4271" extrusionOk="0">
                    <a:moveTo>
                      <a:pt x="501" y="1"/>
                    </a:moveTo>
                    <a:lnTo>
                      <a:pt x="0" y="4270"/>
                    </a:lnTo>
                    <a:lnTo>
                      <a:pt x="3102" y="3403"/>
                    </a:lnTo>
                    <a:lnTo>
                      <a:pt x="5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30" name="Google Shape;1530;p66"/>
            <p:cNvGrpSpPr/>
            <p:nvPr/>
          </p:nvGrpSpPr>
          <p:grpSpPr>
            <a:xfrm>
              <a:off x="5757089" y="2530897"/>
              <a:ext cx="539297" cy="559736"/>
              <a:chOff x="4784746" y="2592977"/>
              <a:chExt cx="279197" cy="289778"/>
            </a:xfrm>
          </p:grpSpPr>
          <p:sp>
            <p:nvSpPr>
              <p:cNvPr id="1531" name="Google Shape;1531;p66"/>
              <p:cNvSpPr/>
              <p:nvPr/>
            </p:nvSpPr>
            <p:spPr>
              <a:xfrm>
                <a:off x="4843214" y="2609912"/>
                <a:ext cx="220728" cy="272844"/>
              </a:xfrm>
              <a:custGeom>
                <a:avLst/>
                <a:gdLst/>
                <a:ahLst/>
                <a:cxnLst/>
                <a:rect l="l" t="t" r="r" b="b"/>
                <a:pathLst>
                  <a:path w="13477" h="16659" extrusionOk="0">
                    <a:moveTo>
                      <a:pt x="2135" y="0"/>
                    </a:moveTo>
                    <a:cubicBezTo>
                      <a:pt x="2001" y="0"/>
                      <a:pt x="1935" y="67"/>
                      <a:pt x="1935" y="200"/>
                    </a:cubicBezTo>
                    <a:cubicBezTo>
                      <a:pt x="1935" y="301"/>
                      <a:pt x="1968" y="334"/>
                      <a:pt x="2001" y="367"/>
                    </a:cubicBezTo>
                    <a:cubicBezTo>
                      <a:pt x="2035" y="434"/>
                      <a:pt x="2068" y="434"/>
                      <a:pt x="2135" y="434"/>
                    </a:cubicBezTo>
                    <a:lnTo>
                      <a:pt x="2769" y="434"/>
                    </a:lnTo>
                    <a:cubicBezTo>
                      <a:pt x="2869" y="434"/>
                      <a:pt x="2969" y="334"/>
                      <a:pt x="2969" y="200"/>
                    </a:cubicBezTo>
                    <a:cubicBezTo>
                      <a:pt x="2969" y="67"/>
                      <a:pt x="2869" y="0"/>
                      <a:pt x="2769" y="0"/>
                    </a:cubicBezTo>
                    <a:close/>
                    <a:moveTo>
                      <a:pt x="3995" y="61"/>
                    </a:moveTo>
                    <a:cubicBezTo>
                      <a:pt x="3903" y="61"/>
                      <a:pt x="3803" y="151"/>
                      <a:pt x="3803" y="267"/>
                    </a:cubicBezTo>
                    <a:cubicBezTo>
                      <a:pt x="3769" y="334"/>
                      <a:pt x="3803" y="434"/>
                      <a:pt x="3869" y="467"/>
                    </a:cubicBezTo>
                    <a:cubicBezTo>
                      <a:pt x="3903" y="501"/>
                      <a:pt x="3903" y="501"/>
                      <a:pt x="3970" y="501"/>
                    </a:cubicBezTo>
                    <a:cubicBezTo>
                      <a:pt x="4170" y="501"/>
                      <a:pt x="4370" y="534"/>
                      <a:pt x="4570" y="567"/>
                    </a:cubicBezTo>
                    <a:cubicBezTo>
                      <a:pt x="4703" y="567"/>
                      <a:pt x="4803" y="534"/>
                      <a:pt x="4837" y="401"/>
                    </a:cubicBezTo>
                    <a:cubicBezTo>
                      <a:pt x="4837" y="301"/>
                      <a:pt x="4803" y="200"/>
                      <a:pt x="4670" y="167"/>
                    </a:cubicBezTo>
                    <a:cubicBezTo>
                      <a:pt x="4470" y="134"/>
                      <a:pt x="4270" y="134"/>
                      <a:pt x="4036" y="67"/>
                    </a:cubicBezTo>
                    <a:cubicBezTo>
                      <a:pt x="4023" y="63"/>
                      <a:pt x="4009" y="61"/>
                      <a:pt x="3995" y="61"/>
                    </a:cubicBezTo>
                    <a:close/>
                    <a:moveTo>
                      <a:pt x="834" y="134"/>
                    </a:moveTo>
                    <a:lnTo>
                      <a:pt x="200" y="267"/>
                    </a:lnTo>
                    <a:cubicBezTo>
                      <a:pt x="100" y="301"/>
                      <a:pt x="0" y="367"/>
                      <a:pt x="33" y="501"/>
                    </a:cubicBezTo>
                    <a:cubicBezTo>
                      <a:pt x="100" y="534"/>
                      <a:pt x="100" y="601"/>
                      <a:pt x="167" y="634"/>
                    </a:cubicBezTo>
                    <a:cubicBezTo>
                      <a:pt x="200" y="667"/>
                      <a:pt x="300" y="667"/>
                      <a:pt x="334" y="667"/>
                    </a:cubicBezTo>
                    <a:cubicBezTo>
                      <a:pt x="500" y="634"/>
                      <a:pt x="701" y="567"/>
                      <a:pt x="934" y="534"/>
                    </a:cubicBezTo>
                    <a:cubicBezTo>
                      <a:pt x="1034" y="501"/>
                      <a:pt x="1067" y="434"/>
                      <a:pt x="1067" y="301"/>
                    </a:cubicBezTo>
                    <a:cubicBezTo>
                      <a:pt x="1034" y="167"/>
                      <a:pt x="967" y="134"/>
                      <a:pt x="834" y="134"/>
                    </a:cubicBezTo>
                    <a:close/>
                    <a:moveTo>
                      <a:pt x="5815" y="489"/>
                    </a:moveTo>
                    <a:cubicBezTo>
                      <a:pt x="5747" y="489"/>
                      <a:pt x="5663" y="532"/>
                      <a:pt x="5637" y="634"/>
                    </a:cubicBezTo>
                    <a:cubicBezTo>
                      <a:pt x="5604" y="701"/>
                      <a:pt x="5637" y="834"/>
                      <a:pt x="5704" y="834"/>
                    </a:cubicBezTo>
                    <a:cubicBezTo>
                      <a:pt x="5704" y="868"/>
                      <a:pt x="5771" y="868"/>
                      <a:pt x="5771" y="868"/>
                    </a:cubicBezTo>
                    <a:cubicBezTo>
                      <a:pt x="5971" y="968"/>
                      <a:pt x="6138" y="1001"/>
                      <a:pt x="6338" y="1101"/>
                    </a:cubicBezTo>
                    <a:cubicBezTo>
                      <a:pt x="6362" y="1109"/>
                      <a:pt x="6385" y="1113"/>
                      <a:pt x="6408" y="1113"/>
                    </a:cubicBezTo>
                    <a:cubicBezTo>
                      <a:pt x="6483" y="1113"/>
                      <a:pt x="6554" y="1070"/>
                      <a:pt x="6605" y="968"/>
                    </a:cubicBezTo>
                    <a:cubicBezTo>
                      <a:pt x="6638" y="868"/>
                      <a:pt x="6605" y="734"/>
                      <a:pt x="6471" y="701"/>
                    </a:cubicBezTo>
                    <a:cubicBezTo>
                      <a:pt x="6305" y="634"/>
                      <a:pt x="6104" y="567"/>
                      <a:pt x="5871" y="501"/>
                    </a:cubicBezTo>
                    <a:cubicBezTo>
                      <a:pt x="5855" y="493"/>
                      <a:pt x="5836" y="489"/>
                      <a:pt x="5815" y="489"/>
                    </a:cubicBezTo>
                    <a:close/>
                    <a:moveTo>
                      <a:pt x="7564" y="1240"/>
                    </a:moveTo>
                    <a:cubicBezTo>
                      <a:pt x="7483" y="1240"/>
                      <a:pt x="7419" y="1287"/>
                      <a:pt x="7372" y="1335"/>
                    </a:cubicBezTo>
                    <a:cubicBezTo>
                      <a:pt x="7305" y="1435"/>
                      <a:pt x="7339" y="1535"/>
                      <a:pt x="7472" y="1668"/>
                    </a:cubicBezTo>
                    <a:cubicBezTo>
                      <a:pt x="7639" y="1735"/>
                      <a:pt x="7839" y="1835"/>
                      <a:pt x="8006" y="1968"/>
                    </a:cubicBezTo>
                    <a:cubicBezTo>
                      <a:pt x="8039" y="1977"/>
                      <a:pt x="8072" y="1981"/>
                      <a:pt x="8104" y="1981"/>
                    </a:cubicBezTo>
                    <a:cubicBezTo>
                      <a:pt x="8200" y="1981"/>
                      <a:pt x="8281" y="1943"/>
                      <a:pt x="8306" y="1868"/>
                    </a:cubicBezTo>
                    <a:cubicBezTo>
                      <a:pt x="8339" y="1768"/>
                      <a:pt x="8306" y="1635"/>
                      <a:pt x="8206" y="1601"/>
                    </a:cubicBezTo>
                    <a:cubicBezTo>
                      <a:pt x="8039" y="1468"/>
                      <a:pt x="7839" y="1335"/>
                      <a:pt x="7672" y="1268"/>
                    </a:cubicBezTo>
                    <a:cubicBezTo>
                      <a:pt x="7633" y="1248"/>
                      <a:pt x="7597" y="1240"/>
                      <a:pt x="7564" y="1240"/>
                    </a:cubicBezTo>
                    <a:close/>
                    <a:moveTo>
                      <a:pt x="9473" y="2969"/>
                    </a:moveTo>
                    <a:cubicBezTo>
                      <a:pt x="9473" y="2986"/>
                      <a:pt x="9482" y="2994"/>
                      <a:pt x="9486" y="2994"/>
                    </a:cubicBezTo>
                    <a:cubicBezTo>
                      <a:pt x="9490" y="2994"/>
                      <a:pt x="9490" y="2986"/>
                      <a:pt x="9473" y="2969"/>
                    </a:cubicBezTo>
                    <a:close/>
                    <a:moveTo>
                      <a:pt x="9131" y="2208"/>
                    </a:moveTo>
                    <a:cubicBezTo>
                      <a:pt x="9073" y="2208"/>
                      <a:pt x="9012" y="2244"/>
                      <a:pt x="8973" y="2302"/>
                    </a:cubicBezTo>
                    <a:cubicBezTo>
                      <a:pt x="8873" y="2369"/>
                      <a:pt x="8940" y="2502"/>
                      <a:pt x="9006" y="2569"/>
                    </a:cubicBezTo>
                    <a:cubicBezTo>
                      <a:pt x="9173" y="2702"/>
                      <a:pt x="9307" y="2836"/>
                      <a:pt x="9473" y="2969"/>
                    </a:cubicBezTo>
                    <a:cubicBezTo>
                      <a:pt x="9540" y="3002"/>
                      <a:pt x="9599" y="3019"/>
                      <a:pt x="9644" y="3019"/>
                    </a:cubicBezTo>
                    <a:cubicBezTo>
                      <a:pt x="9690" y="3019"/>
                      <a:pt x="9724" y="3002"/>
                      <a:pt x="9740" y="2969"/>
                    </a:cubicBezTo>
                    <a:cubicBezTo>
                      <a:pt x="9840" y="2869"/>
                      <a:pt x="9840" y="2769"/>
                      <a:pt x="9740" y="2669"/>
                    </a:cubicBezTo>
                    <a:cubicBezTo>
                      <a:pt x="9574" y="2502"/>
                      <a:pt x="9407" y="2369"/>
                      <a:pt x="9240" y="2269"/>
                    </a:cubicBezTo>
                    <a:cubicBezTo>
                      <a:pt x="9212" y="2227"/>
                      <a:pt x="9172" y="2208"/>
                      <a:pt x="9131" y="2208"/>
                    </a:cubicBezTo>
                    <a:close/>
                    <a:moveTo>
                      <a:pt x="10491" y="3486"/>
                    </a:moveTo>
                    <a:cubicBezTo>
                      <a:pt x="10441" y="3486"/>
                      <a:pt x="10391" y="3503"/>
                      <a:pt x="10341" y="3536"/>
                    </a:cubicBezTo>
                    <a:cubicBezTo>
                      <a:pt x="10274" y="3636"/>
                      <a:pt x="10274" y="3770"/>
                      <a:pt x="10341" y="3836"/>
                    </a:cubicBezTo>
                    <a:cubicBezTo>
                      <a:pt x="10508" y="3970"/>
                      <a:pt x="10641" y="4137"/>
                      <a:pt x="10774" y="4303"/>
                    </a:cubicBezTo>
                    <a:lnTo>
                      <a:pt x="10774" y="4337"/>
                    </a:lnTo>
                    <a:cubicBezTo>
                      <a:pt x="10808" y="4353"/>
                      <a:pt x="10849" y="4362"/>
                      <a:pt x="10891" y="4362"/>
                    </a:cubicBezTo>
                    <a:cubicBezTo>
                      <a:pt x="10933" y="4362"/>
                      <a:pt x="10975" y="4353"/>
                      <a:pt x="11008" y="4337"/>
                    </a:cubicBezTo>
                    <a:cubicBezTo>
                      <a:pt x="11108" y="4270"/>
                      <a:pt x="11141" y="4137"/>
                      <a:pt x="11041" y="4037"/>
                    </a:cubicBezTo>
                    <a:cubicBezTo>
                      <a:pt x="10941" y="3870"/>
                      <a:pt x="10774" y="3703"/>
                      <a:pt x="10641" y="3536"/>
                    </a:cubicBezTo>
                    <a:cubicBezTo>
                      <a:pt x="10591" y="3503"/>
                      <a:pt x="10541" y="3486"/>
                      <a:pt x="10491" y="3486"/>
                    </a:cubicBezTo>
                    <a:close/>
                    <a:moveTo>
                      <a:pt x="11660" y="4984"/>
                    </a:moveTo>
                    <a:cubicBezTo>
                      <a:pt x="11619" y="4984"/>
                      <a:pt x="11578" y="4992"/>
                      <a:pt x="11542" y="5004"/>
                    </a:cubicBezTo>
                    <a:cubicBezTo>
                      <a:pt x="11442" y="5071"/>
                      <a:pt x="11442" y="5204"/>
                      <a:pt x="11475" y="5304"/>
                    </a:cubicBezTo>
                    <a:cubicBezTo>
                      <a:pt x="11542" y="5471"/>
                      <a:pt x="11675" y="5671"/>
                      <a:pt x="11775" y="5838"/>
                    </a:cubicBezTo>
                    <a:cubicBezTo>
                      <a:pt x="11808" y="5871"/>
                      <a:pt x="11808" y="5871"/>
                      <a:pt x="11875" y="5905"/>
                    </a:cubicBezTo>
                    <a:cubicBezTo>
                      <a:pt x="11909" y="5938"/>
                      <a:pt x="11942" y="5955"/>
                      <a:pt x="11979" y="5955"/>
                    </a:cubicBezTo>
                    <a:cubicBezTo>
                      <a:pt x="12017" y="5955"/>
                      <a:pt x="12059" y="5938"/>
                      <a:pt x="12109" y="5905"/>
                    </a:cubicBezTo>
                    <a:cubicBezTo>
                      <a:pt x="12175" y="5838"/>
                      <a:pt x="12209" y="5704"/>
                      <a:pt x="12175" y="5638"/>
                    </a:cubicBezTo>
                    <a:cubicBezTo>
                      <a:pt x="12042" y="5471"/>
                      <a:pt x="11975" y="5271"/>
                      <a:pt x="11842" y="5071"/>
                    </a:cubicBezTo>
                    <a:cubicBezTo>
                      <a:pt x="11800" y="5007"/>
                      <a:pt x="11730" y="4984"/>
                      <a:pt x="11660" y="4984"/>
                    </a:cubicBezTo>
                    <a:close/>
                    <a:moveTo>
                      <a:pt x="12513" y="6626"/>
                    </a:moveTo>
                    <a:cubicBezTo>
                      <a:pt x="12490" y="6626"/>
                      <a:pt x="12466" y="6631"/>
                      <a:pt x="12442" y="6638"/>
                    </a:cubicBezTo>
                    <a:cubicBezTo>
                      <a:pt x="12309" y="6705"/>
                      <a:pt x="12275" y="6805"/>
                      <a:pt x="12309" y="6939"/>
                    </a:cubicBezTo>
                    <a:cubicBezTo>
                      <a:pt x="12376" y="7139"/>
                      <a:pt x="12442" y="7306"/>
                      <a:pt x="12509" y="7506"/>
                    </a:cubicBezTo>
                    <a:cubicBezTo>
                      <a:pt x="12509" y="7539"/>
                      <a:pt x="12542" y="7572"/>
                      <a:pt x="12642" y="7606"/>
                    </a:cubicBezTo>
                    <a:lnTo>
                      <a:pt x="12809" y="7606"/>
                    </a:lnTo>
                    <a:cubicBezTo>
                      <a:pt x="12876" y="7539"/>
                      <a:pt x="12976" y="7472"/>
                      <a:pt x="12943" y="7339"/>
                    </a:cubicBezTo>
                    <a:cubicBezTo>
                      <a:pt x="12876" y="7172"/>
                      <a:pt x="12809" y="6972"/>
                      <a:pt x="12709" y="6772"/>
                    </a:cubicBezTo>
                    <a:cubicBezTo>
                      <a:pt x="12658" y="6670"/>
                      <a:pt x="12588" y="6626"/>
                      <a:pt x="12513" y="6626"/>
                    </a:cubicBezTo>
                    <a:close/>
                    <a:moveTo>
                      <a:pt x="13039" y="8465"/>
                    </a:moveTo>
                    <a:cubicBezTo>
                      <a:pt x="13020" y="8465"/>
                      <a:pt x="12999" y="8467"/>
                      <a:pt x="12976" y="8473"/>
                    </a:cubicBezTo>
                    <a:cubicBezTo>
                      <a:pt x="12843" y="8506"/>
                      <a:pt x="12776" y="8606"/>
                      <a:pt x="12809" y="8707"/>
                    </a:cubicBezTo>
                    <a:cubicBezTo>
                      <a:pt x="12843" y="8873"/>
                      <a:pt x="12876" y="9107"/>
                      <a:pt x="12943" y="9307"/>
                    </a:cubicBezTo>
                    <a:cubicBezTo>
                      <a:pt x="12976" y="9340"/>
                      <a:pt x="12976" y="9440"/>
                      <a:pt x="13043" y="9474"/>
                    </a:cubicBezTo>
                    <a:cubicBezTo>
                      <a:pt x="13109" y="9507"/>
                      <a:pt x="13143" y="9507"/>
                      <a:pt x="13176" y="9507"/>
                    </a:cubicBezTo>
                    <a:cubicBezTo>
                      <a:pt x="13310" y="9474"/>
                      <a:pt x="13343" y="9374"/>
                      <a:pt x="13343" y="9274"/>
                    </a:cubicBezTo>
                    <a:lnTo>
                      <a:pt x="13209" y="8640"/>
                    </a:lnTo>
                    <a:cubicBezTo>
                      <a:pt x="13182" y="8529"/>
                      <a:pt x="13131" y="8465"/>
                      <a:pt x="13039" y="8465"/>
                    </a:cubicBezTo>
                    <a:close/>
                    <a:moveTo>
                      <a:pt x="13276" y="10308"/>
                    </a:moveTo>
                    <a:cubicBezTo>
                      <a:pt x="13143" y="10308"/>
                      <a:pt x="13043" y="10374"/>
                      <a:pt x="13043" y="10508"/>
                    </a:cubicBezTo>
                    <a:lnTo>
                      <a:pt x="13043" y="11142"/>
                    </a:lnTo>
                    <a:cubicBezTo>
                      <a:pt x="13043" y="11208"/>
                      <a:pt x="13109" y="11275"/>
                      <a:pt x="13176" y="11308"/>
                    </a:cubicBezTo>
                    <a:cubicBezTo>
                      <a:pt x="13176" y="11342"/>
                      <a:pt x="13209" y="11342"/>
                      <a:pt x="13276" y="11342"/>
                    </a:cubicBezTo>
                    <a:cubicBezTo>
                      <a:pt x="13376" y="11342"/>
                      <a:pt x="13476" y="11275"/>
                      <a:pt x="13476" y="11142"/>
                    </a:cubicBezTo>
                    <a:lnTo>
                      <a:pt x="13476" y="10508"/>
                    </a:lnTo>
                    <a:cubicBezTo>
                      <a:pt x="13476" y="10374"/>
                      <a:pt x="13376" y="10308"/>
                      <a:pt x="13276" y="10308"/>
                    </a:cubicBezTo>
                    <a:close/>
                    <a:moveTo>
                      <a:pt x="13111" y="12201"/>
                    </a:moveTo>
                    <a:cubicBezTo>
                      <a:pt x="13011" y="12201"/>
                      <a:pt x="12943" y="12265"/>
                      <a:pt x="12943" y="12376"/>
                    </a:cubicBezTo>
                    <a:cubicBezTo>
                      <a:pt x="12943" y="12543"/>
                      <a:pt x="12876" y="12776"/>
                      <a:pt x="12843" y="12976"/>
                    </a:cubicBezTo>
                    <a:cubicBezTo>
                      <a:pt x="12843" y="13043"/>
                      <a:pt x="12876" y="13143"/>
                      <a:pt x="12876" y="13210"/>
                    </a:cubicBezTo>
                    <a:cubicBezTo>
                      <a:pt x="12909" y="13277"/>
                      <a:pt x="12909" y="13277"/>
                      <a:pt x="12976" y="13277"/>
                    </a:cubicBezTo>
                    <a:cubicBezTo>
                      <a:pt x="13109" y="13277"/>
                      <a:pt x="13176" y="13210"/>
                      <a:pt x="13209" y="13076"/>
                    </a:cubicBezTo>
                    <a:lnTo>
                      <a:pt x="13343" y="12476"/>
                    </a:lnTo>
                    <a:cubicBezTo>
                      <a:pt x="13376" y="12343"/>
                      <a:pt x="13310" y="12209"/>
                      <a:pt x="13176" y="12209"/>
                    </a:cubicBezTo>
                    <a:cubicBezTo>
                      <a:pt x="13153" y="12203"/>
                      <a:pt x="13131" y="12201"/>
                      <a:pt x="13111" y="12201"/>
                    </a:cubicBezTo>
                    <a:close/>
                    <a:moveTo>
                      <a:pt x="12739" y="13998"/>
                    </a:moveTo>
                    <a:cubicBezTo>
                      <a:pt x="12664" y="13998"/>
                      <a:pt x="12593" y="14042"/>
                      <a:pt x="12542" y="14144"/>
                    </a:cubicBezTo>
                    <a:cubicBezTo>
                      <a:pt x="12476" y="14344"/>
                      <a:pt x="12442" y="14511"/>
                      <a:pt x="12342" y="14711"/>
                    </a:cubicBezTo>
                    <a:cubicBezTo>
                      <a:pt x="12309" y="14811"/>
                      <a:pt x="12342" y="14944"/>
                      <a:pt x="12442" y="14978"/>
                    </a:cubicBezTo>
                    <a:lnTo>
                      <a:pt x="12476" y="14978"/>
                    </a:lnTo>
                    <a:cubicBezTo>
                      <a:pt x="12491" y="14986"/>
                      <a:pt x="12511" y="14990"/>
                      <a:pt x="12532" y="14990"/>
                    </a:cubicBezTo>
                    <a:cubicBezTo>
                      <a:pt x="12600" y="14990"/>
                      <a:pt x="12684" y="14946"/>
                      <a:pt x="12709" y="14844"/>
                    </a:cubicBezTo>
                    <a:cubicBezTo>
                      <a:pt x="12809" y="14678"/>
                      <a:pt x="12843" y="14477"/>
                      <a:pt x="12943" y="14277"/>
                    </a:cubicBezTo>
                    <a:cubicBezTo>
                      <a:pt x="12976" y="14177"/>
                      <a:pt x="12943" y="14044"/>
                      <a:pt x="12809" y="14010"/>
                    </a:cubicBezTo>
                    <a:cubicBezTo>
                      <a:pt x="12786" y="14002"/>
                      <a:pt x="12762" y="13998"/>
                      <a:pt x="12739" y="13998"/>
                    </a:cubicBezTo>
                    <a:close/>
                    <a:moveTo>
                      <a:pt x="11996" y="15699"/>
                    </a:moveTo>
                    <a:cubicBezTo>
                      <a:pt x="11915" y="15699"/>
                      <a:pt x="11834" y="15737"/>
                      <a:pt x="11808" y="15812"/>
                    </a:cubicBezTo>
                    <a:cubicBezTo>
                      <a:pt x="11708" y="16012"/>
                      <a:pt x="11642" y="16179"/>
                      <a:pt x="11508" y="16345"/>
                    </a:cubicBezTo>
                    <a:cubicBezTo>
                      <a:pt x="11475" y="16479"/>
                      <a:pt x="11475" y="16612"/>
                      <a:pt x="11542" y="16646"/>
                    </a:cubicBezTo>
                    <a:cubicBezTo>
                      <a:pt x="11567" y="16654"/>
                      <a:pt x="11596" y="16658"/>
                      <a:pt x="11626" y="16658"/>
                    </a:cubicBezTo>
                    <a:cubicBezTo>
                      <a:pt x="11717" y="16658"/>
                      <a:pt x="11817" y="16621"/>
                      <a:pt x="11842" y="16546"/>
                    </a:cubicBezTo>
                    <a:cubicBezTo>
                      <a:pt x="11975" y="16379"/>
                      <a:pt x="12075" y="16179"/>
                      <a:pt x="12175" y="16012"/>
                    </a:cubicBezTo>
                    <a:cubicBezTo>
                      <a:pt x="12209" y="15878"/>
                      <a:pt x="12175" y="15778"/>
                      <a:pt x="12075" y="15712"/>
                    </a:cubicBezTo>
                    <a:cubicBezTo>
                      <a:pt x="12050" y="15703"/>
                      <a:pt x="12023" y="15699"/>
                      <a:pt x="11996" y="1569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2" name="Google Shape;1532;p66"/>
              <p:cNvSpPr/>
              <p:nvPr/>
            </p:nvSpPr>
            <p:spPr>
              <a:xfrm>
                <a:off x="4784746" y="2592977"/>
                <a:ext cx="69951" cy="50281"/>
              </a:xfrm>
              <a:custGeom>
                <a:avLst/>
                <a:gdLst/>
                <a:ahLst/>
                <a:cxnLst/>
                <a:rect l="l" t="t" r="r" b="b"/>
                <a:pathLst>
                  <a:path w="4271" h="3070" extrusionOk="0">
                    <a:moveTo>
                      <a:pt x="3403" y="0"/>
                    </a:moveTo>
                    <a:lnTo>
                      <a:pt x="1" y="2569"/>
                    </a:lnTo>
                    <a:lnTo>
                      <a:pt x="4271" y="3069"/>
                    </a:lnTo>
                    <a:lnTo>
                      <a:pt x="3403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33" name="Google Shape;1533;p66"/>
            <p:cNvGrpSpPr/>
            <p:nvPr/>
          </p:nvGrpSpPr>
          <p:grpSpPr>
            <a:xfrm>
              <a:off x="2644385" y="3855465"/>
              <a:ext cx="629327" cy="604510"/>
              <a:chOff x="3084080" y="3581804"/>
              <a:chExt cx="290106" cy="278640"/>
            </a:xfrm>
          </p:grpSpPr>
          <p:sp>
            <p:nvSpPr>
              <p:cNvPr id="1534" name="Google Shape;1534;p66"/>
              <p:cNvSpPr/>
              <p:nvPr/>
            </p:nvSpPr>
            <p:spPr>
              <a:xfrm>
                <a:off x="3101015" y="3640273"/>
                <a:ext cx="273171" cy="220172"/>
              </a:xfrm>
              <a:custGeom>
                <a:avLst/>
                <a:gdLst/>
                <a:ahLst/>
                <a:cxnLst/>
                <a:rect l="l" t="t" r="r" b="b"/>
                <a:pathLst>
                  <a:path w="16679" h="13443" extrusionOk="0">
                    <a:moveTo>
                      <a:pt x="500" y="0"/>
                    </a:moveTo>
                    <a:cubicBezTo>
                      <a:pt x="367" y="0"/>
                      <a:pt x="300" y="33"/>
                      <a:pt x="267" y="167"/>
                    </a:cubicBezTo>
                    <a:lnTo>
                      <a:pt x="134" y="801"/>
                    </a:lnTo>
                    <a:cubicBezTo>
                      <a:pt x="100" y="934"/>
                      <a:pt x="167" y="1034"/>
                      <a:pt x="300" y="1034"/>
                    </a:cubicBezTo>
                    <a:cubicBezTo>
                      <a:pt x="330" y="1049"/>
                      <a:pt x="359" y="1055"/>
                      <a:pt x="387" y="1055"/>
                    </a:cubicBezTo>
                    <a:cubicBezTo>
                      <a:pt x="486" y="1055"/>
                      <a:pt x="567" y="971"/>
                      <a:pt x="567" y="867"/>
                    </a:cubicBezTo>
                    <a:cubicBezTo>
                      <a:pt x="601" y="701"/>
                      <a:pt x="634" y="500"/>
                      <a:pt x="667" y="300"/>
                    </a:cubicBezTo>
                    <a:cubicBezTo>
                      <a:pt x="667" y="200"/>
                      <a:pt x="667" y="167"/>
                      <a:pt x="634" y="133"/>
                    </a:cubicBezTo>
                    <a:lnTo>
                      <a:pt x="500" y="0"/>
                    </a:lnTo>
                    <a:close/>
                    <a:moveTo>
                      <a:pt x="251" y="1892"/>
                    </a:moveTo>
                    <a:cubicBezTo>
                      <a:pt x="236" y="1892"/>
                      <a:pt x="219" y="1895"/>
                      <a:pt x="200" y="1901"/>
                    </a:cubicBezTo>
                    <a:cubicBezTo>
                      <a:pt x="100" y="1901"/>
                      <a:pt x="0" y="1968"/>
                      <a:pt x="0" y="2102"/>
                    </a:cubicBezTo>
                    <a:lnTo>
                      <a:pt x="0" y="2735"/>
                    </a:lnTo>
                    <a:cubicBezTo>
                      <a:pt x="0" y="2835"/>
                      <a:pt x="100" y="2935"/>
                      <a:pt x="200" y="2935"/>
                    </a:cubicBezTo>
                    <a:cubicBezTo>
                      <a:pt x="334" y="2935"/>
                      <a:pt x="434" y="2835"/>
                      <a:pt x="434" y="2735"/>
                    </a:cubicBezTo>
                    <a:lnTo>
                      <a:pt x="434" y="2102"/>
                    </a:lnTo>
                    <a:cubicBezTo>
                      <a:pt x="434" y="2068"/>
                      <a:pt x="434" y="2001"/>
                      <a:pt x="367" y="1968"/>
                    </a:cubicBezTo>
                    <a:cubicBezTo>
                      <a:pt x="340" y="1941"/>
                      <a:pt x="313" y="1892"/>
                      <a:pt x="251" y="1892"/>
                    </a:cubicBezTo>
                    <a:close/>
                    <a:moveTo>
                      <a:pt x="267" y="3769"/>
                    </a:moveTo>
                    <a:cubicBezTo>
                      <a:pt x="167" y="3803"/>
                      <a:pt x="100" y="3903"/>
                      <a:pt x="100" y="4003"/>
                    </a:cubicBezTo>
                    <a:cubicBezTo>
                      <a:pt x="100" y="4236"/>
                      <a:pt x="134" y="4437"/>
                      <a:pt x="167" y="4637"/>
                    </a:cubicBezTo>
                    <a:cubicBezTo>
                      <a:pt x="195" y="4747"/>
                      <a:pt x="268" y="4812"/>
                      <a:pt x="368" y="4812"/>
                    </a:cubicBezTo>
                    <a:cubicBezTo>
                      <a:pt x="389" y="4812"/>
                      <a:pt x="411" y="4809"/>
                      <a:pt x="434" y="4803"/>
                    </a:cubicBezTo>
                    <a:cubicBezTo>
                      <a:pt x="567" y="4770"/>
                      <a:pt x="634" y="4670"/>
                      <a:pt x="601" y="4570"/>
                    </a:cubicBezTo>
                    <a:cubicBezTo>
                      <a:pt x="534" y="4336"/>
                      <a:pt x="534" y="4136"/>
                      <a:pt x="500" y="3936"/>
                    </a:cubicBezTo>
                    <a:cubicBezTo>
                      <a:pt x="500" y="3903"/>
                      <a:pt x="467" y="3903"/>
                      <a:pt x="467" y="3836"/>
                    </a:cubicBezTo>
                    <a:cubicBezTo>
                      <a:pt x="434" y="3803"/>
                      <a:pt x="334" y="3769"/>
                      <a:pt x="267" y="3769"/>
                    </a:cubicBezTo>
                    <a:close/>
                    <a:moveTo>
                      <a:pt x="727" y="5591"/>
                    </a:moveTo>
                    <a:cubicBezTo>
                      <a:pt x="705" y="5591"/>
                      <a:pt x="685" y="5595"/>
                      <a:pt x="667" y="5604"/>
                    </a:cubicBezTo>
                    <a:cubicBezTo>
                      <a:pt x="601" y="5637"/>
                      <a:pt x="500" y="5737"/>
                      <a:pt x="567" y="5838"/>
                    </a:cubicBezTo>
                    <a:cubicBezTo>
                      <a:pt x="601" y="6004"/>
                      <a:pt x="667" y="6238"/>
                      <a:pt x="767" y="6438"/>
                    </a:cubicBezTo>
                    <a:cubicBezTo>
                      <a:pt x="793" y="6540"/>
                      <a:pt x="857" y="6583"/>
                      <a:pt x="931" y="6583"/>
                    </a:cubicBezTo>
                    <a:cubicBezTo>
                      <a:pt x="954" y="6583"/>
                      <a:pt x="977" y="6579"/>
                      <a:pt x="1001" y="6571"/>
                    </a:cubicBezTo>
                    <a:cubicBezTo>
                      <a:pt x="1134" y="6505"/>
                      <a:pt x="1168" y="6438"/>
                      <a:pt x="1134" y="6305"/>
                    </a:cubicBezTo>
                    <a:cubicBezTo>
                      <a:pt x="1034" y="6104"/>
                      <a:pt x="967" y="5938"/>
                      <a:pt x="934" y="5737"/>
                    </a:cubicBezTo>
                    <a:cubicBezTo>
                      <a:pt x="901" y="5737"/>
                      <a:pt x="901" y="5671"/>
                      <a:pt x="901" y="5671"/>
                    </a:cubicBezTo>
                    <a:cubicBezTo>
                      <a:pt x="852" y="5622"/>
                      <a:pt x="785" y="5591"/>
                      <a:pt x="727" y="5591"/>
                    </a:cubicBezTo>
                    <a:close/>
                    <a:moveTo>
                      <a:pt x="1421" y="7320"/>
                    </a:moveTo>
                    <a:cubicBezTo>
                      <a:pt x="1375" y="7320"/>
                      <a:pt x="1323" y="7328"/>
                      <a:pt x="1268" y="7339"/>
                    </a:cubicBezTo>
                    <a:cubicBezTo>
                      <a:pt x="1168" y="7439"/>
                      <a:pt x="1134" y="7572"/>
                      <a:pt x="1168" y="7639"/>
                    </a:cubicBezTo>
                    <a:cubicBezTo>
                      <a:pt x="1301" y="7806"/>
                      <a:pt x="1401" y="8006"/>
                      <a:pt x="1501" y="8173"/>
                    </a:cubicBezTo>
                    <a:cubicBezTo>
                      <a:pt x="1568" y="8262"/>
                      <a:pt x="1649" y="8291"/>
                      <a:pt x="1716" y="8291"/>
                    </a:cubicBezTo>
                    <a:cubicBezTo>
                      <a:pt x="1749" y="8291"/>
                      <a:pt x="1779" y="8284"/>
                      <a:pt x="1801" y="8273"/>
                    </a:cubicBezTo>
                    <a:cubicBezTo>
                      <a:pt x="1935" y="8173"/>
                      <a:pt x="1935" y="8072"/>
                      <a:pt x="1901" y="7972"/>
                    </a:cubicBezTo>
                    <a:cubicBezTo>
                      <a:pt x="1801" y="7806"/>
                      <a:pt x="1668" y="7639"/>
                      <a:pt x="1601" y="7439"/>
                    </a:cubicBezTo>
                    <a:cubicBezTo>
                      <a:pt x="1579" y="7350"/>
                      <a:pt x="1512" y="7320"/>
                      <a:pt x="1421" y="7320"/>
                    </a:cubicBezTo>
                    <a:close/>
                    <a:moveTo>
                      <a:pt x="2412" y="8889"/>
                    </a:moveTo>
                    <a:cubicBezTo>
                      <a:pt x="2375" y="8889"/>
                      <a:pt x="2339" y="8903"/>
                      <a:pt x="2302" y="8940"/>
                    </a:cubicBezTo>
                    <a:cubicBezTo>
                      <a:pt x="2235" y="9006"/>
                      <a:pt x="2168" y="9140"/>
                      <a:pt x="2268" y="9240"/>
                    </a:cubicBezTo>
                    <a:cubicBezTo>
                      <a:pt x="2402" y="9407"/>
                      <a:pt x="2569" y="9574"/>
                      <a:pt x="2669" y="9740"/>
                    </a:cubicBezTo>
                    <a:cubicBezTo>
                      <a:pt x="2719" y="9774"/>
                      <a:pt x="2777" y="9790"/>
                      <a:pt x="2831" y="9790"/>
                    </a:cubicBezTo>
                    <a:cubicBezTo>
                      <a:pt x="2885" y="9790"/>
                      <a:pt x="2936" y="9774"/>
                      <a:pt x="2969" y="9740"/>
                    </a:cubicBezTo>
                    <a:cubicBezTo>
                      <a:pt x="3069" y="9674"/>
                      <a:pt x="3069" y="9574"/>
                      <a:pt x="3002" y="9473"/>
                    </a:cubicBezTo>
                    <a:cubicBezTo>
                      <a:pt x="2835" y="9307"/>
                      <a:pt x="2735" y="9140"/>
                      <a:pt x="2602" y="8973"/>
                    </a:cubicBezTo>
                    <a:cubicBezTo>
                      <a:pt x="2539" y="8931"/>
                      <a:pt x="2475" y="8889"/>
                      <a:pt x="2412" y="8889"/>
                    </a:cubicBezTo>
                    <a:close/>
                    <a:moveTo>
                      <a:pt x="3740" y="10291"/>
                    </a:moveTo>
                    <a:cubicBezTo>
                      <a:pt x="3686" y="10291"/>
                      <a:pt x="3636" y="10307"/>
                      <a:pt x="3603" y="10341"/>
                    </a:cubicBezTo>
                    <a:cubicBezTo>
                      <a:pt x="3503" y="10441"/>
                      <a:pt x="3503" y="10574"/>
                      <a:pt x="3603" y="10641"/>
                    </a:cubicBezTo>
                    <a:cubicBezTo>
                      <a:pt x="3769" y="10808"/>
                      <a:pt x="3936" y="10941"/>
                      <a:pt x="4103" y="11075"/>
                    </a:cubicBezTo>
                    <a:cubicBezTo>
                      <a:pt x="4127" y="11087"/>
                      <a:pt x="4161" y="11095"/>
                      <a:pt x="4198" y="11095"/>
                    </a:cubicBezTo>
                    <a:cubicBezTo>
                      <a:pt x="4263" y="11095"/>
                      <a:pt x="4340" y="11071"/>
                      <a:pt x="4403" y="11008"/>
                    </a:cubicBezTo>
                    <a:cubicBezTo>
                      <a:pt x="4437" y="10941"/>
                      <a:pt x="4437" y="10841"/>
                      <a:pt x="4403" y="10774"/>
                    </a:cubicBezTo>
                    <a:cubicBezTo>
                      <a:pt x="4359" y="10774"/>
                      <a:pt x="4344" y="10760"/>
                      <a:pt x="4339" y="10760"/>
                    </a:cubicBezTo>
                    <a:cubicBezTo>
                      <a:pt x="4337" y="10760"/>
                      <a:pt x="4337" y="10763"/>
                      <a:pt x="4337" y="10774"/>
                    </a:cubicBezTo>
                    <a:cubicBezTo>
                      <a:pt x="4170" y="10608"/>
                      <a:pt x="4070" y="10474"/>
                      <a:pt x="3903" y="10341"/>
                    </a:cubicBezTo>
                    <a:cubicBezTo>
                      <a:pt x="3853" y="10307"/>
                      <a:pt x="3794" y="10291"/>
                      <a:pt x="3740" y="10291"/>
                    </a:cubicBezTo>
                    <a:close/>
                    <a:moveTo>
                      <a:pt x="5225" y="11381"/>
                    </a:moveTo>
                    <a:cubicBezTo>
                      <a:pt x="5148" y="11381"/>
                      <a:pt x="5051" y="11428"/>
                      <a:pt x="5004" y="11475"/>
                    </a:cubicBezTo>
                    <a:cubicBezTo>
                      <a:pt x="4970" y="11542"/>
                      <a:pt x="5004" y="11708"/>
                      <a:pt x="5104" y="11775"/>
                    </a:cubicBezTo>
                    <a:cubicBezTo>
                      <a:pt x="5271" y="11875"/>
                      <a:pt x="5471" y="12009"/>
                      <a:pt x="5637" y="12109"/>
                    </a:cubicBezTo>
                    <a:cubicBezTo>
                      <a:pt x="5671" y="12117"/>
                      <a:pt x="5704" y="12121"/>
                      <a:pt x="5736" y="12121"/>
                    </a:cubicBezTo>
                    <a:cubicBezTo>
                      <a:pt x="5831" y="12121"/>
                      <a:pt x="5913" y="12084"/>
                      <a:pt x="5938" y="12009"/>
                    </a:cubicBezTo>
                    <a:cubicBezTo>
                      <a:pt x="5971" y="11942"/>
                      <a:pt x="5971" y="11842"/>
                      <a:pt x="5938" y="11808"/>
                    </a:cubicBezTo>
                    <a:cubicBezTo>
                      <a:pt x="5904" y="11775"/>
                      <a:pt x="5904" y="11775"/>
                      <a:pt x="5838" y="11675"/>
                    </a:cubicBezTo>
                    <a:cubicBezTo>
                      <a:pt x="5637" y="11608"/>
                      <a:pt x="5471" y="11508"/>
                      <a:pt x="5304" y="11408"/>
                    </a:cubicBezTo>
                    <a:cubicBezTo>
                      <a:pt x="5284" y="11389"/>
                      <a:pt x="5256" y="11381"/>
                      <a:pt x="5225" y="11381"/>
                    </a:cubicBezTo>
                    <a:close/>
                    <a:moveTo>
                      <a:pt x="16482" y="11474"/>
                    </a:moveTo>
                    <a:cubicBezTo>
                      <a:pt x="16440" y="11474"/>
                      <a:pt x="16392" y="11485"/>
                      <a:pt x="16345" y="11508"/>
                    </a:cubicBezTo>
                    <a:cubicBezTo>
                      <a:pt x="16178" y="11608"/>
                      <a:pt x="15978" y="11742"/>
                      <a:pt x="15811" y="11808"/>
                    </a:cubicBezTo>
                    <a:cubicBezTo>
                      <a:pt x="15745" y="11909"/>
                      <a:pt x="15678" y="12009"/>
                      <a:pt x="15745" y="12109"/>
                    </a:cubicBezTo>
                    <a:cubicBezTo>
                      <a:pt x="15792" y="12156"/>
                      <a:pt x="15872" y="12203"/>
                      <a:pt x="15939" y="12203"/>
                    </a:cubicBezTo>
                    <a:cubicBezTo>
                      <a:pt x="15967" y="12203"/>
                      <a:pt x="15992" y="12195"/>
                      <a:pt x="16012" y="12175"/>
                    </a:cubicBezTo>
                    <a:cubicBezTo>
                      <a:pt x="16178" y="12075"/>
                      <a:pt x="16378" y="11975"/>
                      <a:pt x="16579" y="11842"/>
                    </a:cubicBezTo>
                    <a:cubicBezTo>
                      <a:pt x="16679" y="11775"/>
                      <a:pt x="16679" y="11642"/>
                      <a:pt x="16645" y="11575"/>
                    </a:cubicBezTo>
                    <a:cubicBezTo>
                      <a:pt x="16624" y="11510"/>
                      <a:pt x="16560" y="11474"/>
                      <a:pt x="16482" y="11474"/>
                    </a:cubicBezTo>
                    <a:close/>
                    <a:moveTo>
                      <a:pt x="6868" y="12215"/>
                    </a:moveTo>
                    <a:cubicBezTo>
                      <a:pt x="6785" y="12215"/>
                      <a:pt x="6720" y="12270"/>
                      <a:pt x="6672" y="12342"/>
                    </a:cubicBezTo>
                    <a:cubicBezTo>
                      <a:pt x="6638" y="12476"/>
                      <a:pt x="6672" y="12609"/>
                      <a:pt x="6805" y="12642"/>
                    </a:cubicBezTo>
                    <a:cubicBezTo>
                      <a:pt x="6972" y="12709"/>
                      <a:pt x="7172" y="12776"/>
                      <a:pt x="7405" y="12843"/>
                    </a:cubicBezTo>
                    <a:cubicBezTo>
                      <a:pt x="7421" y="12850"/>
                      <a:pt x="7441" y="12855"/>
                      <a:pt x="7462" y="12855"/>
                    </a:cubicBezTo>
                    <a:cubicBezTo>
                      <a:pt x="7530" y="12855"/>
                      <a:pt x="7613" y="12811"/>
                      <a:pt x="7639" y="12709"/>
                    </a:cubicBezTo>
                    <a:cubicBezTo>
                      <a:pt x="7672" y="12676"/>
                      <a:pt x="7672" y="12609"/>
                      <a:pt x="7639" y="12576"/>
                    </a:cubicBezTo>
                    <a:cubicBezTo>
                      <a:pt x="7606" y="12509"/>
                      <a:pt x="7572" y="12509"/>
                      <a:pt x="7572" y="12442"/>
                    </a:cubicBezTo>
                    <a:cubicBezTo>
                      <a:pt x="7339" y="12376"/>
                      <a:pt x="7172" y="12309"/>
                      <a:pt x="6972" y="12242"/>
                    </a:cubicBezTo>
                    <a:cubicBezTo>
                      <a:pt x="6934" y="12224"/>
                      <a:pt x="6900" y="12215"/>
                      <a:pt x="6868" y="12215"/>
                    </a:cubicBezTo>
                    <a:close/>
                    <a:moveTo>
                      <a:pt x="14818" y="12296"/>
                    </a:moveTo>
                    <a:cubicBezTo>
                      <a:pt x="14800" y="12296"/>
                      <a:pt x="14786" y="12301"/>
                      <a:pt x="14777" y="12309"/>
                    </a:cubicBezTo>
                    <a:cubicBezTo>
                      <a:pt x="14577" y="12376"/>
                      <a:pt x="14377" y="12442"/>
                      <a:pt x="14177" y="12509"/>
                    </a:cubicBezTo>
                    <a:cubicBezTo>
                      <a:pt x="14110" y="12576"/>
                      <a:pt x="14010" y="12642"/>
                      <a:pt x="14077" y="12776"/>
                    </a:cubicBezTo>
                    <a:cubicBezTo>
                      <a:pt x="14106" y="12833"/>
                      <a:pt x="14159" y="12916"/>
                      <a:pt x="14259" y="12916"/>
                    </a:cubicBezTo>
                    <a:cubicBezTo>
                      <a:pt x="14275" y="12916"/>
                      <a:pt x="14292" y="12914"/>
                      <a:pt x="14310" y="12909"/>
                    </a:cubicBezTo>
                    <a:cubicBezTo>
                      <a:pt x="14477" y="12843"/>
                      <a:pt x="14677" y="12776"/>
                      <a:pt x="14911" y="12676"/>
                    </a:cubicBezTo>
                    <a:cubicBezTo>
                      <a:pt x="14977" y="12642"/>
                      <a:pt x="15011" y="12509"/>
                      <a:pt x="14977" y="12409"/>
                    </a:cubicBezTo>
                    <a:cubicBezTo>
                      <a:pt x="14952" y="12334"/>
                      <a:pt x="14871" y="12296"/>
                      <a:pt x="14818" y="12296"/>
                    </a:cubicBezTo>
                    <a:close/>
                    <a:moveTo>
                      <a:pt x="8740" y="12776"/>
                    </a:moveTo>
                    <a:cubicBezTo>
                      <a:pt x="8606" y="12776"/>
                      <a:pt x="8506" y="12809"/>
                      <a:pt x="8473" y="12943"/>
                    </a:cubicBezTo>
                    <a:cubicBezTo>
                      <a:pt x="8473" y="13076"/>
                      <a:pt x="8506" y="13143"/>
                      <a:pt x="8640" y="13176"/>
                    </a:cubicBezTo>
                    <a:lnTo>
                      <a:pt x="9273" y="13310"/>
                    </a:lnTo>
                    <a:cubicBezTo>
                      <a:pt x="9296" y="13315"/>
                      <a:pt x="9318" y="13318"/>
                      <a:pt x="9339" y="13318"/>
                    </a:cubicBezTo>
                    <a:cubicBezTo>
                      <a:pt x="9438" y="13318"/>
                      <a:pt x="9507" y="13253"/>
                      <a:pt x="9507" y="13143"/>
                    </a:cubicBezTo>
                    <a:cubicBezTo>
                      <a:pt x="9507" y="13109"/>
                      <a:pt x="9507" y="13076"/>
                      <a:pt x="9474" y="13009"/>
                    </a:cubicBezTo>
                    <a:cubicBezTo>
                      <a:pt x="9440" y="12976"/>
                      <a:pt x="9407" y="12943"/>
                      <a:pt x="9307" y="12909"/>
                    </a:cubicBezTo>
                    <a:cubicBezTo>
                      <a:pt x="9140" y="12843"/>
                      <a:pt x="8940" y="12809"/>
                      <a:pt x="8740" y="12776"/>
                    </a:cubicBezTo>
                    <a:close/>
                    <a:moveTo>
                      <a:pt x="13078" y="12849"/>
                    </a:moveTo>
                    <a:cubicBezTo>
                      <a:pt x="13043" y="12849"/>
                      <a:pt x="12999" y="12867"/>
                      <a:pt x="12943" y="12909"/>
                    </a:cubicBezTo>
                    <a:cubicBezTo>
                      <a:pt x="12776" y="12909"/>
                      <a:pt x="12576" y="12943"/>
                      <a:pt x="12342" y="12976"/>
                    </a:cubicBezTo>
                    <a:cubicBezTo>
                      <a:pt x="12276" y="13009"/>
                      <a:pt x="12175" y="13109"/>
                      <a:pt x="12175" y="13243"/>
                    </a:cubicBezTo>
                    <a:cubicBezTo>
                      <a:pt x="12209" y="13343"/>
                      <a:pt x="12309" y="13410"/>
                      <a:pt x="12442" y="13410"/>
                    </a:cubicBezTo>
                    <a:lnTo>
                      <a:pt x="13043" y="13276"/>
                    </a:lnTo>
                    <a:cubicBezTo>
                      <a:pt x="13176" y="13209"/>
                      <a:pt x="13276" y="13143"/>
                      <a:pt x="13243" y="13009"/>
                    </a:cubicBezTo>
                    <a:cubicBezTo>
                      <a:pt x="13243" y="12976"/>
                      <a:pt x="13176" y="12943"/>
                      <a:pt x="13176" y="12943"/>
                    </a:cubicBezTo>
                    <a:cubicBezTo>
                      <a:pt x="13157" y="12884"/>
                      <a:pt x="13126" y="12849"/>
                      <a:pt x="13078" y="12849"/>
                    </a:cubicBezTo>
                    <a:close/>
                    <a:moveTo>
                      <a:pt x="10508" y="13009"/>
                    </a:moveTo>
                    <a:cubicBezTo>
                      <a:pt x="10408" y="13009"/>
                      <a:pt x="10307" y="13109"/>
                      <a:pt x="10307" y="13209"/>
                    </a:cubicBezTo>
                    <a:cubicBezTo>
                      <a:pt x="10307" y="13343"/>
                      <a:pt x="10408" y="13443"/>
                      <a:pt x="10508" y="13443"/>
                    </a:cubicBezTo>
                    <a:lnTo>
                      <a:pt x="11141" y="13443"/>
                    </a:lnTo>
                    <a:cubicBezTo>
                      <a:pt x="11275" y="13443"/>
                      <a:pt x="11342" y="13343"/>
                      <a:pt x="11342" y="13209"/>
                    </a:cubicBezTo>
                    <a:cubicBezTo>
                      <a:pt x="11342" y="13209"/>
                      <a:pt x="11308" y="13176"/>
                      <a:pt x="11308" y="13143"/>
                    </a:cubicBezTo>
                    <a:cubicBezTo>
                      <a:pt x="11308" y="13076"/>
                      <a:pt x="11241" y="13009"/>
                      <a:pt x="11141" y="13009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35" name="Google Shape;1535;p66"/>
              <p:cNvSpPr/>
              <p:nvPr/>
            </p:nvSpPr>
            <p:spPr>
              <a:xfrm>
                <a:off x="3084080" y="3581804"/>
                <a:ext cx="50265" cy="69411"/>
              </a:xfrm>
              <a:custGeom>
                <a:avLst/>
                <a:gdLst/>
                <a:ahLst/>
                <a:cxnLst/>
                <a:rect l="l" t="t" r="r" b="b"/>
                <a:pathLst>
                  <a:path w="3069" h="4238" extrusionOk="0">
                    <a:moveTo>
                      <a:pt x="2602" y="1"/>
                    </a:moveTo>
                    <a:lnTo>
                      <a:pt x="0" y="3370"/>
                    </a:lnTo>
                    <a:lnTo>
                      <a:pt x="3069" y="4237"/>
                    </a:lnTo>
                    <a:lnTo>
                      <a:pt x="26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536" name="Google Shape;1536;p66"/>
            <p:cNvSpPr/>
            <p:nvPr/>
          </p:nvSpPr>
          <p:spPr>
            <a:xfrm>
              <a:off x="4577941" y="2706451"/>
              <a:ext cx="21857" cy="22372"/>
            </a:xfrm>
            <a:custGeom>
              <a:avLst/>
              <a:gdLst/>
              <a:ahLst/>
              <a:cxnLst/>
              <a:rect l="l" t="t" r="r" b="b"/>
              <a:pathLst>
                <a:path w="1402" h="1435" extrusionOk="0">
                  <a:moveTo>
                    <a:pt x="701" y="1"/>
                  </a:moveTo>
                  <a:cubicBezTo>
                    <a:pt x="334" y="1"/>
                    <a:pt x="1" y="334"/>
                    <a:pt x="1" y="701"/>
                  </a:cubicBezTo>
                  <a:cubicBezTo>
                    <a:pt x="1" y="1068"/>
                    <a:pt x="334" y="1435"/>
                    <a:pt x="701" y="1435"/>
                  </a:cubicBezTo>
                  <a:cubicBezTo>
                    <a:pt x="1068" y="1435"/>
                    <a:pt x="1402" y="1101"/>
                    <a:pt x="1402" y="701"/>
                  </a:cubicBezTo>
                  <a:cubicBezTo>
                    <a:pt x="1402" y="334"/>
                    <a:pt x="1068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7" name="Google Shape;1537;p66"/>
            <p:cNvSpPr/>
            <p:nvPr/>
          </p:nvSpPr>
          <p:spPr>
            <a:xfrm>
              <a:off x="4623187" y="2706451"/>
              <a:ext cx="21857" cy="21857"/>
            </a:xfrm>
            <a:custGeom>
              <a:avLst/>
              <a:gdLst/>
              <a:ahLst/>
              <a:cxnLst/>
              <a:rect l="l" t="t" r="r" b="b"/>
              <a:pathLst>
                <a:path w="1402" h="1402" extrusionOk="0">
                  <a:moveTo>
                    <a:pt x="701" y="1"/>
                  </a:moveTo>
                  <a:cubicBezTo>
                    <a:pt x="334" y="1"/>
                    <a:pt x="1" y="334"/>
                    <a:pt x="1" y="701"/>
                  </a:cubicBezTo>
                  <a:cubicBezTo>
                    <a:pt x="1" y="1101"/>
                    <a:pt x="334" y="1402"/>
                    <a:pt x="701" y="1402"/>
                  </a:cubicBezTo>
                  <a:cubicBezTo>
                    <a:pt x="1102" y="1402"/>
                    <a:pt x="1402" y="1101"/>
                    <a:pt x="1402" y="701"/>
                  </a:cubicBezTo>
                  <a:cubicBezTo>
                    <a:pt x="1402" y="334"/>
                    <a:pt x="1102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8" name="Google Shape;1538;p66"/>
            <p:cNvSpPr/>
            <p:nvPr/>
          </p:nvSpPr>
          <p:spPr>
            <a:xfrm>
              <a:off x="4668962" y="2706451"/>
              <a:ext cx="21857" cy="22372"/>
            </a:xfrm>
            <a:custGeom>
              <a:avLst/>
              <a:gdLst/>
              <a:ahLst/>
              <a:cxnLst/>
              <a:rect l="l" t="t" r="r" b="b"/>
              <a:pathLst>
                <a:path w="1402" h="1435" extrusionOk="0">
                  <a:moveTo>
                    <a:pt x="701" y="1"/>
                  </a:moveTo>
                  <a:cubicBezTo>
                    <a:pt x="334" y="1"/>
                    <a:pt x="0" y="334"/>
                    <a:pt x="0" y="701"/>
                  </a:cubicBezTo>
                  <a:cubicBezTo>
                    <a:pt x="0" y="1068"/>
                    <a:pt x="334" y="1435"/>
                    <a:pt x="701" y="1435"/>
                  </a:cubicBezTo>
                  <a:cubicBezTo>
                    <a:pt x="1068" y="1435"/>
                    <a:pt x="1401" y="1101"/>
                    <a:pt x="1401" y="701"/>
                  </a:cubicBezTo>
                  <a:cubicBezTo>
                    <a:pt x="1401" y="334"/>
                    <a:pt x="1101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539" name="Google Shape;1539;p66"/>
            <p:cNvSpPr/>
            <p:nvPr/>
          </p:nvSpPr>
          <p:spPr>
            <a:xfrm>
              <a:off x="4714208" y="2706451"/>
              <a:ext cx="21857" cy="21857"/>
            </a:xfrm>
            <a:custGeom>
              <a:avLst/>
              <a:gdLst/>
              <a:ahLst/>
              <a:cxnLst/>
              <a:rect l="l" t="t" r="r" b="b"/>
              <a:pathLst>
                <a:path w="1402" h="1402" extrusionOk="0">
                  <a:moveTo>
                    <a:pt x="701" y="1"/>
                  </a:moveTo>
                  <a:cubicBezTo>
                    <a:pt x="334" y="1"/>
                    <a:pt x="0" y="334"/>
                    <a:pt x="0" y="701"/>
                  </a:cubicBezTo>
                  <a:cubicBezTo>
                    <a:pt x="0" y="1101"/>
                    <a:pt x="334" y="1402"/>
                    <a:pt x="701" y="1402"/>
                  </a:cubicBezTo>
                  <a:cubicBezTo>
                    <a:pt x="1101" y="1402"/>
                    <a:pt x="1401" y="1101"/>
                    <a:pt x="1401" y="701"/>
                  </a:cubicBezTo>
                  <a:cubicBezTo>
                    <a:pt x="1401" y="334"/>
                    <a:pt x="1101" y="1"/>
                    <a:pt x="70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40" name="Google Shape;1540;p66"/>
            <p:cNvGrpSpPr/>
            <p:nvPr/>
          </p:nvGrpSpPr>
          <p:grpSpPr>
            <a:xfrm>
              <a:off x="2608775" y="3593893"/>
              <a:ext cx="539301" cy="1127237"/>
              <a:chOff x="3244697" y="3612954"/>
              <a:chExt cx="339268" cy="709133"/>
            </a:xfrm>
          </p:grpSpPr>
          <p:grpSp>
            <p:nvGrpSpPr>
              <p:cNvPr id="1541" name="Google Shape;1541;p66"/>
              <p:cNvGrpSpPr/>
              <p:nvPr/>
            </p:nvGrpSpPr>
            <p:grpSpPr>
              <a:xfrm>
                <a:off x="3244697" y="3612954"/>
                <a:ext cx="339268" cy="709133"/>
                <a:chOff x="3244697" y="3612954"/>
                <a:chExt cx="339268" cy="709133"/>
              </a:xfrm>
            </p:grpSpPr>
            <p:sp>
              <p:nvSpPr>
                <p:cNvPr id="1542" name="Google Shape;1542;p66"/>
                <p:cNvSpPr/>
                <p:nvPr/>
              </p:nvSpPr>
              <p:spPr>
                <a:xfrm>
                  <a:off x="3446831" y="3781761"/>
                  <a:ext cx="17492" cy="29503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68" h="18014" fill="none" extrusionOk="0">
                      <a:moveTo>
                        <a:pt x="0" y="18013"/>
                      </a:moveTo>
                      <a:cubicBezTo>
                        <a:pt x="0" y="15779"/>
                        <a:pt x="1068" y="15779"/>
                        <a:pt x="1068" y="13510"/>
                      </a:cubicBezTo>
                      <a:cubicBezTo>
                        <a:pt x="1068" y="11275"/>
                        <a:pt x="0" y="11275"/>
                        <a:pt x="0" y="9007"/>
                      </a:cubicBezTo>
                      <a:cubicBezTo>
                        <a:pt x="0" y="6772"/>
                        <a:pt x="1068" y="6772"/>
                        <a:pt x="1068" y="4504"/>
                      </a:cubicBezTo>
                      <a:cubicBezTo>
                        <a:pt x="1068" y="2269"/>
                        <a:pt x="0" y="2269"/>
                        <a:pt x="0" y="1"/>
                      </a:cubicBezTo>
                    </a:path>
                  </a:pathLst>
                </a:custGeom>
                <a:solidFill>
                  <a:schemeClr val="dk1"/>
                </a:solidFill>
                <a:ln w="300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43" name="Google Shape;1543;p66"/>
                <p:cNvSpPr/>
                <p:nvPr/>
              </p:nvSpPr>
              <p:spPr>
                <a:xfrm>
                  <a:off x="3505283" y="3612954"/>
                  <a:ext cx="20768" cy="338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68" h="20682" fill="none" extrusionOk="0">
                      <a:moveTo>
                        <a:pt x="0" y="20682"/>
                      </a:moveTo>
                      <a:cubicBezTo>
                        <a:pt x="0" y="18113"/>
                        <a:pt x="1268" y="18113"/>
                        <a:pt x="1268" y="15511"/>
                      </a:cubicBezTo>
                      <a:cubicBezTo>
                        <a:pt x="1268" y="12943"/>
                        <a:pt x="0" y="12943"/>
                        <a:pt x="0" y="10341"/>
                      </a:cubicBezTo>
                      <a:cubicBezTo>
                        <a:pt x="0" y="7772"/>
                        <a:pt x="1268" y="7772"/>
                        <a:pt x="1268" y="5171"/>
                      </a:cubicBezTo>
                      <a:cubicBezTo>
                        <a:pt x="1268" y="2602"/>
                        <a:pt x="0" y="2602"/>
                        <a:pt x="0" y="0"/>
                      </a:cubicBezTo>
                    </a:path>
                  </a:pathLst>
                </a:custGeom>
                <a:solidFill>
                  <a:schemeClr val="dk1"/>
                </a:solidFill>
                <a:ln w="30025" cap="rnd" cmpd="sng">
                  <a:solidFill>
                    <a:schemeClr val="dk1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44" name="Google Shape;1544;p66"/>
                <p:cNvSpPr/>
                <p:nvPr/>
              </p:nvSpPr>
              <p:spPr>
                <a:xfrm>
                  <a:off x="3244697" y="4036354"/>
                  <a:ext cx="210345" cy="285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843" h="17446" extrusionOk="0">
                      <a:moveTo>
                        <a:pt x="3903" y="3703"/>
                      </a:moveTo>
                      <a:cubicBezTo>
                        <a:pt x="4670" y="3703"/>
                        <a:pt x="5337" y="4003"/>
                        <a:pt x="5838" y="4503"/>
                      </a:cubicBezTo>
                      <a:lnTo>
                        <a:pt x="5838" y="8339"/>
                      </a:lnTo>
                      <a:cubicBezTo>
                        <a:pt x="5337" y="8840"/>
                        <a:pt x="4670" y="9140"/>
                        <a:pt x="3903" y="9140"/>
                      </a:cubicBezTo>
                      <a:cubicBezTo>
                        <a:pt x="2402" y="9140"/>
                        <a:pt x="1201" y="7939"/>
                        <a:pt x="1201" y="6438"/>
                      </a:cubicBezTo>
                      <a:cubicBezTo>
                        <a:pt x="1201" y="4937"/>
                        <a:pt x="2402" y="3703"/>
                        <a:pt x="3903" y="3703"/>
                      </a:cubicBezTo>
                      <a:close/>
                      <a:moveTo>
                        <a:pt x="5838" y="0"/>
                      </a:moveTo>
                      <a:lnTo>
                        <a:pt x="5838" y="2969"/>
                      </a:lnTo>
                      <a:cubicBezTo>
                        <a:pt x="5237" y="2635"/>
                        <a:pt x="4637" y="2468"/>
                        <a:pt x="3903" y="2468"/>
                      </a:cubicBezTo>
                      <a:cubicBezTo>
                        <a:pt x="1735" y="2468"/>
                        <a:pt x="0" y="4236"/>
                        <a:pt x="0" y="6405"/>
                      </a:cubicBezTo>
                      <a:cubicBezTo>
                        <a:pt x="0" y="8573"/>
                        <a:pt x="1735" y="10307"/>
                        <a:pt x="3903" y="10307"/>
                      </a:cubicBezTo>
                      <a:cubicBezTo>
                        <a:pt x="4637" y="10307"/>
                        <a:pt x="5237" y="10141"/>
                        <a:pt x="5838" y="9807"/>
                      </a:cubicBezTo>
                      <a:lnTo>
                        <a:pt x="5838" y="16478"/>
                      </a:lnTo>
                      <a:cubicBezTo>
                        <a:pt x="5838" y="17012"/>
                        <a:pt x="6305" y="17446"/>
                        <a:pt x="6805" y="17446"/>
                      </a:cubicBezTo>
                      <a:lnTo>
                        <a:pt x="12843" y="17446"/>
                      </a:lnTo>
                      <a:lnTo>
                        <a:pt x="12843" y="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545" name="Google Shape;1545;p66"/>
                <p:cNvSpPr/>
                <p:nvPr/>
              </p:nvSpPr>
              <p:spPr>
                <a:xfrm>
                  <a:off x="3455560" y="4036354"/>
                  <a:ext cx="128405" cy="2857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40" h="17446" extrusionOk="0">
                      <a:moveTo>
                        <a:pt x="1" y="0"/>
                      </a:moveTo>
                      <a:lnTo>
                        <a:pt x="1" y="17446"/>
                      </a:lnTo>
                      <a:lnTo>
                        <a:pt x="6872" y="17446"/>
                      </a:lnTo>
                      <a:cubicBezTo>
                        <a:pt x="7440" y="17446"/>
                        <a:pt x="7840" y="16979"/>
                        <a:pt x="7840" y="16478"/>
                      </a:cubicBezTo>
                      <a:lnTo>
                        <a:pt x="784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  <p:sp>
            <p:nvSpPr>
              <p:cNvPr id="1546" name="Google Shape;1546;p66"/>
              <p:cNvSpPr/>
              <p:nvPr/>
            </p:nvSpPr>
            <p:spPr>
              <a:xfrm>
                <a:off x="3256701" y="3672504"/>
                <a:ext cx="23519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436" h="1435" extrusionOk="0">
                    <a:moveTo>
                      <a:pt x="735" y="0"/>
                    </a:moveTo>
                    <a:cubicBezTo>
                      <a:pt x="334" y="0"/>
                      <a:pt x="1" y="334"/>
                      <a:pt x="1" y="701"/>
                    </a:cubicBezTo>
                    <a:cubicBezTo>
                      <a:pt x="1" y="1101"/>
                      <a:pt x="334" y="1434"/>
                      <a:pt x="735" y="1434"/>
                    </a:cubicBezTo>
                    <a:cubicBezTo>
                      <a:pt x="1102" y="1434"/>
                      <a:pt x="1435" y="1101"/>
                      <a:pt x="1435" y="701"/>
                    </a:cubicBezTo>
                    <a:cubicBezTo>
                      <a:pt x="1435" y="300"/>
                      <a:pt x="1135" y="0"/>
                      <a:pt x="7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7" name="Google Shape;1547;p66"/>
              <p:cNvSpPr/>
              <p:nvPr/>
            </p:nvSpPr>
            <p:spPr>
              <a:xfrm>
                <a:off x="3304787" y="3672504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0"/>
                    </a:moveTo>
                    <a:cubicBezTo>
                      <a:pt x="301" y="0"/>
                      <a:pt x="0" y="334"/>
                      <a:pt x="0" y="701"/>
                    </a:cubicBezTo>
                    <a:cubicBezTo>
                      <a:pt x="0" y="1101"/>
                      <a:pt x="301" y="1401"/>
                      <a:pt x="701" y="1401"/>
                    </a:cubicBezTo>
                    <a:cubicBezTo>
                      <a:pt x="1101" y="1401"/>
                      <a:pt x="1401" y="1101"/>
                      <a:pt x="1401" y="701"/>
                    </a:cubicBezTo>
                    <a:cubicBezTo>
                      <a:pt x="1401" y="334"/>
                      <a:pt x="1101" y="0"/>
                      <a:pt x="7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8" name="Google Shape;1548;p66"/>
              <p:cNvSpPr/>
              <p:nvPr/>
            </p:nvSpPr>
            <p:spPr>
              <a:xfrm>
                <a:off x="3353412" y="3672504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0"/>
                    </a:moveTo>
                    <a:cubicBezTo>
                      <a:pt x="300" y="0"/>
                      <a:pt x="0" y="334"/>
                      <a:pt x="0" y="701"/>
                    </a:cubicBezTo>
                    <a:cubicBezTo>
                      <a:pt x="0" y="1101"/>
                      <a:pt x="300" y="1401"/>
                      <a:pt x="701" y="1401"/>
                    </a:cubicBezTo>
                    <a:cubicBezTo>
                      <a:pt x="1068" y="1401"/>
                      <a:pt x="1401" y="1101"/>
                      <a:pt x="1401" y="701"/>
                    </a:cubicBezTo>
                    <a:cubicBezTo>
                      <a:pt x="1401" y="334"/>
                      <a:pt x="1068" y="0"/>
                      <a:pt x="7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49" name="Google Shape;1549;p66"/>
              <p:cNvSpPr/>
              <p:nvPr/>
            </p:nvSpPr>
            <p:spPr>
              <a:xfrm>
                <a:off x="3400940" y="3672504"/>
                <a:ext cx="23503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1435" extrusionOk="0">
                    <a:moveTo>
                      <a:pt x="701" y="0"/>
                    </a:moveTo>
                    <a:cubicBezTo>
                      <a:pt x="334" y="0"/>
                      <a:pt x="0" y="334"/>
                      <a:pt x="0" y="701"/>
                    </a:cubicBezTo>
                    <a:cubicBezTo>
                      <a:pt x="0" y="1101"/>
                      <a:pt x="334" y="1434"/>
                      <a:pt x="701" y="1434"/>
                    </a:cubicBezTo>
                    <a:cubicBezTo>
                      <a:pt x="1101" y="1434"/>
                      <a:pt x="1435" y="1101"/>
                      <a:pt x="1435" y="701"/>
                    </a:cubicBezTo>
                    <a:cubicBezTo>
                      <a:pt x="1435" y="300"/>
                      <a:pt x="1101" y="0"/>
                      <a:pt x="7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50" name="Google Shape;1550;p66"/>
            <p:cNvGrpSpPr/>
            <p:nvPr/>
          </p:nvGrpSpPr>
          <p:grpSpPr>
            <a:xfrm>
              <a:off x="1937333" y="4415594"/>
              <a:ext cx="539304" cy="75813"/>
              <a:chOff x="3103193" y="3307557"/>
              <a:chExt cx="167185" cy="23503"/>
            </a:xfrm>
          </p:grpSpPr>
          <p:sp>
            <p:nvSpPr>
              <p:cNvPr id="1551" name="Google Shape;1551;p66"/>
              <p:cNvSpPr/>
              <p:nvPr/>
            </p:nvSpPr>
            <p:spPr>
              <a:xfrm>
                <a:off x="3103193" y="3308098"/>
                <a:ext cx="23503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35" h="1402" extrusionOk="0">
                    <a:moveTo>
                      <a:pt x="701" y="1"/>
                    </a:moveTo>
                    <a:cubicBezTo>
                      <a:pt x="334" y="1"/>
                      <a:pt x="1" y="334"/>
                      <a:pt x="1" y="701"/>
                    </a:cubicBezTo>
                    <a:cubicBezTo>
                      <a:pt x="1" y="1068"/>
                      <a:pt x="334" y="1402"/>
                      <a:pt x="701" y="1402"/>
                    </a:cubicBezTo>
                    <a:cubicBezTo>
                      <a:pt x="1101" y="1402"/>
                      <a:pt x="1435" y="1068"/>
                      <a:pt x="1435" y="701"/>
                    </a:cubicBezTo>
                    <a:cubicBezTo>
                      <a:pt x="1435" y="334"/>
                      <a:pt x="1101" y="1"/>
                      <a:pt x="7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2" name="Google Shape;1552;p66"/>
              <p:cNvSpPr/>
              <p:nvPr/>
            </p:nvSpPr>
            <p:spPr>
              <a:xfrm>
                <a:off x="3151262" y="3308098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1"/>
                    </a:moveTo>
                    <a:cubicBezTo>
                      <a:pt x="335" y="1"/>
                      <a:pt x="1" y="334"/>
                      <a:pt x="1" y="701"/>
                    </a:cubicBezTo>
                    <a:cubicBezTo>
                      <a:pt x="1" y="1068"/>
                      <a:pt x="335" y="1402"/>
                      <a:pt x="701" y="1402"/>
                    </a:cubicBezTo>
                    <a:cubicBezTo>
                      <a:pt x="1068" y="1402"/>
                      <a:pt x="1402" y="1068"/>
                      <a:pt x="1402" y="701"/>
                    </a:cubicBezTo>
                    <a:cubicBezTo>
                      <a:pt x="1402" y="334"/>
                      <a:pt x="1068" y="1"/>
                      <a:pt x="7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3" name="Google Shape;1553;p66"/>
              <p:cNvSpPr/>
              <p:nvPr/>
            </p:nvSpPr>
            <p:spPr>
              <a:xfrm>
                <a:off x="3198806" y="3307557"/>
                <a:ext cx="22962" cy="23503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35" extrusionOk="0">
                    <a:moveTo>
                      <a:pt x="701" y="0"/>
                    </a:moveTo>
                    <a:cubicBezTo>
                      <a:pt x="334" y="0"/>
                      <a:pt x="0" y="334"/>
                      <a:pt x="0" y="734"/>
                    </a:cubicBezTo>
                    <a:cubicBezTo>
                      <a:pt x="0" y="1101"/>
                      <a:pt x="334" y="1435"/>
                      <a:pt x="701" y="1435"/>
                    </a:cubicBezTo>
                    <a:cubicBezTo>
                      <a:pt x="1101" y="1435"/>
                      <a:pt x="1401" y="1101"/>
                      <a:pt x="1401" y="734"/>
                    </a:cubicBezTo>
                    <a:cubicBezTo>
                      <a:pt x="1401" y="334"/>
                      <a:pt x="1101" y="0"/>
                      <a:pt x="7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4" name="Google Shape;1554;p66"/>
              <p:cNvSpPr/>
              <p:nvPr/>
            </p:nvSpPr>
            <p:spPr>
              <a:xfrm>
                <a:off x="3247415" y="3308098"/>
                <a:ext cx="22962" cy="22962"/>
              </a:xfrm>
              <a:custGeom>
                <a:avLst/>
                <a:gdLst/>
                <a:ahLst/>
                <a:cxnLst/>
                <a:rect l="l" t="t" r="r" b="b"/>
                <a:pathLst>
                  <a:path w="1402" h="1402" extrusionOk="0">
                    <a:moveTo>
                      <a:pt x="701" y="1"/>
                    </a:moveTo>
                    <a:cubicBezTo>
                      <a:pt x="334" y="1"/>
                      <a:pt x="1" y="334"/>
                      <a:pt x="1" y="701"/>
                    </a:cubicBezTo>
                    <a:cubicBezTo>
                      <a:pt x="1" y="1068"/>
                      <a:pt x="334" y="1402"/>
                      <a:pt x="701" y="1402"/>
                    </a:cubicBezTo>
                    <a:cubicBezTo>
                      <a:pt x="1068" y="1402"/>
                      <a:pt x="1402" y="1068"/>
                      <a:pt x="1402" y="701"/>
                    </a:cubicBezTo>
                    <a:cubicBezTo>
                      <a:pt x="1402" y="334"/>
                      <a:pt x="1068" y="1"/>
                      <a:pt x="70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55" name="Google Shape;1555;p66"/>
            <p:cNvGrpSpPr/>
            <p:nvPr/>
          </p:nvGrpSpPr>
          <p:grpSpPr>
            <a:xfrm>
              <a:off x="6071943" y="3165467"/>
              <a:ext cx="629322" cy="447485"/>
              <a:chOff x="5237099" y="3134378"/>
              <a:chExt cx="283555" cy="201615"/>
            </a:xfrm>
          </p:grpSpPr>
          <p:sp>
            <p:nvSpPr>
              <p:cNvPr id="1556" name="Google Shape;1556;p66"/>
              <p:cNvSpPr/>
              <p:nvPr/>
            </p:nvSpPr>
            <p:spPr>
              <a:xfrm>
                <a:off x="5237099" y="3134378"/>
                <a:ext cx="283555" cy="201615"/>
              </a:xfrm>
              <a:custGeom>
                <a:avLst/>
                <a:gdLst/>
                <a:ahLst/>
                <a:cxnLst/>
                <a:rect l="l" t="t" r="r" b="b"/>
                <a:pathLst>
                  <a:path w="17313" h="12310" extrusionOk="0">
                    <a:moveTo>
                      <a:pt x="7673" y="0"/>
                    </a:moveTo>
                    <a:cubicBezTo>
                      <a:pt x="5504" y="0"/>
                      <a:pt x="3737" y="1802"/>
                      <a:pt x="3737" y="3970"/>
                    </a:cubicBezTo>
                    <a:lnTo>
                      <a:pt x="3737" y="4003"/>
                    </a:lnTo>
                    <a:cubicBezTo>
                      <a:pt x="1635" y="4237"/>
                      <a:pt x="1" y="6005"/>
                      <a:pt x="1" y="8139"/>
                    </a:cubicBezTo>
                    <a:cubicBezTo>
                      <a:pt x="1" y="10441"/>
                      <a:pt x="1902" y="12309"/>
                      <a:pt x="4170" y="12309"/>
                    </a:cubicBezTo>
                    <a:lnTo>
                      <a:pt x="13143" y="12309"/>
                    </a:lnTo>
                    <a:cubicBezTo>
                      <a:pt x="15445" y="12309"/>
                      <a:pt x="17313" y="10441"/>
                      <a:pt x="17313" y="8139"/>
                    </a:cubicBezTo>
                    <a:cubicBezTo>
                      <a:pt x="17313" y="6205"/>
                      <a:pt x="16012" y="4637"/>
                      <a:pt x="14277" y="4137"/>
                    </a:cubicBezTo>
                    <a:cubicBezTo>
                      <a:pt x="14311" y="4003"/>
                      <a:pt x="14311" y="3836"/>
                      <a:pt x="14311" y="3670"/>
                    </a:cubicBezTo>
                    <a:cubicBezTo>
                      <a:pt x="14311" y="2369"/>
                      <a:pt x="13277" y="1335"/>
                      <a:pt x="11976" y="1335"/>
                    </a:cubicBezTo>
                    <a:cubicBezTo>
                      <a:pt x="11575" y="1335"/>
                      <a:pt x="11175" y="1435"/>
                      <a:pt x="10908" y="1635"/>
                    </a:cubicBezTo>
                    <a:cubicBezTo>
                      <a:pt x="10174" y="634"/>
                      <a:pt x="9007" y="0"/>
                      <a:pt x="767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7" name="Google Shape;1557;p66"/>
              <p:cNvSpPr/>
              <p:nvPr/>
            </p:nvSpPr>
            <p:spPr>
              <a:xfrm>
                <a:off x="5297189" y="3254018"/>
                <a:ext cx="18049" cy="6230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804" extrusionOk="0">
                    <a:moveTo>
                      <a:pt x="668" y="0"/>
                    </a:moveTo>
                    <a:cubicBezTo>
                      <a:pt x="568" y="234"/>
                      <a:pt x="468" y="467"/>
                      <a:pt x="1" y="467"/>
                    </a:cubicBezTo>
                    <a:lnTo>
                      <a:pt x="68" y="467"/>
                    </a:lnTo>
                    <a:lnTo>
                      <a:pt x="68" y="901"/>
                    </a:lnTo>
                    <a:lnTo>
                      <a:pt x="501" y="901"/>
                    </a:lnTo>
                    <a:lnTo>
                      <a:pt x="501" y="3803"/>
                    </a:lnTo>
                    <a:lnTo>
                      <a:pt x="1102" y="3803"/>
                    </a:lnTo>
                    <a:lnTo>
                      <a:pt x="110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8" name="Google Shape;1558;p66"/>
              <p:cNvSpPr/>
              <p:nvPr/>
            </p:nvSpPr>
            <p:spPr>
              <a:xfrm>
                <a:off x="5326145" y="3252380"/>
                <a:ext cx="30070" cy="63940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904" extrusionOk="0">
                    <a:moveTo>
                      <a:pt x="868" y="534"/>
                    </a:moveTo>
                    <a:cubicBezTo>
                      <a:pt x="1035" y="534"/>
                      <a:pt x="1168" y="668"/>
                      <a:pt x="1168" y="934"/>
                    </a:cubicBezTo>
                    <a:lnTo>
                      <a:pt x="1168" y="2969"/>
                    </a:lnTo>
                    <a:cubicBezTo>
                      <a:pt x="1168" y="3269"/>
                      <a:pt x="1068" y="3336"/>
                      <a:pt x="868" y="3336"/>
                    </a:cubicBezTo>
                    <a:cubicBezTo>
                      <a:pt x="701" y="3336"/>
                      <a:pt x="568" y="3236"/>
                      <a:pt x="568" y="2969"/>
                    </a:cubicBezTo>
                    <a:lnTo>
                      <a:pt x="568" y="934"/>
                    </a:lnTo>
                    <a:cubicBezTo>
                      <a:pt x="568" y="634"/>
                      <a:pt x="668" y="534"/>
                      <a:pt x="868" y="534"/>
                    </a:cubicBezTo>
                    <a:close/>
                    <a:moveTo>
                      <a:pt x="901" y="0"/>
                    </a:moveTo>
                    <a:cubicBezTo>
                      <a:pt x="334" y="0"/>
                      <a:pt x="1" y="334"/>
                      <a:pt x="1" y="968"/>
                    </a:cubicBezTo>
                    <a:lnTo>
                      <a:pt x="1" y="2936"/>
                    </a:lnTo>
                    <a:cubicBezTo>
                      <a:pt x="1" y="3570"/>
                      <a:pt x="334" y="3903"/>
                      <a:pt x="901" y="3903"/>
                    </a:cubicBezTo>
                    <a:cubicBezTo>
                      <a:pt x="1502" y="3903"/>
                      <a:pt x="1835" y="3570"/>
                      <a:pt x="1835" y="2936"/>
                    </a:cubicBezTo>
                    <a:lnTo>
                      <a:pt x="1835" y="968"/>
                    </a:lnTo>
                    <a:cubicBezTo>
                      <a:pt x="1835" y="334"/>
                      <a:pt x="1502" y="0"/>
                      <a:pt x="90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59" name="Google Shape;1559;p66"/>
              <p:cNvSpPr/>
              <p:nvPr/>
            </p:nvSpPr>
            <p:spPr>
              <a:xfrm>
                <a:off x="5367662" y="3254018"/>
                <a:ext cx="18049" cy="62303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804" extrusionOk="0">
                    <a:moveTo>
                      <a:pt x="668" y="0"/>
                    </a:moveTo>
                    <a:cubicBezTo>
                      <a:pt x="535" y="234"/>
                      <a:pt x="468" y="467"/>
                      <a:pt x="1" y="467"/>
                    </a:cubicBezTo>
                    <a:lnTo>
                      <a:pt x="34" y="467"/>
                    </a:lnTo>
                    <a:lnTo>
                      <a:pt x="34" y="901"/>
                    </a:lnTo>
                    <a:lnTo>
                      <a:pt x="501" y="901"/>
                    </a:lnTo>
                    <a:lnTo>
                      <a:pt x="501" y="3803"/>
                    </a:lnTo>
                    <a:lnTo>
                      <a:pt x="1102" y="3803"/>
                    </a:lnTo>
                    <a:lnTo>
                      <a:pt x="1102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0" name="Google Shape;1560;p66"/>
              <p:cNvSpPr/>
              <p:nvPr/>
            </p:nvSpPr>
            <p:spPr>
              <a:xfrm>
                <a:off x="5395537" y="3252380"/>
                <a:ext cx="30054" cy="63940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904" extrusionOk="0">
                    <a:moveTo>
                      <a:pt x="934" y="534"/>
                    </a:moveTo>
                    <a:cubicBezTo>
                      <a:pt x="1101" y="534"/>
                      <a:pt x="1234" y="668"/>
                      <a:pt x="1234" y="934"/>
                    </a:cubicBezTo>
                    <a:lnTo>
                      <a:pt x="1234" y="2969"/>
                    </a:lnTo>
                    <a:cubicBezTo>
                      <a:pt x="1234" y="3269"/>
                      <a:pt x="1134" y="3336"/>
                      <a:pt x="934" y="3336"/>
                    </a:cubicBezTo>
                    <a:cubicBezTo>
                      <a:pt x="767" y="3336"/>
                      <a:pt x="634" y="3236"/>
                      <a:pt x="634" y="2969"/>
                    </a:cubicBezTo>
                    <a:lnTo>
                      <a:pt x="634" y="934"/>
                    </a:lnTo>
                    <a:cubicBezTo>
                      <a:pt x="634" y="634"/>
                      <a:pt x="734" y="534"/>
                      <a:pt x="934" y="534"/>
                    </a:cubicBezTo>
                    <a:close/>
                    <a:moveTo>
                      <a:pt x="934" y="0"/>
                    </a:moveTo>
                    <a:cubicBezTo>
                      <a:pt x="334" y="0"/>
                      <a:pt x="0" y="334"/>
                      <a:pt x="0" y="968"/>
                    </a:cubicBezTo>
                    <a:lnTo>
                      <a:pt x="0" y="2936"/>
                    </a:lnTo>
                    <a:cubicBezTo>
                      <a:pt x="0" y="3570"/>
                      <a:pt x="334" y="3903"/>
                      <a:pt x="934" y="3903"/>
                    </a:cubicBezTo>
                    <a:cubicBezTo>
                      <a:pt x="1501" y="3903"/>
                      <a:pt x="1835" y="3570"/>
                      <a:pt x="1835" y="2936"/>
                    </a:cubicBezTo>
                    <a:lnTo>
                      <a:pt x="1835" y="968"/>
                    </a:lnTo>
                    <a:cubicBezTo>
                      <a:pt x="1835" y="334"/>
                      <a:pt x="1501" y="0"/>
                      <a:pt x="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1" name="Google Shape;1561;p66"/>
              <p:cNvSpPr/>
              <p:nvPr/>
            </p:nvSpPr>
            <p:spPr>
              <a:xfrm>
                <a:off x="5431044" y="3252380"/>
                <a:ext cx="30054" cy="63940"/>
              </a:xfrm>
              <a:custGeom>
                <a:avLst/>
                <a:gdLst/>
                <a:ahLst/>
                <a:cxnLst/>
                <a:rect l="l" t="t" r="r" b="b"/>
                <a:pathLst>
                  <a:path w="1835" h="3904" extrusionOk="0">
                    <a:moveTo>
                      <a:pt x="901" y="534"/>
                    </a:moveTo>
                    <a:cubicBezTo>
                      <a:pt x="1068" y="534"/>
                      <a:pt x="1168" y="668"/>
                      <a:pt x="1168" y="934"/>
                    </a:cubicBezTo>
                    <a:lnTo>
                      <a:pt x="1168" y="2969"/>
                    </a:lnTo>
                    <a:cubicBezTo>
                      <a:pt x="1168" y="3269"/>
                      <a:pt x="1101" y="3336"/>
                      <a:pt x="901" y="3336"/>
                    </a:cubicBezTo>
                    <a:cubicBezTo>
                      <a:pt x="734" y="3336"/>
                      <a:pt x="601" y="3236"/>
                      <a:pt x="601" y="2969"/>
                    </a:cubicBezTo>
                    <a:lnTo>
                      <a:pt x="601" y="934"/>
                    </a:lnTo>
                    <a:cubicBezTo>
                      <a:pt x="601" y="634"/>
                      <a:pt x="667" y="534"/>
                      <a:pt x="901" y="534"/>
                    </a:cubicBezTo>
                    <a:close/>
                    <a:moveTo>
                      <a:pt x="934" y="0"/>
                    </a:moveTo>
                    <a:cubicBezTo>
                      <a:pt x="334" y="0"/>
                      <a:pt x="0" y="334"/>
                      <a:pt x="0" y="968"/>
                    </a:cubicBezTo>
                    <a:lnTo>
                      <a:pt x="0" y="2936"/>
                    </a:lnTo>
                    <a:cubicBezTo>
                      <a:pt x="0" y="3570"/>
                      <a:pt x="334" y="3903"/>
                      <a:pt x="934" y="3903"/>
                    </a:cubicBezTo>
                    <a:cubicBezTo>
                      <a:pt x="1501" y="3903"/>
                      <a:pt x="1835" y="3570"/>
                      <a:pt x="1835" y="2936"/>
                    </a:cubicBezTo>
                    <a:lnTo>
                      <a:pt x="1835" y="968"/>
                    </a:lnTo>
                    <a:cubicBezTo>
                      <a:pt x="1835" y="334"/>
                      <a:pt x="1501" y="0"/>
                      <a:pt x="9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2" name="Google Shape;1562;p66"/>
              <p:cNvSpPr/>
              <p:nvPr/>
            </p:nvSpPr>
            <p:spPr>
              <a:xfrm>
                <a:off x="5329420" y="3178631"/>
                <a:ext cx="30070" cy="63924"/>
              </a:xfrm>
              <a:custGeom>
                <a:avLst/>
                <a:gdLst/>
                <a:ahLst/>
                <a:cxnLst/>
                <a:rect l="l" t="t" r="r" b="b"/>
                <a:pathLst>
                  <a:path w="1836" h="3903" extrusionOk="0">
                    <a:moveTo>
                      <a:pt x="868" y="567"/>
                    </a:moveTo>
                    <a:cubicBezTo>
                      <a:pt x="1035" y="567"/>
                      <a:pt x="1168" y="667"/>
                      <a:pt x="1168" y="934"/>
                    </a:cubicBezTo>
                    <a:lnTo>
                      <a:pt x="1168" y="2969"/>
                    </a:lnTo>
                    <a:cubicBezTo>
                      <a:pt x="1168" y="3269"/>
                      <a:pt x="1102" y="3336"/>
                      <a:pt x="868" y="3336"/>
                    </a:cubicBezTo>
                    <a:cubicBezTo>
                      <a:pt x="701" y="3336"/>
                      <a:pt x="601" y="3236"/>
                      <a:pt x="601" y="2969"/>
                    </a:cubicBezTo>
                    <a:lnTo>
                      <a:pt x="601" y="934"/>
                    </a:lnTo>
                    <a:cubicBezTo>
                      <a:pt x="601" y="634"/>
                      <a:pt x="668" y="567"/>
                      <a:pt x="868" y="567"/>
                    </a:cubicBezTo>
                    <a:close/>
                    <a:moveTo>
                      <a:pt x="935" y="0"/>
                    </a:moveTo>
                    <a:cubicBezTo>
                      <a:pt x="334" y="0"/>
                      <a:pt x="1" y="334"/>
                      <a:pt x="1" y="968"/>
                    </a:cubicBezTo>
                    <a:lnTo>
                      <a:pt x="1" y="2936"/>
                    </a:lnTo>
                    <a:cubicBezTo>
                      <a:pt x="1" y="3569"/>
                      <a:pt x="334" y="3903"/>
                      <a:pt x="935" y="3903"/>
                    </a:cubicBezTo>
                    <a:cubicBezTo>
                      <a:pt x="1502" y="3903"/>
                      <a:pt x="1836" y="3569"/>
                      <a:pt x="1836" y="2936"/>
                    </a:cubicBezTo>
                    <a:lnTo>
                      <a:pt x="1836" y="968"/>
                    </a:lnTo>
                    <a:cubicBezTo>
                      <a:pt x="1836" y="334"/>
                      <a:pt x="1502" y="0"/>
                      <a:pt x="93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3" name="Google Shape;1563;p66"/>
              <p:cNvSpPr/>
              <p:nvPr/>
            </p:nvSpPr>
            <p:spPr>
              <a:xfrm>
                <a:off x="5370954" y="3179712"/>
                <a:ext cx="18032" cy="61762"/>
              </a:xfrm>
              <a:custGeom>
                <a:avLst/>
                <a:gdLst/>
                <a:ahLst/>
                <a:cxnLst/>
                <a:rect l="l" t="t" r="r" b="b"/>
                <a:pathLst>
                  <a:path w="1101" h="3771" extrusionOk="0">
                    <a:moveTo>
                      <a:pt x="667" y="1"/>
                    </a:moveTo>
                    <a:cubicBezTo>
                      <a:pt x="567" y="234"/>
                      <a:pt x="467" y="435"/>
                      <a:pt x="0" y="435"/>
                    </a:cubicBezTo>
                    <a:lnTo>
                      <a:pt x="67" y="435"/>
                    </a:lnTo>
                    <a:lnTo>
                      <a:pt x="67" y="902"/>
                    </a:lnTo>
                    <a:lnTo>
                      <a:pt x="500" y="902"/>
                    </a:lnTo>
                    <a:lnTo>
                      <a:pt x="500" y="3770"/>
                    </a:lnTo>
                    <a:lnTo>
                      <a:pt x="1101" y="3770"/>
                    </a:lnTo>
                    <a:lnTo>
                      <a:pt x="1101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4" name="Google Shape;1564;p66"/>
              <p:cNvSpPr/>
              <p:nvPr/>
            </p:nvSpPr>
            <p:spPr>
              <a:xfrm>
                <a:off x="5405905" y="3179712"/>
                <a:ext cx="18049" cy="61762"/>
              </a:xfrm>
              <a:custGeom>
                <a:avLst/>
                <a:gdLst/>
                <a:ahLst/>
                <a:cxnLst/>
                <a:rect l="l" t="t" r="r" b="b"/>
                <a:pathLst>
                  <a:path w="1102" h="3771" extrusionOk="0">
                    <a:moveTo>
                      <a:pt x="668" y="1"/>
                    </a:moveTo>
                    <a:cubicBezTo>
                      <a:pt x="535" y="234"/>
                      <a:pt x="468" y="435"/>
                      <a:pt x="1" y="435"/>
                    </a:cubicBezTo>
                    <a:lnTo>
                      <a:pt x="34" y="435"/>
                    </a:lnTo>
                    <a:lnTo>
                      <a:pt x="34" y="902"/>
                    </a:lnTo>
                    <a:lnTo>
                      <a:pt x="501" y="902"/>
                    </a:lnTo>
                    <a:lnTo>
                      <a:pt x="501" y="3770"/>
                    </a:lnTo>
                    <a:lnTo>
                      <a:pt x="1102" y="3770"/>
                    </a:lnTo>
                    <a:lnTo>
                      <a:pt x="1102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565" name="Google Shape;1565;p66"/>
            <p:cNvSpPr/>
            <p:nvPr/>
          </p:nvSpPr>
          <p:spPr>
            <a:xfrm>
              <a:off x="5504217" y="3306057"/>
              <a:ext cx="143023" cy="141994"/>
            </a:xfrm>
            <a:custGeom>
              <a:avLst/>
              <a:gdLst/>
              <a:ahLst/>
              <a:cxnLst/>
              <a:rect l="l" t="t" r="r" b="b"/>
              <a:pathLst>
                <a:path w="9174" h="9108" extrusionOk="0">
                  <a:moveTo>
                    <a:pt x="3136" y="968"/>
                  </a:moveTo>
                  <a:lnTo>
                    <a:pt x="3136" y="968"/>
                  </a:lnTo>
                  <a:cubicBezTo>
                    <a:pt x="3036" y="1102"/>
                    <a:pt x="2969" y="1268"/>
                    <a:pt x="2869" y="1435"/>
                  </a:cubicBezTo>
                  <a:cubicBezTo>
                    <a:pt x="2736" y="1368"/>
                    <a:pt x="2669" y="1302"/>
                    <a:pt x="2536" y="1268"/>
                  </a:cubicBezTo>
                  <a:cubicBezTo>
                    <a:pt x="2702" y="1135"/>
                    <a:pt x="2903" y="1035"/>
                    <a:pt x="3136" y="968"/>
                  </a:cubicBezTo>
                  <a:close/>
                  <a:moveTo>
                    <a:pt x="6038" y="968"/>
                  </a:moveTo>
                  <a:lnTo>
                    <a:pt x="6038" y="968"/>
                  </a:lnTo>
                  <a:cubicBezTo>
                    <a:pt x="6238" y="1035"/>
                    <a:pt x="6472" y="1135"/>
                    <a:pt x="6639" y="1268"/>
                  </a:cubicBezTo>
                  <a:cubicBezTo>
                    <a:pt x="6538" y="1335"/>
                    <a:pt x="6405" y="1368"/>
                    <a:pt x="6272" y="1435"/>
                  </a:cubicBezTo>
                  <a:cubicBezTo>
                    <a:pt x="6238" y="1268"/>
                    <a:pt x="6172" y="1102"/>
                    <a:pt x="6038" y="968"/>
                  </a:cubicBezTo>
                  <a:close/>
                  <a:moveTo>
                    <a:pt x="4570" y="668"/>
                  </a:moveTo>
                  <a:cubicBezTo>
                    <a:pt x="4971" y="668"/>
                    <a:pt x="5371" y="1035"/>
                    <a:pt x="5705" y="1669"/>
                  </a:cubicBezTo>
                  <a:cubicBezTo>
                    <a:pt x="5338" y="1802"/>
                    <a:pt x="5004" y="1835"/>
                    <a:pt x="4570" y="1835"/>
                  </a:cubicBezTo>
                  <a:cubicBezTo>
                    <a:pt x="4203" y="1835"/>
                    <a:pt x="3837" y="1802"/>
                    <a:pt x="3470" y="1669"/>
                  </a:cubicBezTo>
                  <a:cubicBezTo>
                    <a:pt x="3803" y="1035"/>
                    <a:pt x="4203" y="668"/>
                    <a:pt x="4570" y="668"/>
                  </a:cubicBezTo>
                  <a:close/>
                  <a:moveTo>
                    <a:pt x="1969" y="1669"/>
                  </a:moveTo>
                  <a:lnTo>
                    <a:pt x="2569" y="2036"/>
                  </a:lnTo>
                  <a:cubicBezTo>
                    <a:pt x="2369" y="2669"/>
                    <a:pt x="2235" y="3437"/>
                    <a:pt x="2202" y="4204"/>
                  </a:cubicBezTo>
                  <a:lnTo>
                    <a:pt x="701" y="4204"/>
                  </a:lnTo>
                  <a:cubicBezTo>
                    <a:pt x="801" y="3203"/>
                    <a:pt x="1301" y="2336"/>
                    <a:pt x="1969" y="1669"/>
                  </a:cubicBezTo>
                  <a:close/>
                  <a:moveTo>
                    <a:pt x="5971" y="2302"/>
                  </a:moveTo>
                  <a:cubicBezTo>
                    <a:pt x="6138" y="2836"/>
                    <a:pt x="6238" y="3470"/>
                    <a:pt x="6305" y="4204"/>
                  </a:cubicBezTo>
                  <a:lnTo>
                    <a:pt x="2903" y="4204"/>
                  </a:lnTo>
                  <a:cubicBezTo>
                    <a:pt x="2969" y="3503"/>
                    <a:pt x="3069" y="2836"/>
                    <a:pt x="3236" y="2302"/>
                  </a:cubicBezTo>
                  <a:cubicBezTo>
                    <a:pt x="3670" y="2436"/>
                    <a:pt x="4137" y="2503"/>
                    <a:pt x="4570" y="2503"/>
                  </a:cubicBezTo>
                  <a:cubicBezTo>
                    <a:pt x="5037" y="2503"/>
                    <a:pt x="5504" y="2436"/>
                    <a:pt x="5971" y="2302"/>
                  </a:cubicBezTo>
                  <a:close/>
                  <a:moveTo>
                    <a:pt x="7206" y="1669"/>
                  </a:moveTo>
                  <a:cubicBezTo>
                    <a:pt x="7906" y="2336"/>
                    <a:pt x="8373" y="3203"/>
                    <a:pt x="8473" y="4204"/>
                  </a:cubicBezTo>
                  <a:lnTo>
                    <a:pt x="6972" y="4204"/>
                  </a:lnTo>
                  <a:cubicBezTo>
                    <a:pt x="6905" y="3437"/>
                    <a:pt x="6805" y="2669"/>
                    <a:pt x="6572" y="2036"/>
                  </a:cubicBezTo>
                  <a:cubicBezTo>
                    <a:pt x="6805" y="1935"/>
                    <a:pt x="7005" y="1835"/>
                    <a:pt x="7206" y="1669"/>
                  </a:cubicBezTo>
                  <a:close/>
                  <a:moveTo>
                    <a:pt x="6305" y="4871"/>
                  </a:moveTo>
                  <a:cubicBezTo>
                    <a:pt x="6238" y="5571"/>
                    <a:pt x="6138" y="6272"/>
                    <a:pt x="5971" y="6806"/>
                  </a:cubicBezTo>
                  <a:cubicBezTo>
                    <a:pt x="5504" y="6672"/>
                    <a:pt x="5037" y="6605"/>
                    <a:pt x="4570" y="6605"/>
                  </a:cubicBezTo>
                  <a:cubicBezTo>
                    <a:pt x="4137" y="6605"/>
                    <a:pt x="3670" y="6672"/>
                    <a:pt x="3203" y="6806"/>
                  </a:cubicBezTo>
                  <a:cubicBezTo>
                    <a:pt x="3036" y="6239"/>
                    <a:pt x="2903" y="5638"/>
                    <a:pt x="2869" y="4871"/>
                  </a:cubicBezTo>
                  <a:close/>
                  <a:moveTo>
                    <a:pt x="2202" y="4871"/>
                  </a:moveTo>
                  <a:cubicBezTo>
                    <a:pt x="2235" y="5671"/>
                    <a:pt x="2369" y="6405"/>
                    <a:pt x="2569" y="7039"/>
                  </a:cubicBezTo>
                  <a:cubicBezTo>
                    <a:pt x="2369" y="7173"/>
                    <a:pt x="2169" y="7239"/>
                    <a:pt x="1969" y="7439"/>
                  </a:cubicBezTo>
                  <a:cubicBezTo>
                    <a:pt x="1301" y="6806"/>
                    <a:pt x="801" y="5872"/>
                    <a:pt x="701" y="4871"/>
                  </a:cubicBezTo>
                  <a:close/>
                  <a:moveTo>
                    <a:pt x="8473" y="4871"/>
                  </a:moveTo>
                  <a:cubicBezTo>
                    <a:pt x="8373" y="5872"/>
                    <a:pt x="7906" y="6806"/>
                    <a:pt x="7206" y="7439"/>
                  </a:cubicBezTo>
                  <a:lnTo>
                    <a:pt x="6572" y="7039"/>
                  </a:lnTo>
                  <a:cubicBezTo>
                    <a:pt x="6805" y="6439"/>
                    <a:pt x="6905" y="5671"/>
                    <a:pt x="6972" y="4871"/>
                  </a:cubicBezTo>
                  <a:close/>
                  <a:moveTo>
                    <a:pt x="2869" y="7673"/>
                  </a:moveTo>
                  <a:cubicBezTo>
                    <a:pt x="2969" y="7840"/>
                    <a:pt x="3036" y="8006"/>
                    <a:pt x="3136" y="8140"/>
                  </a:cubicBezTo>
                  <a:cubicBezTo>
                    <a:pt x="2903" y="8040"/>
                    <a:pt x="2702" y="7973"/>
                    <a:pt x="2536" y="7840"/>
                  </a:cubicBezTo>
                  <a:cubicBezTo>
                    <a:pt x="2636" y="7773"/>
                    <a:pt x="2736" y="7706"/>
                    <a:pt x="2869" y="7673"/>
                  </a:cubicBezTo>
                  <a:close/>
                  <a:moveTo>
                    <a:pt x="6338" y="7673"/>
                  </a:moveTo>
                  <a:cubicBezTo>
                    <a:pt x="6472" y="7706"/>
                    <a:pt x="6538" y="7806"/>
                    <a:pt x="6672" y="7840"/>
                  </a:cubicBezTo>
                  <a:cubicBezTo>
                    <a:pt x="6505" y="7973"/>
                    <a:pt x="6305" y="8040"/>
                    <a:pt x="6071" y="8140"/>
                  </a:cubicBezTo>
                  <a:cubicBezTo>
                    <a:pt x="6172" y="8006"/>
                    <a:pt x="6238" y="7840"/>
                    <a:pt x="6338" y="7673"/>
                  </a:cubicBezTo>
                  <a:close/>
                  <a:moveTo>
                    <a:pt x="4637" y="7273"/>
                  </a:moveTo>
                  <a:cubicBezTo>
                    <a:pt x="5004" y="7273"/>
                    <a:pt x="5371" y="7306"/>
                    <a:pt x="5738" y="7439"/>
                  </a:cubicBezTo>
                  <a:cubicBezTo>
                    <a:pt x="5404" y="8040"/>
                    <a:pt x="5037" y="8440"/>
                    <a:pt x="4637" y="8440"/>
                  </a:cubicBezTo>
                  <a:cubicBezTo>
                    <a:pt x="4203" y="8440"/>
                    <a:pt x="3803" y="8040"/>
                    <a:pt x="3503" y="7439"/>
                  </a:cubicBezTo>
                  <a:cubicBezTo>
                    <a:pt x="3870" y="7306"/>
                    <a:pt x="4203" y="7273"/>
                    <a:pt x="4637" y="7273"/>
                  </a:cubicBezTo>
                  <a:close/>
                  <a:moveTo>
                    <a:pt x="4570" y="1"/>
                  </a:moveTo>
                  <a:cubicBezTo>
                    <a:pt x="3536" y="1"/>
                    <a:pt x="2569" y="368"/>
                    <a:pt x="1802" y="968"/>
                  </a:cubicBezTo>
                  <a:cubicBezTo>
                    <a:pt x="1735" y="968"/>
                    <a:pt x="1735" y="1001"/>
                    <a:pt x="1702" y="1001"/>
                  </a:cubicBezTo>
                  <a:cubicBezTo>
                    <a:pt x="668" y="1835"/>
                    <a:pt x="0" y="3136"/>
                    <a:pt x="0" y="4537"/>
                  </a:cubicBezTo>
                  <a:cubicBezTo>
                    <a:pt x="0" y="5972"/>
                    <a:pt x="668" y="7273"/>
                    <a:pt x="1702" y="8107"/>
                  </a:cubicBezTo>
                  <a:cubicBezTo>
                    <a:pt x="1702" y="8107"/>
                    <a:pt x="1735" y="8140"/>
                    <a:pt x="1802" y="8140"/>
                  </a:cubicBezTo>
                  <a:cubicBezTo>
                    <a:pt x="2569" y="8774"/>
                    <a:pt x="3536" y="9107"/>
                    <a:pt x="4570" y="9107"/>
                  </a:cubicBezTo>
                  <a:cubicBezTo>
                    <a:pt x="5638" y="9107"/>
                    <a:pt x="6639" y="8707"/>
                    <a:pt x="7372" y="8140"/>
                  </a:cubicBezTo>
                  <a:cubicBezTo>
                    <a:pt x="7406" y="8140"/>
                    <a:pt x="7406" y="8107"/>
                    <a:pt x="7472" y="8107"/>
                  </a:cubicBezTo>
                  <a:cubicBezTo>
                    <a:pt x="8507" y="7273"/>
                    <a:pt x="9174" y="5972"/>
                    <a:pt x="9174" y="4537"/>
                  </a:cubicBezTo>
                  <a:cubicBezTo>
                    <a:pt x="9174" y="3136"/>
                    <a:pt x="8507" y="1835"/>
                    <a:pt x="7472" y="1001"/>
                  </a:cubicBezTo>
                  <a:cubicBezTo>
                    <a:pt x="7406" y="968"/>
                    <a:pt x="7406" y="968"/>
                    <a:pt x="7372" y="968"/>
                  </a:cubicBezTo>
                  <a:cubicBezTo>
                    <a:pt x="6572" y="368"/>
                    <a:pt x="5638" y="1"/>
                    <a:pt x="457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grpSp>
          <p:nvGrpSpPr>
            <p:cNvPr id="1566" name="Google Shape;1566;p66"/>
            <p:cNvGrpSpPr/>
            <p:nvPr/>
          </p:nvGrpSpPr>
          <p:grpSpPr>
            <a:xfrm>
              <a:off x="6257604" y="3855226"/>
              <a:ext cx="562067" cy="399262"/>
              <a:chOff x="5254574" y="3567604"/>
              <a:chExt cx="283015" cy="201058"/>
            </a:xfrm>
          </p:grpSpPr>
          <p:sp>
            <p:nvSpPr>
              <p:cNvPr id="1567" name="Google Shape;1567;p66"/>
              <p:cNvSpPr/>
              <p:nvPr/>
            </p:nvSpPr>
            <p:spPr>
              <a:xfrm>
                <a:off x="5254574" y="3567604"/>
                <a:ext cx="283015" cy="201058"/>
              </a:xfrm>
              <a:custGeom>
                <a:avLst/>
                <a:gdLst/>
                <a:ahLst/>
                <a:cxnLst/>
                <a:rect l="l" t="t" r="r" b="b"/>
                <a:pathLst>
                  <a:path w="17280" h="12276" extrusionOk="0">
                    <a:moveTo>
                      <a:pt x="7673" y="1"/>
                    </a:moveTo>
                    <a:cubicBezTo>
                      <a:pt x="5505" y="1"/>
                      <a:pt x="3704" y="1768"/>
                      <a:pt x="3704" y="3937"/>
                    </a:cubicBezTo>
                    <a:lnTo>
                      <a:pt x="3704" y="4003"/>
                    </a:lnTo>
                    <a:cubicBezTo>
                      <a:pt x="1602" y="4237"/>
                      <a:pt x="1" y="6005"/>
                      <a:pt x="1" y="8106"/>
                    </a:cubicBezTo>
                    <a:cubicBezTo>
                      <a:pt x="1" y="10408"/>
                      <a:pt x="1869" y="12276"/>
                      <a:pt x="4171" y="12276"/>
                    </a:cubicBezTo>
                    <a:lnTo>
                      <a:pt x="13110" y="12276"/>
                    </a:lnTo>
                    <a:cubicBezTo>
                      <a:pt x="15412" y="12276"/>
                      <a:pt x="17280" y="10408"/>
                      <a:pt x="17280" y="8106"/>
                    </a:cubicBezTo>
                    <a:cubicBezTo>
                      <a:pt x="17280" y="6205"/>
                      <a:pt x="16012" y="4604"/>
                      <a:pt x="14244" y="4103"/>
                    </a:cubicBezTo>
                    <a:cubicBezTo>
                      <a:pt x="14278" y="4003"/>
                      <a:pt x="14278" y="3837"/>
                      <a:pt x="14278" y="3670"/>
                    </a:cubicBezTo>
                    <a:cubicBezTo>
                      <a:pt x="14278" y="2369"/>
                      <a:pt x="13244" y="1301"/>
                      <a:pt x="11943" y="1301"/>
                    </a:cubicBezTo>
                    <a:cubicBezTo>
                      <a:pt x="11543" y="1301"/>
                      <a:pt x="11176" y="1402"/>
                      <a:pt x="10875" y="1602"/>
                    </a:cubicBezTo>
                    <a:cubicBezTo>
                      <a:pt x="10175" y="601"/>
                      <a:pt x="9007" y="1"/>
                      <a:pt x="767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68" name="Google Shape;1568;p66"/>
              <p:cNvSpPr/>
              <p:nvPr/>
            </p:nvSpPr>
            <p:spPr>
              <a:xfrm>
                <a:off x="5332156" y="3612954"/>
                <a:ext cx="127864" cy="127307"/>
              </a:xfrm>
              <a:custGeom>
                <a:avLst/>
                <a:gdLst/>
                <a:ahLst/>
                <a:cxnLst/>
                <a:rect l="l" t="t" r="r" b="b"/>
                <a:pathLst>
                  <a:path w="7807" h="7773" extrusionOk="0">
                    <a:moveTo>
                      <a:pt x="2669" y="801"/>
                    </a:moveTo>
                    <a:lnTo>
                      <a:pt x="2669" y="801"/>
                    </a:lnTo>
                    <a:cubicBezTo>
                      <a:pt x="2603" y="934"/>
                      <a:pt x="2502" y="1034"/>
                      <a:pt x="2436" y="1234"/>
                    </a:cubicBezTo>
                    <a:cubicBezTo>
                      <a:pt x="2336" y="1168"/>
                      <a:pt x="2269" y="1134"/>
                      <a:pt x="2169" y="1068"/>
                    </a:cubicBezTo>
                    <a:lnTo>
                      <a:pt x="2669" y="801"/>
                    </a:lnTo>
                    <a:close/>
                    <a:moveTo>
                      <a:pt x="5171" y="801"/>
                    </a:moveTo>
                    <a:lnTo>
                      <a:pt x="5671" y="1068"/>
                    </a:lnTo>
                    <a:cubicBezTo>
                      <a:pt x="5605" y="1101"/>
                      <a:pt x="5505" y="1168"/>
                      <a:pt x="5438" y="1234"/>
                    </a:cubicBezTo>
                    <a:cubicBezTo>
                      <a:pt x="5338" y="1034"/>
                      <a:pt x="5271" y="934"/>
                      <a:pt x="5171" y="801"/>
                    </a:cubicBezTo>
                    <a:close/>
                    <a:moveTo>
                      <a:pt x="3937" y="567"/>
                    </a:moveTo>
                    <a:cubicBezTo>
                      <a:pt x="4270" y="567"/>
                      <a:pt x="4604" y="901"/>
                      <a:pt x="4871" y="1435"/>
                    </a:cubicBezTo>
                    <a:cubicBezTo>
                      <a:pt x="4604" y="1501"/>
                      <a:pt x="4270" y="1568"/>
                      <a:pt x="3937" y="1568"/>
                    </a:cubicBezTo>
                    <a:cubicBezTo>
                      <a:pt x="3603" y="1568"/>
                      <a:pt x="3303" y="1501"/>
                      <a:pt x="2969" y="1435"/>
                    </a:cubicBezTo>
                    <a:cubicBezTo>
                      <a:pt x="3270" y="901"/>
                      <a:pt x="3603" y="567"/>
                      <a:pt x="3937" y="567"/>
                    </a:cubicBezTo>
                    <a:close/>
                    <a:moveTo>
                      <a:pt x="1669" y="1435"/>
                    </a:moveTo>
                    <a:cubicBezTo>
                      <a:pt x="1835" y="1568"/>
                      <a:pt x="2002" y="1635"/>
                      <a:pt x="2202" y="1768"/>
                    </a:cubicBezTo>
                    <a:cubicBezTo>
                      <a:pt x="2035" y="2302"/>
                      <a:pt x="1935" y="2936"/>
                      <a:pt x="1869" y="3603"/>
                    </a:cubicBezTo>
                    <a:lnTo>
                      <a:pt x="568" y="3603"/>
                    </a:lnTo>
                    <a:cubicBezTo>
                      <a:pt x="668" y="2702"/>
                      <a:pt x="1101" y="1968"/>
                      <a:pt x="1669" y="1435"/>
                    </a:cubicBezTo>
                    <a:close/>
                    <a:moveTo>
                      <a:pt x="5104" y="1968"/>
                    </a:moveTo>
                    <a:cubicBezTo>
                      <a:pt x="5271" y="2435"/>
                      <a:pt x="5338" y="2969"/>
                      <a:pt x="5371" y="3603"/>
                    </a:cubicBezTo>
                    <a:lnTo>
                      <a:pt x="2502" y="3603"/>
                    </a:lnTo>
                    <a:cubicBezTo>
                      <a:pt x="2536" y="2969"/>
                      <a:pt x="2636" y="2435"/>
                      <a:pt x="2803" y="1968"/>
                    </a:cubicBezTo>
                    <a:cubicBezTo>
                      <a:pt x="3136" y="2068"/>
                      <a:pt x="3503" y="2135"/>
                      <a:pt x="3937" y="2135"/>
                    </a:cubicBezTo>
                    <a:cubicBezTo>
                      <a:pt x="4304" y="2135"/>
                      <a:pt x="4704" y="2068"/>
                      <a:pt x="5104" y="1968"/>
                    </a:cubicBezTo>
                    <a:close/>
                    <a:moveTo>
                      <a:pt x="6138" y="1435"/>
                    </a:moveTo>
                    <a:cubicBezTo>
                      <a:pt x="6772" y="1968"/>
                      <a:pt x="7139" y="2702"/>
                      <a:pt x="7206" y="3603"/>
                    </a:cubicBezTo>
                    <a:lnTo>
                      <a:pt x="5938" y="3603"/>
                    </a:lnTo>
                    <a:cubicBezTo>
                      <a:pt x="5872" y="2936"/>
                      <a:pt x="5805" y="2302"/>
                      <a:pt x="5571" y="1768"/>
                    </a:cubicBezTo>
                    <a:cubicBezTo>
                      <a:pt x="5738" y="1668"/>
                      <a:pt x="5972" y="1568"/>
                      <a:pt x="6138" y="1435"/>
                    </a:cubicBezTo>
                    <a:close/>
                    <a:moveTo>
                      <a:pt x="5338" y="4170"/>
                    </a:moveTo>
                    <a:cubicBezTo>
                      <a:pt x="5304" y="4804"/>
                      <a:pt x="5204" y="5337"/>
                      <a:pt x="5038" y="5804"/>
                    </a:cubicBezTo>
                    <a:cubicBezTo>
                      <a:pt x="4671" y="5671"/>
                      <a:pt x="4304" y="5638"/>
                      <a:pt x="3870" y="5638"/>
                    </a:cubicBezTo>
                    <a:cubicBezTo>
                      <a:pt x="3470" y="5638"/>
                      <a:pt x="3103" y="5704"/>
                      <a:pt x="2703" y="5804"/>
                    </a:cubicBezTo>
                    <a:cubicBezTo>
                      <a:pt x="2536" y="5337"/>
                      <a:pt x="2469" y="4804"/>
                      <a:pt x="2436" y="4170"/>
                    </a:cubicBezTo>
                    <a:close/>
                    <a:moveTo>
                      <a:pt x="7206" y="4136"/>
                    </a:moveTo>
                    <a:cubicBezTo>
                      <a:pt x="7139" y="5004"/>
                      <a:pt x="6772" y="5771"/>
                      <a:pt x="6138" y="6305"/>
                    </a:cubicBezTo>
                    <a:cubicBezTo>
                      <a:pt x="5972" y="6171"/>
                      <a:pt x="5805" y="6105"/>
                      <a:pt x="5605" y="5971"/>
                    </a:cubicBezTo>
                    <a:cubicBezTo>
                      <a:pt x="5771" y="5437"/>
                      <a:pt x="5872" y="4804"/>
                      <a:pt x="5938" y="4136"/>
                    </a:cubicBezTo>
                    <a:close/>
                    <a:moveTo>
                      <a:pt x="1935" y="4170"/>
                    </a:moveTo>
                    <a:cubicBezTo>
                      <a:pt x="1969" y="4837"/>
                      <a:pt x="2035" y="5471"/>
                      <a:pt x="2269" y="6004"/>
                    </a:cubicBezTo>
                    <a:cubicBezTo>
                      <a:pt x="2102" y="6105"/>
                      <a:pt x="1869" y="6205"/>
                      <a:pt x="1702" y="6338"/>
                    </a:cubicBezTo>
                    <a:cubicBezTo>
                      <a:pt x="1101" y="5771"/>
                      <a:pt x="668" y="5004"/>
                      <a:pt x="634" y="4170"/>
                    </a:cubicBezTo>
                    <a:close/>
                    <a:moveTo>
                      <a:pt x="2436" y="6505"/>
                    </a:moveTo>
                    <a:cubicBezTo>
                      <a:pt x="2502" y="6672"/>
                      <a:pt x="2603" y="6805"/>
                      <a:pt x="2669" y="6938"/>
                    </a:cubicBezTo>
                    <a:lnTo>
                      <a:pt x="2169" y="6672"/>
                    </a:lnTo>
                    <a:cubicBezTo>
                      <a:pt x="2269" y="6638"/>
                      <a:pt x="2336" y="6538"/>
                      <a:pt x="2436" y="6505"/>
                    </a:cubicBezTo>
                    <a:close/>
                    <a:moveTo>
                      <a:pt x="5371" y="6505"/>
                    </a:moveTo>
                    <a:cubicBezTo>
                      <a:pt x="5471" y="6572"/>
                      <a:pt x="5538" y="6605"/>
                      <a:pt x="5638" y="6672"/>
                    </a:cubicBezTo>
                    <a:lnTo>
                      <a:pt x="5138" y="6938"/>
                    </a:lnTo>
                    <a:cubicBezTo>
                      <a:pt x="5271" y="6805"/>
                      <a:pt x="5338" y="6672"/>
                      <a:pt x="5371" y="6505"/>
                    </a:cubicBezTo>
                    <a:close/>
                    <a:moveTo>
                      <a:pt x="3937" y="6171"/>
                    </a:moveTo>
                    <a:cubicBezTo>
                      <a:pt x="4270" y="6171"/>
                      <a:pt x="4537" y="6238"/>
                      <a:pt x="4871" y="6305"/>
                    </a:cubicBezTo>
                    <a:cubicBezTo>
                      <a:pt x="4604" y="6838"/>
                      <a:pt x="4270" y="7172"/>
                      <a:pt x="3937" y="7172"/>
                    </a:cubicBezTo>
                    <a:cubicBezTo>
                      <a:pt x="3603" y="7172"/>
                      <a:pt x="3270" y="6872"/>
                      <a:pt x="2969" y="6305"/>
                    </a:cubicBezTo>
                    <a:cubicBezTo>
                      <a:pt x="3270" y="6238"/>
                      <a:pt x="3603" y="6171"/>
                      <a:pt x="3937" y="6171"/>
                    </a:cubicBezTo>
                    <a:close/>
                    <a:moveTo>
                      <a:pt x="3937" y="0"/>
                    </a:moveTo>
                    <a:cubicBezTo>
                      <a:pt x="3003" y="0"/>
                      <a:pt x="2202" y="300"/>
                      <a:pt x="1535" y="834"/>
                    </a:cubicBezTo>
                    <a:cubicBezTo>
                      <a:pt x="1502" y="834"/>
                      <a:pt x="1502" y="901"/>
                      <a:pt x="1468" y="901"/>
                    </a:cubicBezTo>
                    <a:cubicBezTo>
                      <a:pt x="601" y="1601"/>
                      <a:pt x="1" y="2669"/>
                      <a:pt x="1" y="3903"/>
                    </a:cubicBezTo>
                    <a:cubicBezTo>
                      <a:pt x="1" y="5104"/>
                      <a:pt x="601" y="6171"/>
                      <a:pt x="1468" y="6872"/>
                    </a:cubicBezTo>
                    <a:lnTo>
                      <a:pt x="1502" y="6938"/>
                    </a:lnTo>
                    <a:cubicBezTo>
                      <a:pt x="2169" y="7439"/>
                      <a:pt x="3003" y="7772"/>
                      <a:pt x="3870" y="7772"/>
                    </a:cubicBezTo>
                    <a:cubicBezTo>
                      <a:pt x="4804" y="7772"/>
                      <a:pt x="5605" y="7472"/>
                      <a:pt x="6272" y="6938"/>
                    </a:cubicBezTo>
                    <a:cubicBezTo>
                      <a:pt x="6305" y="6938"/>
                      <a:pt x="6305" y="6872"/>
                      <a:pt x="6305" y="6872"/>
                    </a:cubicBezTo>
                    <a:cubicBezTo>
                      <a:pt x="7273" y="6171"/>
                      <a:pt x="7806" y="5104"/>
                      <a:pt x="7806" y="3903"/>
                    </a:cubicBezTo>
                    <a:cubicBezTo>
                      <a:pt x="7806" y="2669"/>
                      <a:pt x="7206" y="1601"/>
                      <a:pt x="6339" y="901"/>
                    </a:cubicBezTo>
                    <a:lnTo>
                      <a:pt x="6305" y="834"/>
                    </a:lnTo>
                    <a:cubicBezTo>
                      <a:pt x="5638" y="334"/>
                      <a:pt x="4804" y="0"/>
                      <a:pt x="393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69" name="Google Shape;1569;p66"/>
            <p:cNvGrpSpPr/>
            <p:nvPr/>
          </p:nvGrpSpPr>
          <p:grpSpPr>
            <a:xfrm>
              <a:off x="3832946" y="2542541"/>
              <a:ext cx="322975" cy="229960"/>
              <a:chOff x="3384546" y="2817517"/>
              <a:chExt cx="172659" cy="122934"/>
            </a:xfrm>
          </p:grpSpPr>
          <p:sp>
            <p:nvSpPr>
              <p:cNvPr id="1570" name="Google Shape;1570;p66"/>
              <p:cNvSpPr/>
              <p:nvPr/>
            </p:nvSpPr>
            <p:spPr>
              <a:xfrm>
                <a:off x="3384546" y="2857397"/>
                <a:ext cx="172659" cy="83054"/>
              </a:xfrm>
              <a:custGeom>
                <a:avLst/>
                <a:gdLst/>
                <a:ahLst/>
                <a:cxnLst/>
                <a:rect l="l" t="t" r="r" b="b"/>
                <a:pathLst>
                  <a:path w="10542" h="5071" extrusionOk="0">
                    <a:moveTo>
                      <a:pt x="2536" y="0"/>
                    </a:moveTo>
                    <a:cubicBezTo>
                      <a:pt x="1135" y="0"/>
                      <a:pt x="0" y="1101"/>
                      <a:pt x="0" y="2535"/>
                    </a:cubicBezTo>
                    <a:cubicBezTo>
                      <a:pt x="0" y="3936"/>
                      <a:pt x="1135" y="5070"/>
                      <a:pt x="2536" y="5070"/>
                    </a:cubicBezTo>
                    <a:lnTo>
                      <a:pt x="8006" y="5070"/>
                    </a:lnTo>
                    <a:cubicBezTo>
                      <a:pt x="9441" y="5070"/>
                      <a:pt x="10541" y="3936"/>
                      <a:pt x="10541" y="2535"/>
                    </a:cubicBezTo>
                    <a:cubicBezTo>
                      <a:pt x="10541" y="1101"/>
                      <a:pt x="9441" y="0"/>
                      <a:pt x="800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1" name="Google Shape;1571;p66"/>
              <p:cNvSpPr/>
              <p:nvPr/>
            </p:nvSpPr>
            <p:spPr>
              <a:xfrm>
                <a:off x="3441361" y="2817517"/>
                <a:ext cx="79238" cy="79221"/>
              </a:xfrm>
              <a:custGeom>
                <a:avLst/>
                <a:gdLst/>
                <a:ahLst/>
                <a:cxnLst/>
                <a:rect l="l" t="t" r="r" b="b"/>
                <a:pathLst>
                  <a:path w="4838" h="4837" extrusionOk="0">
                    <a:moveTo>
                      <a:pt x="2402" y="0"/>
                    </a:moveTo>
                    <a:cubicBezTo>
                      <a:pt x="1068" y="0"/>
                      <a:pt x="1" y="1068"/>
                      <a:pt x="1" y="2402"/>
                    </a:cubicBezTo>
                    <a:cubicBezTo>
                      <a:pt x="1" y="3769"/>
                      <a:pt x="1068" y="4837"/>
                      <a:pt x="2402" y="4837"/>
                    </a:cubicBezTo>
                    <a:cubicBezTo>
                      <a:pt x="3737" y="4837"/>
                      <a:pt x="4837" y="3769"/>
                      <a:pt x="4837" y="2402"/>
                    </a:cubicBezTo>
                    <a:cubicBezTo>
                      <a:pt x="4837" y="1068"/>
                      <a:pt x="3737" y="0"/>
                      <a:pt x="24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2" name="Google Shape;1572;p66"/>
              <p:cNvSpPr/>
              <p:nvPr/>
            </p:nvSpPr>
            <p:spPr>
              <a:xfrm>
                <a:off x="3414599" y="2831176"/>
                <a:ext cx="46448" cy="46448"/>
              </a:xfrm>
              <a:custGeom>
                <a:avLst/>
                <a:gdLst/>
                <a:ahLst/>
                <a:cxnLst/>
                <a:rect l="l" t="t" r="r" b="b"/>
                <a:pathLst>
                  <a:path w="2836" h="2836" extrusionOk="0">
                    <a:moveTo>
                      <a:pt x="1434" y="0"/>
                    </a:moveTo>
                    <a:cubicBezTo>
                      <a:pt x="634" y="0"/>
                      <a:pt x="0" y="634"/>
                      <a:pt x="0" y="1434"/>
                    </a:cubicBezTo>
                    <a:cubicBezTo>
                      <a:pt x="0" y="2202"/>
                      <a:pt x="634" y="2835"/>
                      <a:pt x="1434" y="2835"/>
                    </a:cubicBezTo>
                    <a:cubicBezTo>
                      <a:pt x="2202" y="2835"/>
                      <a:pt x="2835" y="2202"/>
                      <a:pt x="2835" y="1434"/>
                    </a:cubicBezTo>
                    <a:cubicBezTo>
                      <a:pt x="2835" y="634"/>
                      <a:pt x="2202" y="0"/>
                      <a:pt x="143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3" name="Google Shape;1573;p66"/>
              <p:cNvSpPr/>
              <p:nvPr/>
            </p:nvSpPr>
            <p:spPr>
              <a:xfrm>
                <a:off x="3427702" y="2863948"/>
                <a:ext cx="8524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835" extrusionOk="0">
                    <a:moveTo>
                      <a:pt x="401" y="0"/>
                    </a:moveTo>
                    <a:cubicBezTo>
                      <a:pt x="167" y="0"/>
                      <a:pt x="1" y="201"/>
                      <a:pt x="1" y="434"/>
                    </a:cubicBezTo>
                    <a:cubicBezTo>
                      <a:pt x="1" y="668"/>
                      <a:pt x="201" y="834"/>
                      <a:pt x="401" y="834"/>
                    </a:cubicBezTo>
                    <a:lnTo>
                      <a:pt x="4804" y="834"/>
                    </a:lnTo>
                    <a:cubicBezTo>
                      <a:pt x="5004" y="834"/>
                      <a:pt x="5171" y="634"/>
                      <a:pt x="5204" y="434"/>
                    </a:cubicBezTo>
                    <a:cubicBezTo>
                      <a:pt x="5204" y="167"/>
                      <a:pt x="5004" y="0"/>
                      <a:pt x="480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4" name="Google Shape;1574;p66"/>
              <p:cNvSpPr/>
              <p:nvPr/>
            </p:nvSpPr>
            <p:spPr>
              <a:xfrm>
                <a:off x="3427161" y="2883061"/>
                <a:ext cx="9944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6072" h="835" extrusionOk="0">
                    <a:moveTo>
                      <a:pt x="401" y="1"/>
                    </a:moveTo>
                    <a:cubicBezTo>
                      <a:pt x="167" y="1"/>
                      <a:pt x="0" y="201"/>
                      <a:pt x="0" y="435"/>
                    </a:cubicBezTo>
                    <a:cubicBezTo>
                      <a:pt x="0" y="668"/>
                      <a:pt x="200" y="835"/>
                      <a:pt x="401" y="835"/>
                    </a:cubicBezTo>
                    <a:lnTo>
                      <a:pt x="5671" y="835"/>
                    </a:lnTo>
                    <a:cubicBezTo>
                      <a:pt x="5905" y="835"/>
                      <a:pt x="6071" y="668"/>
                      <a:pt x="6071" y="435"/>
                    </a:cubicBezTo>
                    <a:cubicBezTo>
                      <a:pt x="6071" y="168"/>
                      <a:pt x="5871" y="1"/>
                      <a:pt x="567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5" name="Google Shape;1575;p66"/>
              <p:cNvSpPr/>
              <p:nvPr/>
            </p:nvSpPr>
            <p:spPr>
              <a:xfrm>
                <a:off x="3427161" y="2902190"/>
                <a:ext cx="99448" cy="13676"/>
              </a:xfrm>
              <a:custGeom>
                <a:avLst/>
                <a:gdLst/>
                <a:ahLst/>
                <a:cxnLst/>
                <a:rect l="l" t="t" r="r" b="b"/>
                <a:pathLst>
                  <a:path w="6072" h="835" extrusionOk="0">
                    <a:moveTo>
                      <a:pt x="401" y="0"/>
                    </a:moveTo>
                    <a:cubicBezTo>
                      <a:pt x="167" y="0"/>
                      <a:pt x="0" y="201"/>
                      <a:pt x="0" y="434"/>
                    </a:cubicBezTo>
                    <a:cubicBezTo>
                      <a:pt x="0" y="668"/>
                      <a:pt x="200" y="834"/>
                      <a:pt x="401" y="834"/>
                    </a:cubicBezTo>
                    <a:lnTo>
                      <a:pt x="5671" y="834"/>
                    </a:lnTo>
                    <a:cubicBezTo>
                      <a:pt x="5905" y="834"/>
                      <a:pt x="6071" y="668"/>
                      <a:pt x="6071" y="434"/>
                    </a:cubicBezTo>
                    <a:cubicBezTo>
                      <a:pt x="6071" y="167"/>
                      <a:pt x="5871" y="0"/>
                      <a:pt x="5671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76" name="Google Shape;1576;p66"/>
            <p:cNvGrpSpPr/>
            <p:nvPr/>
          </p:nvGrpSpPr>
          <p:grpSpPr>
            <a:xfrm>
              <a:off x="4608582" y="4343598"/>
              <a:ext cx="577589" cy="550736"/>
              <a:chOff x="4479366" y="4100260"/>
              <a:chExt cx="528299" cy="503738"/>
            </a:xfrm>
          </p:grpSpPr>
          <p:sp>
            <p:nvSpPr>
              <p:cNvPr id="1577" name="Google Shape;1577;p66"/>
              <p:cNvSpPr/>
              <p:nvPr/>
            </p:nvSpPr>
            <p:spPr>
              <a:xfrm>
                <a:off x="4479366" y="4100260"/>
                <a:ext cx="445273" cy="373160"/>
              </a:xfrm>
              <a:custGeom>
                <a:avLst/>
                <a:gdLst/>
                <a:ahLst/>
                <a:cxnLst/>
                <a:rect l="l" t="t" r="r" b="b"/>
                <a:pathLst>
                  <a:path w="27187" h="22784" fill="none" extrusionOk="0">
                    <a:moveTo>
                      <a:pt x="27186" y="20616"/>
                    </a:moveTo>
                    <a:lnTo>
                      <a:pt x="27186" y="10275"/>
                    </a:lnTo>
                    <a:cubicBezTo>
                      <a:pt x="27186" y="8941"/>
                      <a:pt x="26085" y="7873"/>
                      <a:pt x="24751" y="7873"/>
                    </a:cubicBezTo>
                    <a:lnTo>
                      <a:pt x="24718" y="7873"/>
                    </a:lnTo>
                    <a:cubicBezTo>
                      <a:pt x="23384" y="7873"/>
                      <a:pt x="22283" y="8941"/>
                      <a:pt x="22283" y="10275"/>
                    </a:cubicBezTo>
                    <a:lnTo>
                      <a:pt x="22283" y="10909"/>
                    </a:lnTo>
                    <a:cubicBezTo>
                      <a:pt x="22283" y="12243"/>
                      <a:pt x="21215" y="13344"/>
                      <a:pt x="19881" y="13344"/>
                    </a:cubicBezTo>
                    <a:lnTo>
                      <a:pt x="19881" y="13344"/>
                    </a:lnTo>
                    <a:cubicBezTo>
                      <a:pt x="18547" y="13344"/>
                      <a:pt x="17446" y="12243"/>
                      <a:pt x="17446" y="10909"/>
                    </a:cubicBezTo>
                    <a:lnTo>
                      <a:pt x="17446" y="2569"/>
                    </a:lnTo>
                    <a:cubicBezTo>
                      <a:pt x="17446" y="1168"/>
                      <a:pt x="16278" y="1"/>
                      <a:pt x="14877" y="1"/>
                    </a:cubicBezTo>
                    <a:lnTo>
                      <a:pt x="14877" y="1"/>
                    </a:lnTo>
                    <a:cubicBezTo>
                      <a:pt x="13443" y="1"/>
                      <a:pt x="12276" y="1168"/>
                      <a:pt x="12276" y="2569"/>
                    </a:cubicBezTo>
                    <a:lnTo>
                      <a:pt x="12276" y="20048"/>
                    </a:lnTo>
                    <a:cubicBezTo>
                      <a:pt x="12276" y="21550"/>
                      <a:pt x="11075" y="22784"/>
                      <a:pt x="9540" y="22784"/>
                    </a:cubicBezTo>
                    <a:lnTo>
                      <a:pt x="9540" y="22784"/>
                    </a:lnTo>
                    <a:cubicBezTo>
                      <a:pt x="8039" y="22784"/>
                      <a:pt x="6772" y="21583"/>
                      <a:pt x="6772" y="20048"/>
                    </a:cubicBezTo>
                    <a:lnTo>
                      <a:pt x="6772" y="4904"/>
                    </a:lnTo>
                    <a:cubicBezTo>
                      <a:pt x="6772" y="3570"/>
                      <a:pt x="5704" y="2503"/>
                      <a:pt x="4370" y="2503"/>
                    </a:cubicBezTo>
                    <a:lnTo>
                      <a:pt x="0" y="2503"/>
                    </a:lnTo>
                  </a:path>
                </a:pathLst>
              </a:custGeom>
              <a:solidFill>
                <a:schemeClr val="dk1"/>
              </a:solidFill>
              <a:ln w="10850" cap="flat" cmpd="sng">
                <a:solidFill>
                  <a:schemeClr val="dk1"/>
                </a:solidFill>
                <a:prstDash val="solid"/>
                <a:miter lim="33357"/>
                <a:headEnd type="none" w="sm" len="sm"/>
                <a:tailEnd type="none" w="sm" len="sm"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8" name="Google Shape;1578;p66"/>
              <p:cNvSpPr/>
              <p:nvPr/>
            </p:nvSpPr>
            <p:spPr>
              <a:xfrm>
                <a:off x="4841020" y="4352658"/>
                <a:ext cx="83610" cy="251339"/>
              </a:xfrm>
              <a:custGeom>
                <a:avLst/>
                <a:gdLst/>
                <a:ahLst/>
                <a:cxnLst/>
                <a:rect l="l" t="t" r="r" b="b"/>
                <a:pathLst>
                  <a:path w="5105" h="15346" extrusionOk="0">
                    <a:moveTo>
                      <a:pt x="3136" y="1"/>
                    </a:moveTo>
                    <a:cubicBezTo>
                      <a:pt x="1502" y="1"/>
                      <a:pt x="234" y="1302"/>
                      <a:pt x="167" y="2870"/>
                    </a:cubicBezTo>
                    <a:lnTo>
                      <a:pt x="34" y="11042"/>
                    </a:lnTo>
                    <a:cubicBezTo>
                      <a:pt x="1" y="13377"/>
                      <a:pt x="1935" y="15345"/>
                      <a:pt x="4270" y="15345"/>
                    </a:cubicBezTo>
                    <a:lnTo>
                      <a:pt x="5104" y="15345"/>
                    </a:lnTo>
                    <a:lnTo>
                      <a:pt x="5104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79" name="Google Shape;1579;p66"/>
              <p:cNvSpPr/>
              <p:nvPr/>
            </p:nvSpPr>
            <p:spPr>
              <a:xfrm>
                <a:off x="4924612" y="4353215"/>
                <a:ext cx="83054" cy="250782"/>
              </a:xfrm>
              <a:custGeom>
                <a:avLst/>
                <a:gdLst/>
                <a:ahLst/>
                <a:cxnLst/>
                <a:rect l="l" t="t" r="r" b="b"/>
                <a:pathLst>
                  <a:path w="5071" h="15312" extrusionOk="0">
                    <a:moveTo>
                      <a:pt x="0" y="0"/>
                    </a:moveTo>
                    <a:lnTo>
                      <a:pt x="0" y="15311"/>
                    </a:lnTo>
                    <a:lnTo>
                      <a:pt x="834" y="15311"/>
                    </a:lnTo>
                    <a:cubicBezTo>
                      <a:pt x="3169" y="15311"/>
                      <a:pt x="5071" y="13410"/>
                      <a:pt x="5037" y="11008"/>
                    </a:cubicBezTo>
                    <a:lnTo>
                      <a:pt x="4870" y="2902"/>
                    </a:lnTo>
                    <a:cubicBezTo>
                      <a:pt x="4837" y="1268"/>
                      <a:pt x="3536" y="0"/>
                      <a:pt x="19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0" name="Google Shape;1580;p66"/>
              <p:cNvSpPr/>
              <p:nvPr/>
            </p:nvSpPr>
            <p:spPr>
              <a:xfrm>
                <a:off x="4910953" y="4401284"/>
                <a:ext cx="25697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1569" h="4071" extrusionOk="0">
                    <a:moveTo>
                      <a:pt x="801" y="1"/>
                    </a:moveTo>
                    <a:cubicBezTo>
                      <a:pt x="334" y="1"/>
                      <a:pt x="0" y="368"/>
                      <a:pt x="0" y="801"/>
                    </a:cubicBezTo>
                    <a:lnTo>
                      <a:pt x="0" y="3303"/>
                    </a:lnTo>
                    <a:cubicBezTo>
                      <a:pt x="0" y="3737"/>
                      <a:pt x="367" y="4070"/>
                      <a:pt x="801" y="4070"/>
                    </a:cubicBezTo>
                    <a:cubicBezTo>
                      <a:pt x="1201" y="4070"/>
                      <a:pt x="1568" y="3737"/>
                      <a:pt x="1568" y="3303"/>
                    </a:cubicBezTo>
                    <a:lnTo>
                      <a:pt x="1568" y="801"/>
                    </a:lnTo>
                    <a:cubicBezTo>
                      <a:pt x="1568" y="334"/>
                      <a:pt x="1201" y="1"/>
                      <a:pt x="801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grpSp>
          <p:nvGrpSpPr>
            <p:cNvPr id="1581" name="Google Shape;1581;p66"/>
            <p:cNvGrpSpPr/>
            <p:nvPr/>
          </p:nvGrpSpPr>
          <p:grpSpPr>
            <a:xfrm>
              <a:off x="3665466" y="3140073"/>
              <a:ext cx="1553599" cy="1275221"/>
              <a:chOff x="3616734" y="2999442"/>
              <a:chExt cx="1421018" cy="1166396"/>
            </a:xfrm>
          </p:grpSpPr>
          <p:sp>
            <p:nvSpPr>
              <p:cNvPr id="1582" name="Google Shape;1582;p66"/>
              <p:cNvSpPr/>
              <p:nvPr/>
            </p:nvSpPr>
            <p:spPr>
              <a:xfrm>
                <a:off x="4176148" y="4011214"/>
                <a:ext cx="302144" cy="114745"/>
              </a:xfrm>
              <a:custGeom>
                <a:avLst/>
                <a:gdLst/>
                <a:ahLst/>
                <a:cxnLst/>
                <a:rect l="l" t="t" r="r" b="b"/>
                <a:pathLst>
                  <a:path w="18448" h="7006" extrusionOk="0">
                    <a:moveTo>
                      <a:pt x="535" y="1"/>
                    </a:moveTo>
                    <a:lnTo>
                      <a:pt x="1" y="7006"/>
                    </a:lnTo>
                    <a:lnTo>
                      <a:pt x="18447" y="7006"/>
                    </a:lnTo>
                    <a:lnTo>
                      <a:pt x="17914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3" name="Google Shape;1583;p66"/>
              <p:cNvSpPr/>
              <p:nvPr/>
            </p:nvSpPr>
            <p:spPr>
              <a:xfrm>
                <a:off x="4184894" y="3947848"/>
                <a:ext cx="284652" cy="63383"/>
              </a:xfrm>
              <a:custGeom>
                <a:avLst/>
                <a:gdLst/>
                <a:ahLst/>
                <a:cxnLst/>
                <a:rect l="l" t="t" r="r" b="b"/>
                <a:pathLst>
                  <a:path w="17380" h="3870" extrusionOk="0">
                    <a:moveTo>
                      <a:pt x="301" y="0"/>
                    </a:moveTo>
                    <a:lnTo>
                      <a:pt x="1" y="3870"/>
                    </a:lnTo>
                    <a:lnTo>
                      <a:pt x="17380" y="3870"/>
                    </a:lnTo>
                    <a:lnTo>
                      <a:pt x="17080" y="0"/>
                    </a:lnTo>
                    <a:close/>
                  </a:path>
                </a:pathLst>
              </a:custGeom>
              <a:solidFill>
                <a:srgbClr val="E7E7E7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4" name="Google Shape;1584;p66"/>
              <p:cNvSpPr/>
              <p:nvPr/>
            </p:nvSpPr>
            <p:spPr>
              <a:xfrm>
                <a:off x="4099664" y="4115557"/>
                <a:ext cx="454576" cy="50281"/>
              </a:xfrm>
              <a:custGeom>
                <a:avLst/>
                <a:gdLst/>
                <a:ahLst/>
                <a:cxnLst/>
                <a:rect l="l" t="t" r="r" b="b"/>
                <a:pathLst>
                  <a:path w="27755" h="3070" extrusionOk="0">
                    <a:moveTo>
                      <a:pt x="1235" y="1"/>
                    </a:moveTo>
                    <a:cubicBezTo>
                      <a:pt x="535" y="1"/>
                      <a:pt x="1" y="568"/>
                      <a:pt x="1" y="1268"/>
                    </a:cubicBezTo>
                    <a:lnTo>
                      <a:pt x="1" y="3070"/>
                    </a:lnTo>
                    <a:lnTo>
                      <a:pt x="27754" y="3070"/>
                    </a:lnTo>
                    <a:lnTo>
                      <a:pt x="27754" y="1268"/>
                    </a:lnTo>
                    <a:cubicBezTo>
                      <a:pt x="27754" y="568"/>
                      <a:pt x="27220" y="1"/>
                      <a:pt x="265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5" name="Google Shape;1585;p66"/>
              <p:cNvSpPr/>
              <p:nvPr/>
            </p:nvSpPr>
            <p:spPr>
              <a:xfrm>
                <a:off x="3616734" y="2999442"/>
                <a:ext cx="1421018" cy="844638"/>
              </a:xfrm>
              <a:custGeom>
                <a:avLst/>
                <a:gdLst/>
                <a:ahLst/>
                <a:cxnLst/>
                <a:rect l="l" t="t" r="r" b="b"/>
                <a:pathLst>
                  <a:path w="86763" h="51571" extrusionOk="0">
                    <a:moveTo>
                      <a:pt x="2502" y="0"/>
                    </a:moveTo>
                    <a:cubicBezTo>
                      <a:pt x="1134" y="0"/>
                      <a:pt x="0" y="1101"/>
                      <a:pt x="0" y="2502"/>
                    </a:cubicBezTo>
                    <a:lnTo>
                      <a:pt x="0" y="51570"/>
                    </a:lnTo>
                    <a:lnTo>
                      <a:pt x="86762" y="51570"/>
                    </a:lnTo>
                    <a:lnTo>
                      <a:pt x="86762" y="16245"/>
                    </a:lnTo>
                    <a:lnTo>
                      <a:pt x="86762" y="2435"/>
                    </a:lnTo>
                    <a:cubicBezTo>
                      <a:pt x="86762" y="1067"/>
                      <a:pt x="85661" y="0"/>
                      <a:pt x="842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6" name="Google Shape;1586;p66"/>
              <p:cNvSpPr/>
              <p:nvPr/>
            </p:nvSpPr>
            <p:spPr>
              <a:xfrm>
                <a:off x="4321468" y="3844045"/>
                <a:ext cx="716266" cy="137691"/>
              </a:xfrm>
              <a:custGeom>
                <a:avLst/>
                <a:gdLst/>
                <a:ahLst/>
                <a:cxnLst/>
                <a:rect l="l" t="t" r="r" b="b"/>
                <a:pathLst>
                  <a:path w="43733" h="8407" extrusionOk="0">
                    <a:moveTo>
                      <a:pt x="8440" y="0"/>
                    </a:moveTo>
                    <a:lnTo>
                      <a:pt x="1" y="8406"/>
                    </a:lnTo>
                    <a:lnTo>
                      <a:pt x="41230" y="8406"/>
                    </a:lnTo>
                    <a:cubicBezTo>
                      <a:pt x="42631" y="8406"/>
                      <a:pt x="43732" y="7306"/>
                      <a:pt x="43732" y="5905"/>
                    </a:cubicBezTo>
                    <a:lnTo>
                      <a:pt x="43732" y="0"/>
                    </a:lnTo>
                    <a:close/>
                  </a:path>
                </a:pathLst>
              </a:custGeom>
              <a:solidFill>
                <a:srgbClr val="E7E7E7">
                  <a:alpha val="31250"/>
                </a:srgbClr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7" name="Google Shape;1587;p66"/>
              <p:cNvSpPr/>
              <p:nvPr/>
            </p:nvSpPr>
            <p:spPr>
              <a:xfrm>
                <a:off x="3616734" y="3844045"/>
                <a:ext cx="842443" cy="137691"/>
              </a:xfrm>
              <a:custGeom>
                <a:avLst/>
                <a:gdLst/>
                <a:ahLst/>
                <a:cxnLst/>
                <a:rect l="l" t="t" r="r" b="b"/>
                <a:pathLst>
                  <a:path w="51437" h="8407" extrusionOk="0">
                    <a:moveTo>
                      <a:pt x="0" y="0"/>
                    </a:moveTo>
                    <a:lnTo>
                      <a:pt x="0" y="5905"/>
                    </a:lnTo>
                    <a:cubicBezTo>
                      <a:pt x="0" y="7306"/>
                      <a:pt x="1134" y="8406"/>
                      <a:pt x="2502" y="8406"/>
                    </a:cubicBezTo>
                    <a:lnTo>
                      <a:pt x="43031" y="8406"/>
                    </a:lnTo>
                    <a:lnTo>
                      <a:pt x="51437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8" name="Google Shape;1588;p66"/>
              <p:cNvSpPr/>
              <p:nvPr/>
            </p:nvSpPr>
            <p:spPr>
              <a:xfrm>
                <a:off x="3666440" y="3048051"/>
                <a:ext cx="1312840" cy="739212"/>
              </a:xfrm>
              <a:custGeom>
                <a:avLst/>
                <a:gdLst/>
                <a:ahLst/>
                <a:cxnLst/>
                <a:rect l="l" t="t" r="r" b="b"/>
                <a:pathLst>
                  <a:path w="80158" h="45134" extrusionOk="0">
                    <a:moveTo>
                      <a:pt x="1" y="1"/>
                    </a:moveTo>
                    <a:lnTo>
                      <a:pt x="1" y="45133"/>
                    </a:lnTo>
                    <a:lnTo>
                      <a:pt x="80158" y="45133"/>
                    </a:lnTo>
                    <a:lnTo>
                      <a:pt x="80158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89" name="Google Shape;1589;p66"/>
              <p:cNvSpPr/>
              <p:nvPr/>
            </p:nvSpPr>
            <p:spPr>
              <a:xfrm>
                <a:off x="3725990" y="3115806"/>
                <a:ext cx="23003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4045" h="1769" extrusionOk="0">
                    <a:moveTo>
                      <a:pt x="868" y="0"/>
                    </a:moveTo>
                    <a:cubicBezTo>
                      <a:pt x="368" y="0"/>
                      <a:pt x="1" y="400"/>
                      <a:pt x="1" y="901"/>
                    </a:cubicBezTo>
                    <a:cubicBezTo>
                      <a:pt x="1" y="1401"/>
                      <a:pt x="368" y="1768"/>
                      <a:pt x="868" y="1768"/>
                    </a:cubicBezTo>
                    <a:lnTo>
                      <a:pt x="13177" y="1768"/>
                    </a:lnTo>
                    <a:cubicBezTo>
                      <a:pt x="13677" y="1768"/>
                      <a:pt x="14044" y="1401"/>
                      <a:pt x="14044" y="901"/>
                    </a:cubicBezTo>
                    <a:cubicBezTo>
                      <a:pt x="14044" y="400"/>
                      <a:pt x="13677" y="0"/>
                      <a:pt x="1317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0" name="Google Shape;1590;p66"/>
              <p:cNvSpPr/>
              <p:nvPr/>
            </p:nvSpPr>
            <p:spPr>
              <a:xfrm>
                <a:off x="4236255" y="3115806"/>
                <a:ext cx="23001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4044" h="1769" extrusionOk="0">
                    <a:moveTo>
                      <a:pt x="868" y="0"/>
                    </a:moveTo>
                    <a:cubicBezTo>
                      <a:pt x="367" y="0"/>
                      <a:pt x="0" y="400"/>
                      <a:pt x="0" y="901"/>
                    </a:cubicBezTo>
                    <a:cubicBezTo>
                      <a:pt x="0" y="1401"/>
                      <a:pt x="367" y="1768"/>
                      <a:pt x="868" y="1768"/>
                    </a:cubicBezTo>
                    <a:lnTo>
                      <a:pt x="13176" y="1768"/>
                    </a:lnTo>
                    <a:cubicBezTo>
                      <a:pt x="13643" y="1768"/>
                      <a:pt x="14044" y="1401"/>
                      <a:pt x="14044" y="901"/>
                    </a:cubicBezTo>
                    <a:cubicBezTo>
                      <a:pt x="14044" y="400"/>
                      <a:pt x="13677" y="0"/>
                      <a:pt x="131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1" name="Google Shape;1591;p66"/>
              <p:cNvSpPr/>
              <p:nvPr/>
            </p:nvSpPr>
            <p:spPr>
              <a:xfrm>
                <a:off x="4490290" y="3115806"/>
                <a:ext cx="7486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571" h="1769" extrusionOk="0">
                    <a:moveTo>
                      <a:pt x="868" y="0"/>
                    </a:moveTo>
                    <a:cubicBezTo>
                      <a:pt x="367" y="0"/>
                      <a:pt x="0" y="400"/>
                      <a:pt x="0" y="901"/>
                    </a:cubicBezTo>
                    <a:cubicBezTo>
                      <a:pt x="0" y="1401"/>
                      <a:pt x="367" y="1768"/>
                      <a:pt x="868" y="1768"/>
                    </a:cubicBezTo>
                    <a:lnTo>
                      <a:pt x="3703" y="1768"/>
                    </a:lnTo>
                    <a:cubicBezTo>
                      <a:pt x="4170" y="1768"/>
                      <a:pt x="4570" y="1401"/>
                      <a:pt x="4570" y="901"/>
                    </a:cubicBezTo>
                    <a:cubicBezTo>
                      <a:pt x="4570" y="400"/>
                      <a:pt x="4203" y="0"/>
                      <a:pt x="370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2" name="Google Shape;1592;p66"/>
              <p:cNvSpPr/>
              <p:nvPr/>
            </p:nvSpPr>
            <p:spPr>
              <a:xfrm>
                <a:off x="4108410" y="3115806"/>
                <a:ext cx="10164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206" h="1769" extrusionOk="0">
                    <a:moveTo>
                      <a:pt x="868" y="0"/>
                    </a:moveTo>
                    <a:cubicBezTo>
                      <a:pt x="368" y="0"/>
                      <a:pt x="1" y="400"/>
                      <a:pt x="1" y="901"/>
                    </a:cubicBezTo>
                    <a:cubicBezTo>
                      <a:pt x="1" y="1401"/>
                      <a:pt x="368" y="1768"/>
                      <a:pt x="868" y="1768"/>
                    </a:cubicBezTo>
                    <a:lnTo>
                      <a:pt x="5338" y="1768"/>
                    </a:lnTo>
                    <a:cubicBezTo>
                      <a:pt x="5805" y="1768"/>
                      <a:pt x="6205" y="1401"/>
                      <a:pt x="6205" y="901"/>
                    </a:cubicBezTo>
                    <a:cubicBezTo>
                      <a:pt x="6205" y="400"/>
                      <a:pt x="5838" y="0"/>
                      <a:pt x="533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3" name="Google Shape;1593;p66"/>
              <p:cNvSpPr/>
              <p:nvPr/>
            </p:nvSpPr>
            <p:spPr>
              <a:xfrm>
                <a:off x="3725990" y="3168788"/>
                <a:ext cx="16337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9107" y="1735"/>
                    </a:lnTo>
                    <a:cubicBezTo>
                      <a:pt x="9608" y="1735"/>
                      <a:pt x="9974" y="1368"/>
                      <a:pt x="9974" y="868"/>
                    </a:cubicBezTo>
                    <a:cubicBezTo>
                      <a:pt x="9974" y="368"/>
                      <a:pt x="9608" y="1"/>
                      <a:pt x="91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4" name="Google Shape;1594;p66"/>
              <p:cNvSpPr/>
              <p:nvPr/>
            </p:nvSpPr>
            <p:spPr>
              <a:xfrm>
                <a:off x="4088200" y="3168788"/>
                <a:ext cx="16281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9941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9074" y="1735"/>
                    </a:lnTo>
                    <a:cubicBezTo>
                      <a:pt x="9574" y="1735"/>
                      <a:pt x="9941" y="1368"/>
                      <a:pt x="9941" y="868"/>
                    </a:cubicBezTo>
                    <a:cubicBezTo>
                      <a:pt x="9941" y="368"/>
                      <a:pt x="9574" y="1"/>
                      <a:pt x="90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5" name="Google Shape;1595;p66"/>
              <p:cNvSpPr/>
              <p:nvPr/>
            </p:nvSpPr>
            <p:spPr>
              <a:xfrm>
                <a:off x="4268486" y="3168788"/>
                <a:ext cx="53000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2369" y="1735"/>
                    </a:lnTo>
                    <a:cubicBezTo>
                      <a:pt x="2869" y="1735"/>
                      <a:pt x="3236" y="1368"/>
                      <a:pt x="3236" y="868"/>
                    </a:cubicBezTo>
                    <a:cubicBezTo>
                      <a:pt x="3236" y="368"/>
                      <a:pt x="2869" y="1"/>
                      <a:pt x="23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6" name="Google Shape;1596;p66"/>
              <p:cNvSpPr/>
              <p:nvPr/>
            </p:nvSpPr>
            <p:spPr>
              <a:xfrm>
                <a:off x="3907914" y="3168788"/>
                <a:ext cx="72129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3536" y="1735"/>
                    </a:lnTo>
                    <a:cubicBezTo>
                      <a:pt x="4003" y="1735"/>
                      <a:pt x="4404" y="1368"/>
                      <a:pt x="4404" y="868"/>
                    </a:cubicBezTo>
                    <a:cubicBezTo>
                      <a:pt x="4404" y="368"/>
                      <a:pt x="4037" y="1"/>
                      <a:pt x="353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7" name="Google Shape;1597;p66"/>
              <p:cNvSpPr/>
              <p:nvPr/>
            </p:nvSpPr>
            <p:spPr>
              <a:xfrm>
                <a:off x="3996959" y="3168788"/>
                <a:ext cx="72686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1" y="1735"/>
                    </a:cubicBezTo>
                    <a:lnTo>
                      <a:pt x="3570" y="1735"/>
                    </a:lnTo>
                    <a:cubicBezTo>
                      <a:pt x="4070" y="1735"/>
                      <a:pt x="4437" y="1368"/>
                      <a:pt x="4437" y="868"/>
                    </a:cubicBezTo>
                    <a:cubicBezTo>
                      <a:pt x="4437" y="368"/>
                      <a:pt x="4070" y="1"/>
                      <a:pt x="357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8" name="Google Shape;1598;p66"/>
              <p:cNvSpPr/>
              <p:nvPr/>
            </p:nvSpPr>
            <p:spPr>
              <a:xfrm>
                <a:off x="3725990" y="3220689"/>
                <a:ext cx="16337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9107" y="1735"/>
                    </a:lnTo>
                    <a:cubicBezTo>
                      <a:pt x="9608" y="1735"/>
                      <a:pt x="9974" y="1368"/>
                      <a:pt x="9974" y="868"/>
                    </a:cubicBezTo>
                    <a:cubicBezTo>
                      <a:pt x="9974" y="368"/>
                      <a:pt x="9608" y="1"/>
                      <a:pt x="910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599" name="Google Shape;1599;p66"/>
              <p:cNvSpPr/>
              <p:nvPr/>
            </p:nvSpPr>
            <p:spPr>
              <a:xfrm>
                <a:off x="3907914" y="3220689"/>
                <a:ext cx="72129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3536" y="1735"/>
                    </a:lnTo>
                    <a:cubicBezTo>
                      <a:pt x="4003" y="1735"/>
                      <a:pt x="4404" y="1368"/>
                      <a:pt x="4404" y="868"/>
                    </a:cubicBezTo>
                    <a:cubicBezTo>
                      <a:pt x="4404" y="368"/>
                      <a:pt x="4037" y="1"/>
                      <a:pt x="35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0" name="Google Shape;1600;p66"/>
              <p:cNvSpPr/>
              <p:nvPr/>
            </p:nvSpPr>
            <p:spPr>
              <a:xfrm>
                <a:off x="3996959" y="3220689"/>
                <a:ext cx="72686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1" y="1735"/>
                    </a:cubicBezTo>
                    <a:lnTo>
                      <a:pt x="3570" y="1735"/>
                    </a:lnTo>
                    <a:cubicBezTo>
                      <a:pt x="4070" y="1735"/>
                      <a:pt x="4437" y="1368"/>
                      <a:pt x="4437" y="868"/>
                    </a:cubicBezTo>
                    <a:cubicBezTo>
                      <a:pt x="4437" y="368"/>
                      <a:pt x="4070" y="1"/>
                      <a:pt x="35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1" name="Google Shape;1601;p66"/>
              <p:cNvSpPr/>
              <p:nvPr/>
            </p:nvSpPr>
            <p:spPr>
              <a:xfrm>
                <a:off x="4269583" y="3220689"/>
                <a:ext cx="42616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2" h="1736" extrusionOk="0">
                    <a:moveTo>
                      <a:pt x="867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7" y="1735"/>
                    </a:cubicBezTo>
                    <a:lnTo>
                      <a:pt x="1701" y="1735"/>
                    </a:lnTo>
                    <a:cubicBezTo>
                      <a:pt x="2168" y="1735"/>
                      <a:pt x="2602" y="1368"/>
                      <a:pt x="2602" y="868"/>
                    </a:cubicBezTo>
                    <a:cubicBezTo>
                      <a:pt x="2602" y="368"/>
                      <a:pt x="2202" y="1"/>
                      <a:pt x="170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2" name="Google Shape;1602;p66"/>
              <p:cNvSpPr/>
              <p:nvPr/>
            </p:nvSpPr>
            <p:spPr>
              <a:xfrm>
                <a:off x="4329673" y="3220689"/>
                <a:ext cx="4263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1702" y="1735"/>
                    </a:lnTo>
                    <a:cubicBezTo>
                      <a:pt x="2202" y="1735"/>
                      <a:pt x="2602" y="1368"/>
                      <a:pt x="2602" y="868"/>
                    </a:cubicBezTo>
                    <a:cubicBezTo>
                      <a:pt x="2602" y="368"/>
                      <a:pt x="2202" y="1"/>
                      <a:pt x="170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3" name="Google Shape;1603;p66"/>
              <p:cNvSpPr/>
              <p:nvPr/>
            </p:nvSpPr>
            <p:spPr>
              <a:xfrm>
                <a:off x="4390304" y="3220689"/>
                <a:ext cx="4263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36" extrusionOk="0">
                    <a:moveTo>
                      <a:pt x="902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2" y="1735"/>
                    </a:cubicBezTo>
                    <a:lnTo>
                      <a:pt x="1736" y="1735"/>
                    </a:lnTo>
                    <a:cubicBezTo>
                      <a:pt x="2236" y="1735"/>
                      <a:pt x="2603" y="1368"/>
                      <a:pt x="2603" y="868"/>
                    </a:cubicBezTo>
                    <a:cubicBezTo>
                      <a:pt x="2603" y="368"/>
                      <a:pt x="2236" y="1"/>
                      <a:pt x="17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4" name="Google Shape;1604;p66"/>
              <p:cNvSpPr/>
              <p:nvPr/>
            </p:nvSpPr>
            <p:spPr>
              <a:xfrm>
                <a:off x="4450951" y="3220689"/>
                <a:ext cx="42632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35"/>
                      <a:pt x="901" y="1735"/>
                    </a:cubicBezTo>
                    <a:lnTo>
                      <a:pt x="1735" y="1735"/>
                    </a:lnTo>
                    <a:cubicBezTo>
                      <a:pt x="2202" y="1735"/>
                      <a:pt x="2569" y="1368"/>
                      <a:pt x="2602" y="868"/>
                    </a:cubicBezTo>
                    <a:cubicBezTo>
                      <a:pt x="2602" y="368"/>
                      <a:pt x="2236" y="1"/>
                      <a:pt x="17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5" name="Google Shape;1605;p66"/>
              <p:cNvSpPr/>
              <p:nvPr/>
            </p:nvSpPr>
            <p:spPr>
              <a:xfrm>
                <a:off x="3726546" y="3273131"/>
                <a:ext cx="99989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6105" h="1736" extrusionOk="0">
                    <a:moveTo>
                      <a:pt x="901" y="1"/>
                    </a:moveTo>
                    <a:cubicBezTo>
                      <a:pt x="400" y="1"/>
                      <a:pt x="0" y="368"/>
                      <a:pt x="0" y="868"/>
                    </a:cubicBezTo>
                    <a:cubicBezTo>
                      <a:pt x="0" y="1369"/>
                      <a:pt x="400" y="1736"/>
                      <a:pt x="901" y="1736"/>
                    </a:cubicBezTo>
                    <a:lnTo>
                      <a:pt x="5237" y="1736"/>
                    </a:lnTo>
                    <a:cubicBezTo>
                      <a:pt x="5671" y="1736"/>
                      <a:pt x="6071" y="1369"/>
                      <a:pt x="6104" y="868"/>
                    </a:cubicBezTo>
                    <a:cubicBezTo>
                      <a:pt x="6104" y="368"/>
                      <a:pt x="5737" y="1"/>
                      <a:pt x="523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6" name="Google Shape;1606;p66"/>
              <p:cNvSpPr/>
              <p:nvPr/>
            </p:nvSpPr>
            <p:spPr>
              <a:xfrm>
                <a:off x="3947793" y="3273131"/>
                <a:ext cx="10000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6106" h="1736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9"/>
                      <a:pt x="401" y="1736"/>
                      <a:pt x="901" y="1736"/>
                    </a:cubicBezTo>
                    <a:lnTo>
                      <a:pt x="5238" y="1736"/>
                    </a:lnTo>
                    <a:cubicBezTo>
                      <a:pt x="5671" y="1736"/>
                      <a:pt x="6072" y="1369"/>
                      <a:pt x="6105" y="868"/>
                    </a:cubicBezTo>
                    <a:cubicBezTo>
                      <a:pt x="6105" y="368"/>
                      <a:pt x="5705" y="1"/>
                      <a:pt x="5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7" name="Google Shape;1607;p66"/>
              <p:cNvSpPr/>
              <p:nvPr/>
            </p:nvSpPr>
            <p:spPr>
              <a:xfrm>
                <a:off x="4058147" y="3273131"/>
                <a:ext cx="3280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003" h="1736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9"/>
                      <a:pt x="368" y="1736"/>
                      <a:pt x="868" y="1736"/>
                    </a:cubicBezTo>
                    <a:lnTo>
                      <a:pt x="1102" y="1736"/>
                    </a:lnTo>
                    <a:cubicBezTo>
                      <a:pt x="1569" y="1736"/>
                      <a:pt x="1936" y="1369"/>
                      <a:pt x="2002" y="868"/>
                    </a:cubicBezTo>
                    <a:cubicBezTo>
                      <a:pt x="2002" y="368"/>
                      <a:pt x="1602" y="1"/>
                      <a:pt x="11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8" name="Google Shape;1608;p66"/>
              <p:cNvSpPr/>
              <p:nvPr/>
            </p:nvSpPr>
            <p:spPr>
              <a:xfrm>
                <a:off x="3837440" y="3273131"/>
                <a:ext cx="44270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1736" extrusionOk="0">
                    <a:moveTo>
                      <a:pt x="868" y="1"/>
                    </a:moveTo>
                    <a:cubicBezTo>
                      <a:pt x="367" y="1"/>
                      <a:pt x="1" y="368"/>
                      <a:pt x="1" y="868"/>
                    </a:cubicBezTo>
                    <a:cubicBezTo>
                      <a:pt x="1" y="1369"/>
                      <a:pt x="367" y="1736"/>
                      <a:pt x="868" y="1736"/>
                    </a:cubicBezTo>
                    <a:lnTo>
                      <a:pt x="1835" y="1736"/>
                    </a:lnTo>
                    <a:cubicBezTo>
                      <a:pt x="2302" y="1736"/>
                      <a:pt x="2702" y="1369"/>
                      <a:pt x="2702" y="868"/>
                    </a:cubicBezTo>
                    <a:cubicBezTo>
                      <a:pt x="2702" y="368"/>
                      <a:pt x="2336" y="1"/>
                      <a:pt x="18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09" name="Google Shape;1609;p66"/>
              <p:cNvSpPr/>
              <p:nvPr/>
            </p:nvSpPr>
            <p:spPr>
              <a:xfrm>
                <a:off x="3892076" y="3273131"/>
                <a:ext cx="44270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703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9"/>
                      <a:pt x="367" y="1736"/>
                      <a:pt x="868" y="1736"/>
                    </a:cubicBezTo>
                    <a:lnTo>
                      <a:pt x="1835" y="1736"/>
                    </a:lnTo>
                    <a:cubicBezTo>
                      <a:pt x="2302" y="1736"/>
                      <a:pt x="2702" y="1369"/>
                      <a:pt x="2702" y="868"/>
                    </a:cubicBezTo>
                    <a:cubicBezTo>
                      <a:pt x="2702" y="368"/>
                      <a:pt x="2335" y="1"/>
                      <a:pt x="18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0" name="Google Shape;1610;p66"/>
              <p:cNvSpPr/>
              <p:nvPr/>
            </p:nvSpPr>
            <p:spPr>
              <a:xfrm>
                <a:off x="3725990" y="3325589"/>
                <a:ext cx="193967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1843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0975" y="1768"/>
                    </a:lnTo>
                    <a:cubicBezTo>
                      <a:pt x="11476" y="1768"/>
                      <a:pt x="11842" y="1368"/>
                      <a:pt x="11842" y="868"/>
                    </a:cubicBezTo>
                    <a:cubicBezTo>
                      <a:pt x="11842" y="367"/>
                      <a:pt x="11476" y="0"/>
                      <a:pt x="1097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1" name="Google Shape;1611;p66"/>
              <p:cNvSpPr/>
              <p:nvPr/>
            </p:nvSpPr>
            <p:spPr>
              <a:xfrm>
                <a:off x="4155398" y="3325589"/>
                <a:ext cx="6230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804" h="1769" extrusionOk="0">
                    <a:moveTo>
                      <a:pt x="901" y="0"/>
                    </a:moveTo>
                    <a:cubicBezTo>
                      <a:pt x="401" y="0"/>
                      <a:pt x="0" y="367"/>
                      <a:pt x="0" y="868"/>
                    </a:cubicBezTo>
                    <a:cubicBezTo>
                      <a:pt x="0" y="1368"/>
                      <a:pt x="401" y="1768"/>
                      <a:pt x="901" y="1768"/>
                    </a:cubicBezTo>
                    <a:lnTo>
                      <a:pt x="2936" y="1768"/>
                    </a:lnTo>
                    <a:cubicBezTo>
                      <a:pt x="3403" y="1768"/>
                      <a:pt x="3803" y="1368"/>
                      <a:pt x="3803" y="868"/>
                    </a:cubicBezTo>
                    <a:cubicBezTo>
                      <a:pt x="3803" y="367"/>
                      <a:pt x="3436" y="0"/>
                      <a:pt x="293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2" name="Google Shape;1612;p66"/>
              <p:cNvSpPr/>
              <p:nvPr/>
            </p:nvSpPr>
            <p:spPr>
              <a:xfrm>
                <a:off x="4238433" y="3325589"/>
                <a:ext cx="45367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902" y="1768"/>
                    </a:lnTo>
                    <a:cubicBezTo>
                      <a:pt x="2402" y="1768"/>
                      <a:pt x="2769" y="1368"/>
                      <a:pt x="2769" y="868"/>
                    </a:cubicBezTo>
                    <a:cubicBezTo>
                      <a:pt x="2769" y="367"/>
                      <a:pt x="2402" y="0"/>
                      <a:pt x="1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3" name="Google Shape;1613;p66"/>
              <p:cNvSpPr/>
              <p:nvPr/>
            </p:nvSpPr>
            <p:spPr>
              <a:xfrm>
                <a:off x="4304534" y="3325589"/>
                <a:ext cx="4590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902" y="1768"/>
                    </a:lnTo>
                    <a:cubicBezTo>
                      <a:pt x="2369" y="1768"/>
                      <a:pt x="2736" y="1368"/>
                      <a:pt x="2803" y="868"/>
                    </a:cubicBezTo>
                    <a:cubicBezTo>
                      <a:pt x="2803" y="367"/>
                      <a:pt x="2403" y="0"/>
                      <a:pt x="19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4" name="Google Shape;1614;p66"/>
              <p:cNvSpPr/>
              <p:nvPr/>
            </p:nvSpPr>
            <p:spPr>
              <a:xfrm>
                <a:off x="3941783" y="3325589"/>
                <a:ext cx="8524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4337" y="1768"/>
                    </a:lnTo>
                    <a:cubicBezTo>
                      <a:pt x="4838" y="1768"/>
                      <a:pt x="5204" y="1368"/>
                      <a:pt x="5204" y="868"/>
                    </a:cubicBezTo>
                    <a:cubicBezTo>
                      <a:pt x="5204" y="367"/>
                      <a:pt x="4838" y="0"/>
                      <a:pt x="43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5" name="Google Shape;1615;p66"/>
              <p:cNvSpPr/>
              <p:nvPr/>
            </p:nvSpPr>
            <p:spPr>
              <a:xfrm>
                <a:off x="4048320" y="3325589"/>
                <a:ext cx="8524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205" h="1769" extrusionOk="0">
                    <a:moveTo>
                      <a:pt x="868" y="0"/>
                    </a:moveTo>
                    <a:cubicBezTo>
                      <a:pt x="367" y="0"/>
                      <a:pt x="0" y="367"/>
                      <a:pt x="0" y="868"/>
                    </a:cubicBezTo>
                    <a:cubicBezTo>
                      <a:pt x="0" y="1368"/>
                      <a:pt x="367" y="1768"/>
                      <a:pt x="868" y="1768"/>
                    </a:cubicBezTo>
                    <a:lnTo>
                      <a:pt x="4337" y="1768"/>
                    </a:lnTo>
                    <a:cubicBezTo>
                      <a:pt x="4837" y="1768"/>
                      <a:pt x="5204" y="1368"/>
                      <a:pt x="5204" y="868"/>
                    </a:cubicBezTo>
                    <a:cubicBezTo>
                      <a:pt x="5204" y="367"/>
                      <a:pt x="4837" y="0"/>
                      <a:pt x="43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6" name="Google Shape;1616;p66"/>
              <p:cNvSpPr/>
              <p:nvPr/>
            </p:nvSpPr>
            <p:spPr>
              <a:xfrm>
                <a:off x="3725990" y="3377491"/>
                <a:ext cx="21745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3277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12376" y="1768"/>
                    </a:lnTo>
                    <a:cubicBezTo>
                      <a:pt x="12877" y="1768"/>
                      <a:pt x="13277" y="1368"/>
                      <a:pt x="13277" y="868"/>
                    </a:cubicBezTo>
                    <a:cubicBezTo>
                      <a:pt x="13277" y="367"/>
                      <a:pt x="12877" y="0"/>
                      <a:pt x="123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7" name="Google Shape;1617;p66"/>
              <p:cNvSpPr/>
              <p:nvPr/>
            </p:nvSpPr>
            <p:spPr>
              <a:xfrm>
                <a:off x="4208396" y="3377491"/>
                <a:ext cx="21689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13243" h="1769" extrusionOk="0">
                    <a:moveTo>
                      <a:pt x="867" y="0"/>
                    </a:moveTo>
                    <a:cubicBezTo>
                      <a:pt x="367" y="0"/>
                      <a:pt x="0" y="367"/>
                      <a:pt x="0" y="868"/>
                    </a:cubicBezTo>
                    <a:cubicBezTo>
                      <a:pt x="0" y="1368"/>
                      <a:pt x="367" y="1768"/>
                      <a:pt x="867" y="1768"/>
                    </a:cubicBezTo>
                    <a:lnTo>
                      <a:pt x="12376" y="1768"/>
                    </a:lnTo>
                    <a:cubicBezTo>
                      <a:pt x="12843" y="1768"/>
                      <a:pt x="13209" y="1368"/>
                      <a:pt x="13243" y="868"/>
                    </a:cubicBezTo>
                    <a:cubicBezTo>
                      <a:pt x="13243" y="367"/>
                      <a:pt x="12876" y="0"/>
                      <a:pt x="1237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8" name="Google Shape;1618;p66"/>
              <p:cNvSpPr/>
              <p:nvPr/>
            </p:nvSpPr>
            <p:spPr>
              <a:xfrm>
                <a:off x="4447675" y="3377491"/>
                <a:ext cx="7103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337" h="1769" extrusionOk="0">
                    <a:moveTo>
                      <a:pt x="901" y="0"/>
                    </a:moveTo>
                    <a:cubicBezTo>
                      <a:pt x="367" y="0"/>
                      <a:pt x="0" y="367"/>
                      <a:pt x="0" y="868"/>
                    </a:cubicBezTo>
                    <a:cubicBezTo>
                      <a:pt x="0" y="1368"/>
                      <a:pt x="401" y="1768"/>
                      <a:pt x="901" y="1768"/>
                    </a:cubicBezTo>
                    <a:lnTo>
                      <a:pt x="3470" y="1768"/>
                    </a:lnTo>
                    <a:cubicBezTo>
                      <a:pt x="3937" y="1768"/>
                      <a:pt x="4304" y="1368"/>
                      <a:pt x="4337" y="868"/>
                    </a:cubicBezTo>
                    <a:cubicBezTo>
                      <a:pt x="4337" y="367"/>
                      <a:pt x="3970" y="0"/>
                      <a:pt x="34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19" name="Google Shape;1619;p66"/>
              <p:cNvSpPr/>
              <p:nvPr/>
            </p:nvSpPr>
            <p:spPr>
              <a:xfrm>
                <a:off x="3725990" y="3429932"/>
                <a:ext cx="11420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973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8"/>
                      <a:pt x="868" y="1768"/>
                    </a:cubicBezTo>
                    <a:lnTo>
                      <a:pt x="6105" y="1768"/>
                    </a:lnTo>
                    <a:cubicBezTo>
                      <a:pt x="6605" y="1768"/>
                      <a:pt x="6972" y="1368"/>
                      <a:pt x="6972" y="901"/>
                    </a:cubicBezTo>
                    <a:cubicBezTo>
                      <a:pt x="6972" y="401"/>
                      <a:pt x="6605" y="1"/>
                      <a:pt x="610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0" name="Google Shape;1620;p66"/>
              <p:cNvSpPr/>
              <p:nvPr/>
            </p:nvSpPr>
            <p:spPr>
              <a:xfrm>
                <a:off x="3978944" y="3429932"/>
                <a:ext cx="11364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939" h="1769" extrusionOk="0">
                    <a:moveTo>
                      <a:pt x="867" y="1"/>
                    </a:moveTo>
                    <a:cubicBezTo>
                      <a:pt x="367" y="1"/>
                      <a:pt x="0" y="401"/>
                      <a:pt x="0" y="901"/>
                    </a:cubicBezTo>
                    <a:cubicBezTo>
                      <a:pt x="0" y="1402"/>
                      <a:pt x="367" y="1768"/>
                      <a:pt x="867" y="1768"/>
                    </a:cubicBezTo>
                    <a:lnTo>
                      <a:pt x="6071" y="1768"/>
                    </a:lnTo>
                    <a:cubicBezTo>
                      <a:pt x="6571" y="1768"/>
                      <a:pt x="6938" y="1368"/>
                      <a:pt x="6938" y="901"/>
                    </a:cubicBezTo>
                    <a:cubicBezTo>
                      <a:pt x="6938" y="401"/>
                      <a:pt x="6571" y="1"/>
                      <a:pt x="607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1" name="Google Shape;1621;p66"/>
              <p:cNvSpPr/>
              <p:nvPr/>
            </p:nvSpPr>
            <p:spPr>
              <a:xfrm>
                <a:off x="4105134" y="3429932"/>
                <a:ext cx="3662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236" h="1769" extrusionOk="0">
                    <a:moveTo>
                      <a:pt x="868" y="1"/>
                    </a:moveTo>
                    <a:cubicBezTo>
                      <a:pt x="367" y="1"/>
                      <a:pt x="1" y="401"/>
                      <a:pt x="1" y="901"/>
                    </a:cubicBezTo>
                    <a:cubicBezTo>
                      <a:pt x="1" y="1402"/>
                      <a:pt x="367" y="1768"/>
                      <a:pt x="868" y="1768"/>
                    </a:cubicBezTo>
                    <a:lnTo>
                      <a:pt x="1368" y="1768"/>
                    </a:lnTo>
                    <a:cubicBezTo>
                      <a:pt x="1835" y="1768"/>
                      <a:pt x="2235" y="1368"/>
                      <a:pt x="2235" y="901"/>
                    </a:cubicBezTo>
                    <a:cubicBezTo>
                      <a:pt x="2235" y="401"/>
                      <a:pt x="1869" y="1"/>
                      <a:pt x="136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2" name="Google Shape;1622;p66"/>
              <p:cNvSpPr/>
              <p:nvPr/>
            </p:nvSpPr>
            <p:spPr>
              <a:xfrm>
                <a:off x="3853277" y="3429932"/>
                <a:ext cx="5028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070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8"/>
                      <a:pt x="868" y="1768"/>
                    </a:cubicBezTo>
                    <a:lnTo>
                      <a:pt x="2202" y="1768"/>
                    </a:lnTo>
                    <a:cubicBezTo>
                      <a:pt x="2669" y="1768"/>
                      <a:pt x="3070" y="1368"/>
                      <a:pt x="3070" y="901"/>
                    </a:cubicBezTo>
                    <a:cubicBezTo>
                      <a:pt x="3070" y="401"/>
                      <a:pt x="2703" y="1"/>
                      <a:pt x="220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3" name="Google Shape;1623;p66"/>
              <p:cNvSpPr/>
              <p:nvPr/>
            </p:nvSpPr>
            <p:spPr>
              <a:xfrm>
                <a:off x="3915022" y="3429932"/>
                <a:ext cx="5082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103" h="1769" extrusionOk="0">
                    <a:moveTo>
                      <a:pt x="901" y="1"/>
                    </a:moveTo>
                    <a:cubicBezTo>
                      <a:pt x="401" y="1"/>
                      <a:pt x="0" y="401"/>
                      <a:pt x="0" y="901"/>
                    </a:cubicBezTo>
                    <a:cubicBezTo>
                      <a:pt x="0" y="1402"/>
                      <a:pt x="401" y="1768"/>
                      <a:pt x="901" y="1768"/>
                    </a:cubicBezTo>
                    <a:lnTo>
                      <a:pt x="2235" y="1768"/>
                    </a:lnTo>
                    <a:cubicBezTo>
                      <a:pt x="2736" y="1768"/>
                      <a:pt x="3102" y="1368"/>
                      <a:pt x="3102" y="901"/>
                    </a:cubicBezTo>
                    <a:cubicBezTo>
                      <a:pt x="3102" y="401"/>
                      <a:pt x="2702" y="1"/>
                      <a:pt x="223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4" name="Google Shape;1624;p66"/>
              <p:cNvSpPr/>
              <p:nvPr/>
            </p:nvSpPr>
            <p:spPr>
              <a:xfrm>
                <a:off x="3725990" y="3482374"/>
                <a:ext cx="13331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8140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9"/>
                      <a:pt x="868" y="1769"/>
                    </a:cubicBezTo>
                    <a:lnTo>
                      <a:pt x="7273" y="1769"/>
                    </a:lnTo>
                    <a:cubicBezTo>
                      <a:pt x="7706" y="1769"/>
                      <a:pt x="8140" y="1402"/>
                      <a:pt x="8140" y="901"/>
                    </a:cubicBezTo>
                    <a:cubicBezTo>
                      <a:pt x="8140" y="401"/>
                      <a:pt x="7773" y="1"/>
                      <a:pt x="727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5" name="Google Shape;1625;p66"/>
              <p:cNvSpPr/>
              <p:nvPr/>
            </p:nvSpPr>
            <p:spPr>
              <a:xfrm>
                <a:off x="4019905" y="3482374"/>
                <a:ext cx="132778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8107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9"/>
                      <a:pt x="868" y="1769"/>
                    </a:cubicBezTo>
                    <a:lnTo>
                      <a:pt x="7239" y="1769"/>
                    </a:lnTo>
                    <a:cubicBezTo>
                      <a:pt x="7740" y="1769"/>
                      <a:pt x="8107" y="1402"/>
                      <a:pt x="8107" y="901"/>
                    </a:cubicBezTo>
                    <a:cubicBezTo>
                      <a:pt x="8107" y="401"/>
                      <a:pt x="7740" y="1"/>
                      <a:pt x="723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6" name="Google Shape;1626;p66"/>
              <p:cNvSpPr/>
              <p:nvPr/>
            </p:nvSpPr>
            <p:spPr>
              <a:xfrm>
                <a:off x="4167419" y="3482374"/>
                <a:ext cx="4263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2603" h="1769" extrusionOk="0">
                    <a:moveTo>
                      <a:pt x="868" y="1"/>
                    </a:moveTo>
                    <a:cubicBezTo>
                      <a:pt x="367" y="1"/>
                      <a:pt x="0" y="401"/>
                      <a:pt x="0" y="901"/>
                    </a:cubicBezTo>
                    <a:cubicBezTo>
                      <a:pt x="0" y="1402"/>
                      <a:pt x="367" y="1769"/>
                      <a:pt x="868" y="1769"/>
                    </a:cubicBezTo>
                    <a:lnTo>
                      <a:pt x="1735" y="1769"/>
                    </a:lnTo>
                    <a:cubicBezTo>
                      <a:pt x="2202" y="1769"/>
                      <a:pt x="2602" y="1402"/>
                      <a:pt x="2602" y="901"/>
                    </a:cubicBezTo>
                    <a:cubicBezTo>
                      <a:pt x="2602" y="401"/>
                      <a:pt x="2235" y="1"/>
                      <a:pt x="1735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7" name="Google Shape;1627;p66"/>
              <p:cNvSpPr/>
              <p:nvPr/>
            </p:nvSpPr>
            <p:spPr>
              <a:xfrm>
                <a:off x="3873504" y="3482374"/>
                <a:ext cx="59011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603" h="1769" extrusionOk="0">
                    <a:moveTo>
                      <a:pt x="867" y="1"/>
                    </a:moveTo>
                    <a:cubicBezTo>
                      <a:pt x="367" y="1"/>
                      <a:pt x="0" y="401"/>
                      <a:pt x="0" y="901"/>
                    </a:cubicBezTo>
                    <a:cubicBezTo>
                      <a:pt x="0" y="1402"/>
                      <a:pt x="367" y="1769"/>
                      <a:pt x="867" y="1769"/>
                    </a:cubicBezTo>
                    <a:lnTo>
                      <a:pt x="2702" y="1769"/>
                    </a:lnTo>
                    <a:cubicBezTo>
                      <a:pt x="3202" y="1769"/>
                      <a:pt x="3603" y="1402"/>
                      <a:pt x="3603" y="901"/>
                    </a:cubicBezTo>
                    <a:cubicBezTo>
                      <a:pt x="3603" y="401"/>
                      <a:pt x="3202" y="1"/>
                      <a:pt x="27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8" name="Google Shape;1628;p66"/>
              <p:cNvSpPr/>
              <p:nvPr/>
            </p:nvSpPr>
            <p:spPr>
              <a:xfrm>
                <a:off x="3946696" y="3482374"/>
                <a:ext cx="5848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571" h="1769" extrusionOk="0">
                    <a:moveTo>
                      <a:pt x="868" y="1"/>
                    </a:moveTo>
                    <a:cubicBezTo>
                      <a:pt x="368" y="1"/>
                      <a:pt x="1" y="401"/>
                      <a:pt x="1" y="901"/>
                    </a:cubicBezTo>
                    <a:cubicBezTo>
                      <a:pt x="1" y="1402"/>
                      <a:pt x="368" y="1769"/>
                      <a:pt x="868" y="1769"/>
                    </a:cubicBezTo>
                    <a:lnTo>
                      <a:pt x="2703" y="1769"/>
                    </a:lnTo>
                    <a:cubicBezTo>
                      <a:pt x="3203" y="1769"/>
                      <a:pt x="3570" y="1402"/>
                      <a:pt x="3570" y="901"/>
                    </a:cubicBezTo>
                    <a:cubicBezTo>
                      <a:pt x="3570" y="401"/>
                      <a:pt x="3203" y="1"/>
                      <a:pt x="270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29" name="Google Shape;1629;p66"/>
              <p:cNvSpPr/>
              <p:nvPr/>
            </p:nvSpPr>
            <p:spPr>
              <a:xfrm>
                <a:off x="3725990" y="3587274"/>
                <a:ext cx="163372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35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9107" y="1735"/>
                    </a:lnTo>
                    <a:cubicBezTo>
                      <a:pt x="9608" y="1735"/>
                      <a:pt x="9974" y="1368"/>
                      <a:pt x="9974" y="868"/>
                    </a:cubicBezTo>
                    <a:cubicBezTo>
                      <a:pt x="9974" y="367"/>
                      <a:pt x="9608" y="0"/>
                      <a:pt x="910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0" name="Google Shape;1630;p66"/>
              <p:cNvSpPr/>
              <p:nvPr/>
            </p:nvSpPr>
            <p:spPr>
              <a:xfrm>
                <a:off x="4136269" y="3587274"/>
                <a:ext cx="33903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2070" h="1735" extrusionOk="0">
                    <a:moveTo>
                      <a:pt x="902" y="0"/>
                    </a:moveTo>
                    <a:cubicBezTo>
                      <a:pt x="401" y="0"/>
                      <a:pt x="1" y="367"/>
                      <a:pt x="1" y="868"/>
                    </a:cubicBezTo>
                    <a:cubicBezTo>
                      <a:pt x="1" y="1368"/>
                      <a:pt x="401" y="1735"/>
                      <a:pt x="902" y="1735"/>
                    </a:cubicBezTo>
                    <a:lnTo>
                      <a:pt x="1168" y="1735"/>
                    </a:lnTo>
                    <a:cubicBezTo>
                      <a:pt x="1635" y="1735"/>
                      <a:pt x="2069" y="1368"/>
                      <a:pt x="2069" y="868"/>
                    </a:cubicBezTo>
                    <a:cubicBezTo>
                      <a:pt x="2069" y="367"/>
                      <a:pt x="1669" y="0"/>
                      <a:pt x="116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1" name="Google Shape;1631;p66"/>
              <p:cNvSpPr/>
              <p:nvPr/>
            </p:nvSpPr>
            <p:spPr>
              <a:xfrm>
                <a:off x="3982219" y="3115806"/>
                <a:ext cx="10162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6205" h="1769" extrusionOk="0">
                    <a:moveTo>
                      <a:pt x="867" y="0"/>
                    </a:moveTo>
                    <a:cubicBezTo>
                      <a:pt x="367" y="0"/>
                      <a:pt x="0" y="400"/>
                      <a:pt x="0" y="901"/>
                    </a:cubicBezTo>
                    <a:cubicBezTo>
                      <a:pt x="0" y="1401"/>
                      <a:pt x="367" y="1768"/>
                      <a:pt x="867" y="1768"/>
                    </a:cubicBezTo>
                    <a:lnTo>
                      <a:pt x="5337" y="1768"/>
                    </a:lnTo>
                    <a:cubicBezTo>
                      <a:pt x="5804" y="1768"/>
                      <a:pt x="6205" y="1401"/>
                      <a:pt x="6205" y="901"/>
                    </a:cubicBezTo>
                    <a:cubicBezTo>
                      <a:pt x="6205" y="400"/>
                      <a:pt x="5838" y="0"/>
                      <a:pt x="5337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2" name="Google Shape;1632;p66"/>
              <p:cNvSpPr/>
              <p:nvPr/>
            </p:nvSpPr>
            <p:spPr>
              <a:xfrm>
                <a:off x="4088200" y="3220689"/>
                <a:ext cx="4207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1702" y="1735"/>
                    </a:lnTo>
                    <a:cubicBezTo>
                      <a:pt x="2202" y="1735"/>
                      <a:pt x="2569" y="1368"/>
                      <a:pt x="2569" y="868"/>
                    </a:cubicBezTo>
                    <a:cubicBezTo>
                      <a:pt x="2569" y="368"/>
                      <a:pt x="2202" y="1"/>
                      <a:pt x="17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3" name="Google Shape;1633;p66"/>
              <p:cNvSpPr/>
              <p:nvPr/>
            </p:nvSpPr>
            <p:spPr>
              <a:xfrm>
                <a:off x="4148847" y="3220689"/>
                <a:ext cx="4207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736" extrusionOk="0">
                    <a:moveTo>
                      <a:pt x="867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7" y="1735"/>
                    </a:cubicBezTo>
                    <a:lnTo>
                      <a:pt x="1701" y="1735"/>
                    </a:lnTo>
                    <a:cubicBezTo>
                      <a:pt x="2168" y="1735"/>
                      <a:pt x="2569" y="1368"/>
                      <a:pt x="2569" y="868"/>
                    </a:cubicBezTo>
                    <a:cubicBezTo>
                      <a:pt x="2569" y="368"/>
                      <a:pt x="2202" y="1"/>
                      <a:pt x="170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4" name="Google Shape;1634;p66"/>
              <p:cNvSpPr/>
              <p:nvPr/>
            </p:nvSpPr>
            <p:spPr>
              <a:xfrm>
                <a:off x="4208937" y="3220689"/>
                <a:ext cx="42075" cy="28432"/>
              </a:xfrm>
              <a:custGeom>
                <a:avLst/>
                <a:gdLst/>
                <a:ahLst/>
                <a:cxnLst/>
                <a:rect l="l" t="t" r="r" b="b"/>
                <a:pathLst>
                  <a:path w="2569" h="1736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35"/>
                      <a:pt x="868" y="1735"/>
                    </a:cubicBezTo>
                    <a:lnTo>
                      <a:pt x="1702" y="1735"/>
                    </a:lnTo>
                    <a:cubicBezTo>
                      <a:pt x="2202" y="1735"/>
                      <a:pt x="2569" y="1368"/>
                      <a:pt x="2569" y="868"/>
                    </a:cubicBezTo>
                    <a:cubicBezTo>
                      <a:pt x="2569" y="368"/>
                      <a:pt x="2202" y="1"/>
                      <a:pt x="170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5" name="Google Shape;1635;p66"/>
              <p:cNvSpPr/>
              <p:nvPr/>
            </p:nvSpPr>
            <p:spPr>
              <a:xfrm>
                <a:off x="3968004" y="3377491"/>
                <a:ext cx="9617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872" h="1769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68"/>
                      <a:pt x="868" y="1768"/>
                    </a:cubicBezTo>
                    <a:lnTo>
                      <a:pt x="5004" y="1768"/>
                    </a:lnTo>
                    <a:cubicBezTo>
                      <a:pt x="5438" y="1768"/>
                      <a:pt x="5872" y="1368"/>
                      <a:pt x="5872" y="868"/>
                    </a:cubicBezTo>
                    <a:cubicBezTo>
                      <a:pt x="5872" y="367"/>
                      <a:pt x="5505" y="0"/>
                      <a:pt x="50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6" name="Google Shape;1636;p66"/>
              <p:cNvSpPr/>
              <p:nvPr/>
            </p:nvSpPr>
            <p:spPr>
              <a:xfrm>
                <a:off x="4087103" y="3377491"/>
                <a:ext cx="96713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5905" h="1769" extrusionOk="0">
                    <a:moveTo>
                      <a:pt x="901" y="0"/>
                    </a:moveTo>
                    <a:cubicBezTo>
                      <a:pt x="401" y="0"/>
                      <a:pt x="1" y="367"/>
                      <a:pt x="1" y="868"/>
                    </a:cubicBezTo>
                    <a:cubicBezTo>
                      <a:pt x="1" y="1368"/>
                      <a:pt x="401" y="1768"/>
                      <a:pt x="901" y="1768"/>
                    </a:cubicBezTo>
                    <a:lnTo>
                      <a:pt x="5004" y="1768"/>
                    </a:lnTo>
                    <a:cubicBezTo>
                      <a:pt x="5471" y="1768"/>
                      <a:pt x="5838" y="1368"/>
                      <a:pt x="5905" y="868"/>
                    </a:cubicBezTo>
                    <a:cubicBezTo>
                      <a:pt x="5905" y="367"/>
                      <a:pt x="5505" y="0"/>
                      <a:pt x="5004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7" name="Google Shape;1637;p66"/>
              <p:cNvSpPr/>
              <p:nvPr/>
            </p:nvSpPr>
            <p:spPr>
              <a:xfrm>
                <a:off x="4021542" y="3587274"/>
                <a:ext cx="103821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6339" h="1735" extrusionOk="0">
                    <a:moveTo>
                      <a:pt x="902" y="0"/>
                    </a:moveTo>
                    <a:cubicBezTo>
                      <a:pt x="401" y="0"/>
                      <a:pt x="1" y="367"/>
                      <a:pt x="1" y="868"/>
                    </a:cubicBezTo>
                    <a:cubicBezTo>
                      <a:pt x="1" y="1368"/>
                      <a:pt x="401" y="1735"/>
                      <a:pt x="902" y="1735"/>
                    </a:cubicBezTo>
                    <a:lnTo>
                      <a:pt x="5471" y="1735"/>
                    </a:lnTo>
                    <a:cubicBezTo>
                      <a:pt x="5938" y="1735"/>
                      <a:pt x="6339" y="1368"/>
                      <a:pt x="6339" y="868"/>
                    </a:cubicBezTo>
                    <a:cubicBezTo>
                      <a:pt x="6339" y="367"/>
                      <a:pt x="5972" y="0"/>
                      <a:pt x="547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8" name="Google Shape;1638;p66"/>
              <p:cNvSpPr/>
              <p:nvPr/>
            </p:nvSpPr>
            <p:spPr>
              <a:xfrm>
                <a:off x="3907914" y="3587274"/>
                <a:ext cx="45367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2770" h="1735" extrusionOk="0">
                    <a:moveTo>
                      <a:pt x="868" y="0"/>
                    </a:moveTo>
                    <a:cubicBezTo>
                      <a:pt x="368" y="0"/>
                      <a:pt x="1" y="367"/>
                      <a:pt x="1" y="868"/>
                    </a:cubicBezTo>
                    <a:cubicBezTo>
                      <a:pt x="1" y="1368"/>
                      <a:pt x="368" y="1735"/>
                      <a:pt x="868" y="1735"/>
                    </a:cubicBezTo>
                    <a:lnTo>
                      <a:pt x="1902" y="1735"/>
                    </a:lnTo>
                    <a:cubicBezTo>
                      <a:pt x="2402" y="1735"/>
                      <a:pt x="2769" y="1368"/>
                      <a:pt x="2769" y="868"/>
                    </a:cubicBezTo>
                    <a:cubicBezTo>
                      <a:pt x="2769" y="367"/>
                      <a:pt x="2402" y="0"/>
                      <a:pt x="190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39" name="Google Shape;1639;p66"/>
              <p:cNvSpPr/>
              <p:nvPr/>
            </p:nvSpPr>
            <p:spPr>
              <a:xfrm>
                <a:off x="3964188" y="3587274"/>
                <a:ext cx="45908" cy="28416"/>
              </a:xfrm>
              <a:custGeom>
                <a:avLst/>
                <a:gdLst/>
                <a:ahLst/>
                <a:cxnLst/>
                <a:rect l="l" t="t" r="r" b="b"/>
                <a:pathLst>
                  <a:path w="2803" h="1735" extrusionOk="0">
                    <a:moveTo>
                      <a:pt x="901" y="0"/>
                    </a:moveTo>
                    <a:cubicBezTo>
                      <a:pt x="401" y="0"/>
                      <a:pt x="0" y="367"/>
                      <a:pt x="0" y="868"/>
                    </a:cubicBezTo>
                    <a:cubicBezTo>
                      <a:pt x="0" y="1368"/>
                      <a:pt x="401" y="1735"/>
                      <a:pt x="901" y="1735"/>
                    </a:cubicBezTo>
                    <a:lnTo>
                      <a:pt x="1935" y="1735"/>
                    </a:lnTo>
                    <a:cubicBezTo>
                      <a:pt x="2435" y="1735"/>
                      <a:pt x="2802" y="1368"/>
                      <a:pt x="2802" y="868"/>
                    </a:cubicBezTo>
                    <a:cubicBezTo>
                      <a:pt x="2802" y="367"/>
                      <a:pt x="2435" y="0"/>
                      <a:pt x="1935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0" name="Google Shape;1640;p66"/>
              <p:cNvSpPr/>
              <p:nvPr/>
            </p:nvSpPr>
            <p:spPr>
              <a:xfrm>
                <a:off x="3725990" y="3639716"/>
                <a:ext cx="163372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9975" h="1769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69"/>
                      <a:pt x="868" y="1769"/>
                    </a:cubicBezTo>
                    <a:lnTo>
                      <a:pt x="9107" y="1769"/>
                    </a:lnTo>
                    <a:cubicBezTo>
                      <a:pt x="9608" y="1769"/>
                      <a:pt x="9974" y="1368"/>
                      <a:pt x="9974" y="868"/>
                    </a:cubicBezTo>
                    <a:cubicBezTo>
                      <a:pt x="9974" y="368"/>
                      <a:pt x="9608" y="1"/>
                      <a:pt x="910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1" name="Google Shape;1641;p66"/>
              <p:cNvSpPr/>
              <p:nvPr/>
            </p:nvSpPr>
            <p:spPr>
              <a:xfrm>
                <a:off x="4088200" y="3639716"/>
                <a:ext cx="162815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9941" h="1769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69"/>
                      <a:pt x="868" y="1769"/>
                    </a:cubicBezTo>
                    <a:lnTo>
                      <a:pt x="9074" y="1769"/>
                    </a:lnTo>
                    <a:cubicBezTo>
                      <a:pt x="9574" y="1769"/>
                      <a:pt x="9941" y="1368"/>
                      <a:pt x="9941" y="868"/>
                    </a:cubicBezTo>
                    <a:cubicBezTo>
                      <a:pt x="9941" y="368"/>
                      <a:pt x="9574" y="1"/>
                      <a:pt x="90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2" name="Google Shape;1642;p66"/>
              <p:cNvSpPr/>
              <p:nvPr/>
            </p:nvSpPr>
            <p:spPr>
              <a:xfrm>
                <a:off x="4268486" y="3639716"/>
                <a:ext cx="53000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3236" h="1769" extrusionOk="0">
                    <a:moveTo>
                      <a:pt x="868" y="1"/>
                    </a:moveTo>
                    <a:cubicBezTo>
                      <a:pt x="367" y="1"/>
                      <a:pt x="0" y="368"/>
                      <a:pt x="0" y="868"/>
                    </a:cubicBezTo>
                    <a:cubicBezTo>
                      <a:pt x="0" y="1368"/>
                      <a:pt x="367" y="1769"/>
                      <a:pt x="868" y="1769"/>
                    </a:cubicBezTo>
                    <a:lnTo>
                      <a:pt x="2369" y="1769"/>
                    </a:lnTo>
                    <a:cubicBezTo>
                      <a:pt x="2869" y="1769"/>
                      <a:pt x="3236" y="1368"/>
                      <a:pt x="3236" y="868"/>
                    </a:cubicBezTo>
                    <a:cubicBezTo>
                      <a:pt x="3236" y="368"/>
                      <a:pt x="2869" y="1"/>
                      <a:pt x="236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3" name="Google Shape;1643;p66"/>
              <p:cNvSpPr/>
              <p:nvPr/>
            </p:nvSpPr>
            <p:spPr>
              <a:xfrm>
                <a:off x="3907914" y="3639716"/>
                <a:ext cx="72129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404" h="1769" extrusionOk="0">
                    <a:moveTo>
                      <a:pt x="868" y="1"/>
                    </a:moveTo>
                    <a:cubicBezTo>
                      <a:pt x="368" y="1"/>
                      <a:pt x="1" y="368"/>
                      <a:pt x="1" y="868"/>
                    </a:cubicBezTo>
                    <a:cubicBezTo>
                      <a:pt x="1" y="1368"/>
                      <a:pt x="368" y="1769"/>
                      <a:pt x="868" y="1769"/>
                    </a:cubicBezTo>
                    <a:lnTo>
                      <a:pt x="3536" y="1769"/>
                    </a:lnTo>
                    <a:cubicBezTo>
                      <a:pt x="4003" y="1769"/>
                      <a:pt x="4404" y="1368"/>
                      <a:pt x="4404" y="868"/>
                    </a:cubicBezTo>
                    <a:cubicBezTo>
                      <a:pt x="4404" y="368"/>
                      <a:pt x="4037" y="1"/>
                      <a:pt x="353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44" name="Google Shape;1644;p66"/>
              <p:cNvSpPr/>
              <p:nvPr/>
            </p:nvSpPr>
            <p:spPr>
              <a:xfrm>
                <a:off x="3996959" y="3639716"/>
                <a:ext cx="72686" cy="28973"/>
              </a:xfrm>
              <a:custGeom>
                <a:avLst/>
                <a:gdLst/>
                <a:ahLst/>
                <a:cxnLst/>
                <a:rect l="l" t="t" r="r" b="b"/>
                <a:pathLst>
                  <a:path w="4438" h="1769" extrusionOk="0">
                    <a:moveTo>
                      <a:pt x="901" y="1"/>
                    </a:moveTo>
                    <a:cubicBezTo>
                      <a:pt x="401" y="1"/>
                      <a:pt x="1" y="368"/>
                      <a:pt x="1" y="868"/>
                    </a:cubicBezTo>
                    <a:cubicBezTo>
                      <a:pt x="1" y="1368"/>
                      <a:pt x="401" y="1769"/>
                      <a:pt x="901" y="1769"/>
                    </a:cubicBezTo>
                    <a:lnTo>
                      <a:pt x="3570" y="1769"/>
                    </a:lnTo>
                    <a:cubicBezTo>
                      <a:pt x="4070" y="1769"/>
                      <a:pt x="4437" y="1368"/>
                      <a:pt x="4437" y="868"/>
                    </a:cubicBezTo>
                    <a:cubicBezTo>
                      <a:pt x="4437" y="368"/>
                      <a:pt x="4070" y="1"/>
                      <a:pt x="357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grpSp>
            <p:nvGrpSpPr>
              <p:cNvPr id="1645" name="Google Shape;1645;p66"/>
              <p:cNvGrpSpPr/>
              <p:nvPr/>
            </p:nvGrpSpPr>
            <p:grpSpPr>
              <a:xfrm>
                <a:off x="3661115" y="3057345"/>
                <a:ext cx="1202723" cy="738625"/>
                <a:chOff x="3667253" y="3048608"/>
                <a:chExt cx="1202723" cy="738625"/>
              </a:xfrm>
            </p:grpSpPr>
            <p:sp>
              <p:nvSpPr>
                <p:cNvPr id="1646" name="Google Shape;1646;p66"/>
                <p:cNvSpPr/>
                <p:nvPr/>
              </p:nvSpPr>
              <p:spPr>
                <a:xfrm>
                  <a:off x="3667253" y="3049158"/>
                  <a:ext cx="622804" cy="623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028" h="38061" extrusionOk="0">
                      <a:moveTo>
                        <a:pt x="27120" y="0"/>
                      </a:moveTo>
                      <a:lnTo>
                        <a:pt x="1" y="27086"/>
                      </a:lnTo>
                      <a:lnTo>
                        <a:pt x="1" y="38061"/>
                      </a:lnTo>
                      <a:lnTo>
                        <a:pt x="38028" y="0"/>
                      </a:lnTo>
                      <a:close/>
                    </a:path>
                  </a:pathLst>
                </a:custGeom>
                <a:solidFill>
                  <a:srgbClr val="E7E7E7">
                    <a:alpha val="31250"/>
                  </a:srgbClr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  <p:sp>
              <p:nvSpPr>
                <p:cNvPr id="1647" name="Google Shape;1647;p66"/>
                <p:cNvSpPr/>
                <p:nvPr/>
              </p:nvSpPr>
              <p:spPr>
                <a:xfrm>
                  <a:off x="3791550" y="3048608"/>
                  <a:ext cx="1078426" cy="7386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5848" h="45100" extrusionOk="0">
                      <a:moveTo>
                        <a:pt x="45133" y="0"/>
                      </a:moveTo>
                      <a:lnTo>
                        <a:pt x="1" y="45099"/>
                      </a:lnTo>
                      <a:lnTo>
                        <a:pt x="20715" y="45099"/>
                      </a:lnTo>
                      <a:lnTo>
                        <a:pt x="65848" y="0"/>
                      </a:lnTo>
                      <a:close/>
                    </a:path>
                  </a:pathLst>
                </a:custGeom>
                <a:solidFill>
                  <a:srgbClr val="E7E7E7">
                    <a:alpha val="31250"/>
                  </a:srgbClr>
                </a:solidFill>
                <a:ln>
                  <a:noFill/>
                </a:ln>
              </p:spPr>
              <p:txBody>
                <a:bodyPr spcFirstLastPara="1" wrap="square" lIns="121900" tIns="121900" rIns="121900" bIns="121900" anchor="ctr" anchorCtr="0">
                  <a:noAutofit/>
                </a:bodyPr>
                <a:lstStyle/>
                <a:p>
                  <a:endParaRPr sz="2400"/>
                </a:p>
              </p:txBody>
            </p:sp>
          </p:grpSp>
        </p:grpSp>
        <p:grpSp>
          <p:nvGrpSpPr>
            <p:cNvPr id="1648" name="Google Shape;1648;p66"/>
            <p:cNvGrpSpPr/>
            <p:nvPr/>
          </p:nvGrpSpPr>
          <p:grpSpPr>
            <a:xfrm>
              <a:off x="5449375" y="3859897"/>
              <a:ext cx="577607" cy="699066"/>
              <a:chOff x="5015295" y="3775209"/>
              <a:chExt cx="428873" cy="519018"/>
            </a:xfrm>
          </p:grpSpPr>
          <p:sp>
            <p:nvSpPr>
              <p:cNvPr id="1649" name="Google Shape;1649;p66"/>
              <p:cNvSpPr/>
              <p:nvPr/>
            </p:nvSpPr>
            <p:spPr>
              <a:xfrm>
                <a:off x="5166085" y="3775750"/>
                <a:ext cx="63924" cy="286847"/>
              </a:xfrm>
              <a:custGeom>
                <a:avLst/>
                <a:gdLst/>
                <a:ahLst/>
                <a:cxnLst/>
                <a:rect l="l" t="t" r="r" b="b"/>
                <a:pathLst>
                  <a:path w="3903" h="17514" extrusionOk="0">
                    <a:moveTo>
                      <a:pt x="3903" y="0"/>
                    </a:moveTo>
                    <a:cubicBezTo>
                      <a:pt x="3876" y="0"/>
                      <a:pt x="0" y="4721"/>
                      <a:pt x="0" y="9541"/>
                    </a:cubicBezTo>
                    <a:cubicBezTo>
                      <a:pt x="0" y="14378"/>
                      <a:pt x="1768" y="17513"/>
                      <a:pt x="3903" y="17513"/>
                    </a:cubicBezTo>
                    <a:lnTo>
                      <a:pt x="3903" y="1"/>
                    </a:lnTo>
                    <a:cubicBezTo>
                      <a:pt x="3903" y="1"/>
                      <a:pt x="3903" y="0"/>
                      <a:pt x="39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0" name="Google Shape;1650;p66"/>
              <p:cNvSpPr/>
              <p:nvPr/>
            </p:nvSpPr>
            <p:spPr>
              <a:xfrm>
                <a:off x="5229991" y="3775209"/>
                <a:ext cx="63400" cy="286831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17513" extrusionOk="0">
                    <a:moveTo>
                      <a:pt x="1" y="0"/>
                    </a:moveTo>
                    <a:lnTo>
                      <a:pt x="1" y="17513"/>
                    </a:lnTo>
                    <a:cubicBezTo>
                      <a:pt x="2102" y="17513"/>
                      <a:pt x="3870" y="14377"/>
                      <a:pt x="3870" y="9540"/>
                    </a:cubicBezTo>
                    <a:cubicBezTo>
                      <a:pt x="3870" y="4737"/>
                      <a:pt x="1" y="0"/>
                      <a:pt x="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1" name="Google Shape;1651;p66"/>
              <p:cNvSpPr/>
              <p:nvPr/>
            </p:nvSpPr>
            <p:spPr>
              <a:xfrm>
                <a:off x="5216332" y="3863158"/>
                <a:ext cx="227837" cy="202712"/>
              </a:xfrm>
              <a:custGeom>
                <a:avLst/>
                <a:gdLst/>
                <a:ahLst/>
                <a:cxnLst/>
                <a:rect l="l" t="t" r="r" b="b"/>
                <a:pathLst>
                  <a:path w="13911" h="12377" extrusionOk="0">
                    <a:moveTo>
                      <a:pt x="13911" y="1"/>
                    </a:moveTo>
                    <a:lnTo>
                      <a:pt x="13911" y="1"/>
                    </a:lnTo>
                    <a:cubicBezTo>
                      <a:pt x="13910" y="1"/>
                      <a:pt x="7840" y="568"/>
                      <a:pt x="4404" y="4004"/>
                    </a:cubicBezTo>
                    <a:cubicBezTo>
                      <a:pt x="1002" y="7406"/>
                      <a:pt x="1" y="10842"/>
                      <a:pt x="1535" y="12376"/>
                    </a:cubicBezTo>
                    <a:lnTo>
                      <a:pt x="1391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2" name="Google Shape;1652;p66"/>
              <p:cNvSpPr/>
              <p:nvPr/>
            </p:nvSpPr>
            <p:spPr>
              <a:xfrm>
                <a:off x="5241472" y="3863158"/>
                <a:ext cx="202696" cy="213931"/>
              </a:xfrm>
              <a:custGeom>
                <a:avLst/>
                <a:gdLst/>
                <a:ahLst/>
                <a:cxnLst/>
                <a:rect l="l" t="t" r="r" b="b"/>
                <a:pathLst>
                  <a:path w="12376" h="13062" extrusionOk="0">
                    <a:moveTo>
                      <a:pt x="12376" y="1"/>
                    </a:moveTo>
                    <a:lnTo>
                      <a:pt x="0" y="12376"/>
                    </a:lnTo>
                    <a:cubicBezTo>
                      <a:pt x="458" y="12834"/>
                      <a:pt x="1098" y="13062"/>
                      <a:pt x="1863" y="13062"/>
                    </a:cubicBezTo>
                    <a:cubicBezTo>
                      <a:pt x="3609" y="13062"/>
                      <a:pt x="6007" y="11873"/>
                      <a:pt x="8373" y="9508"/>
                    </a:cubicBezTo>
                    <a:cubicBezTo>
                      <a:pt x="11809" y="6072"/>
                      <a:pt x="12376" y="1"/>
                      <a:pt x="1237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3" name="Google Shape;1653;p66"/>
              <p:cNvSpPr/>
              <p:nvPr/>
            </p:nvSpPr>
            <p:spPr>
              <a:xfrm>
                <a:off x="5015295" y="3863158"/>
                <a:ext cx="228377" cy="202712"/>
              </a:xfrm>
              <a:custGeom>
                <a:avLst/>
                <a:gdLst/>
                <a:ahLst/>
                <a:cxnLst/>
                <a:rect l="l" t="t" r="r" b="b"/>
                <a:pathLst>
                  <a:path w="13944" h="12377" extrusionOk="0">
                    <a:moveTo>
                      <a:pt x="1" y="1"/>
                    </a:moveTo>
                    <a:lnTo>
                      <a:pt x="12376" y="12376"/>
                    </a:lnTo>
                    <a:cubicBezTo>
                      <a:pt x="13944" y="10842"/>
                      <a:pt x="12943" y="7406"/>
                      <a:pt x="9507" y="4004"/>
                    </a:cubicBezTo>
                    <a:cubicBezTo>
                      <a:pt x="6105" y="568"/>
                      <a:pt x="34" y="1"/>
                      <a:pt x="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4" name="Google Shape;1654;p66"/>
              <p:cNvSpPr/>
              <p:nvPr/>
            </p:nvSpPr>
            <p:spPr>
              <a:xfrm>
                <a:off x="5015836" y="3863158"/>
                <a:ext cx="203253" cy="213931"/>
              </a:xfrm>
              <a:custGeom>
                <a:avLst/>
                <a:gdLst/>
                <a:ahLst/>
                <a:cxnLst/>
                <a:rect l="l" t="t" r="r" b="b"/>
                <a:pathLst>
                  <a:path w="12410" h="13062" extrusionOk="0">
                    <a:moveTo>
                      <a:pt x="1" y="1"/>
                    </a:moveTo>
                    <a:cubicBezTo>
                      <a:pt x="1" y="1"/>
                      <a:pt x="601" y="6072"/>
                      <a:pt x="4004" y="9508"/>
                    </a:cubicBezTo>
                    <a:cubicBezTo>
                      <a:pt x="6393" y="11873"/>
                      <a:pt x="8798" y="13062"/>
                      <a:pt x="10546" y="13062"/>
                    </a:cubicBezTo>
                    <a:cubicBezTo>
                      <a:pt x="11312" y="13062"/>
                      <a:pt x="11952" y="12834"/>
                      <a:pt x="12410" y="12376"/>
                    </a:cubicBez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5" name="Google Shape;1655;p66"/>
              <p:cNvSpPr/>
              <p:nvPr/>
            </p:nvSpPr>
            <p:spPr>
              <a:xfrm>
                <a:off x="5229991" y="4045640"/>
                <a:ext cx="132778" cy="247490"/>
              </a:xfrm>
              <a:custGeom>
                <a:avLst/>
                <a:gdLst/>
                <a:ahLst/>
                <a:cxnLst/>
                <a:rect l="l" t="t" r="r" b="b"/>
                <a:pathLst>
                  <a:path w="8107" h="15111" extrusionOk="0">
                    <a:moveTo>
                      <a:pt x="1" y="0"/>
                    </a:moveTo>
                    <a:lnTo>
                      <a:pt x="1" y="33"/>
                    </a:lnTo>
                    <a:lnTo>
                      <a:pt x="1" y="15111"/>
                    </a:lnTo>
                    <a:lnTo>
                      <a:pt x="7039" y="15111"/>
                    </a:lnTo>
                    <a:cubicBezTo>
                      <a:pt x="7606" y="15111"/>
                      <a:pt x="8107" y="14677"/>
                      <a:pt x="8107" y="14043"/>
                    </a:cubicBezTo>
                    <a:lnTo>
                      <a:pt x="810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  <p:sp>
            <p:nvSpPr>
              <p:cNvPr id="1656" name="Google Shape;1656;p66"/>
              <p:cNvSpPr/>
              <p:nvPr/>
            </p:nvSpPr>
            <p:spPr>
              <a:xfrm>
                <a:off x="5096693" y="4046180"/>
                <a:ext cx="133318" cy="248047"/>
              </a:xfrm>
              <a:custGeom>
                <a:avLst/>
                <a:gdLst/>
                <a:ahLst/>
                <a:cxnLst/>
                <a:rect l="l" t="t" r="r" b="b"/>
                <a:pathLst>
                  <a:path w="8140" h="15145" extrusionOk="0">
                    <a:moveTo>
                      <a:pt x="1" y="0"/>
                    </a:moveTo>
                    <a:lnTo>
                      <a:pt x="1" y="14044"/>
                    </a:lnTo>
                    <a:cubicBezTo>
                      <a:pt x="1" y="14644"/>
                      <a:pt x="468" y="15145"/>
                      <a:pt x="1068" y="15145"/>
                    </a:cubicBezTo>
                    <a:lnTo>
                      <a:pt x="8140" y="15145"/>
                    </a:lnTo>
                    <a:lnTo>
                      <a:pt x="814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121900" tIns="121900" rIns="121900" bIns="121900" anchor="ctr" anchorCtr="0">
                <a:noAutofit/>
              </a:bodyPr>
              <a:lstStyle/>
              <a:p>
                <a:endParaRPr sz="2400"/>
              </a:p>
            </p:txBody>
          </p:sp>
        </p:grpSp>
        <p:sp>
          <p:nvSpPr>
            <p:cNvPr id="1657" name="Google Shape;1657;p66"/>
            <p:cNvSpPr/>
            <p:nvPr/>
          </p:nvSpPr>
          <p:spPr>
            <a:xfrm>
              <a:off x="4843391" y="3572936"/>
              <a:ext cx="98311" cy="26550"/>
            </a:xfrm>
            <a:custGeom>
              <a:avLst/>
              <a:gdLst/>
              <a:ahLst/>
              <a:cxnLst/>
              <a:rect l="l" t="t" r="r" b="b"/>
              <a:pathLst>
                <a:path w="6306" h="1703" extrusionOk="0">
                  <a:moveTo>
                    <a:pt x="1" y="1"/>
                  </a:moveTo>
                  <a:lnTo>
                    <a:pt x="1" y="1702"/>
                  </a:lnTo>
                  <a:lnTo>
                    <a:pt x="6305" y="1702"/>
                  </a:lnTo>
                  <a:lnTo>
                    <a:pt x="6305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658" name="Google Shape;1658;p66"/>
            <p:cNvSpPr/>
            <p:nvPr/>
          </p:nvSpPr>
          <p:spPr>
            <a:xfrm>
              <a:off x="4745619" y="3572936"/>
              <a:ext cx="97780" cy="26550"/>
            </a:xfrm>
            <a:custGeom>
              <a:avLst/>
              <a:gdLst/>
              <a:ahLst/>
              <a:cxnLst/>
              <a:rect l="l" t="t" r="r" b="b"/>
              <a:pathLst>
                <a:path w="6272" h="1703" extrusionOk="0">
                  <a:moveTo>
                    <a:pt x="0" y="1"/>
                  </a:moveTo>
                  <a:lnTo>
                    <a:pt x="0" y="1702"/>
                  </a:lnTo>
                  <a:lnTo>
                    <a:pt x="6272" y="1702"/>
                  </a:lnTo>
                  <a:lnTo>
                    <a:pt x="6272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Introduction to Java Programming for High School by Slidesgo">
  <a:themeElements>
    <a:clrScheme name="Simple Light">
      <a:dk1>
        <a:srgbClr val="E7E7E7"/>
      </a:dk1>
      <a:lt1>
        <a:srgbClr val="10111A"/>
      </a:lt1>
      <a:dk2>
        <a:srgbClr val="FD4A4A"/>
      </a:dk2>
      <a:lt2>
        <a:srgbClr val="EC7955"/>
      </a:lt2>
      <a:accent1>
        <a:srgbClr val="E81A81"/>
      </a:accent1>
      <a:accent2>
        <a:srgbClr val="94EE6B"/>
      </a:accent2>
      <a:accent3>
        <a:srgbClr val="4CAE97"/>
      </a:accent3>
      <a:accent4>
        <a:srgbClr val="BD64B5"/>
      </a:accent4>
      <a:accent5>
        <a:srgbClr val="FFFF99"/>
      </a:accent5>
      <a:accent6>
        <a:srgbClr val="2C293A"/>
      </a:accent6>
      <a:hlink>
        <a:srgbClr val="F8F8F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325</TotalTime>
  <Words>1164</Words>
  <Application>Microsoft Office PowerPoint</Application>
  <PresentationFormat>Widescreen</PresentationFormat>
  <Paragraphs>121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Arial</vt:lpstr>
      <vt:lpstr>Bebas Neue</vt:lpstr>
      <vt:lpstr>Calibri</vt:lpstr>
      <vt:lpstr>Comfortaa</vt:lpstr>
      <vt:lpstr>Courier New</vt:lpstr>
      <vt:lpstr>Fira Code</vt:lpstr>
      <vt:lpstr>Nunito Light</vt:lpstr>
      <vt:lpstr>PT Sans</vt:lpstr>
      <vt:lpstr>Source Code Pro</vt:lpstr>
      <vt:lpstr>Source Code Pro Medium</vt:lpstr>
      <vt:lpstr>Introduction to Java Programming for High School by Slidesgo</vt:lpstr>
      <vt:lpstr>Artificial Intelligence (Machine Learning &amp; Deep Learning)</vt:lpstr>
      <vt:lpstr>Contents of Day 5</vt:lpstr>
      <vt:lpstr>Today Objective - Control Flow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Core Concept (Definition &amp; Rules)</vt:lpstr>
      <vt:lpstr>Practical exercise 01</vt:lpstr>
      <vt:lpstr>Practical exercise 02</vt:lpstr>
      <vt:lpstr>Practical exercise 03</vt:lpstr>
      <vt:lpstr>Practical exercise 04</vt:lpstr>
      <vt:lpstr>Practical exercise 05</vt:lpstr>
      <vt:lpstr>Practical exercise 06</vt:lpstr>
      <vt:lpstr>Practical exercise 07</vt:lpstr>
      <vt:lpstr>Practical exercise 08</vt:lpstr>
      <vt:lpstr>Thanks!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Master Mind</dc:creator>
  <cp:lastModifiedBy>Master Mind</cp:lastModifiedBy>
  <cp:revision>9</cp:revision>
  <dcterms:created xsi:type="dcterms:W3CDTF">2026-02-22T20:10:35Z</dcterms:created>
  <dcterms:modified xsi:type="dcterms:W3CDTF">2026-02-23T01:38:17Z</dcterms:modified>
</cp:coreProperties>
</file>
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
  </p:notesMasterIdLst>
  <p:sldIdLst>
    <p:sldId id="258" r:id="rId3"/>
    <p:sldId id="271" r:id="rId4"/>
    <p:sldId id="257" r:id="rId5"/>
    <p:sldId id="261" r:id="rId6"/>
    <p:sldId id="263" r:id="rId7"/>
    <p:sldId id="272" r:id="rId8"/>
    <p:sldId id="273" r:id="rId9"/>
    <p:sldId id="274" r:id="rId10"/>
    <p:sldId id="275" r:id="rId11"/>
    <p:sldId id="276" r:id="rId12"/>
    <p:sldId id="277" r:id="rId13"/>
    <p:sldId id="278" r:id="rId14"/>
    <p:sldId id="279" r:id="rId15"/>
    <p:sldId id="280" r:id="rId16"/>
    <p:sldId id="281"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60" d="100"/>
          <a:sy n="60" d="100"/>
        </p:scale>
        <p:origin x="34" y="120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C05AF4-52A8-433C-BFE5-DAA2E3D5A465}"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D5467-BEDE-4910-BDDC-DDE10FD63300}" type="slidenum">
              <a:rPr lang="en-US" smtClean="0"/>
              <a:t>‹#›</a:t>
            </a:fld>
            <a:endParaRPr lang="en-US"/>
          </a:p>
        </p:txBody>
      </p:sp>
    </p:spTree>
    <p:extLst>
      <p:ext uri="{BB962C8B-B14F-4D97-AF65-F5344CB8AC3E}">
        <p14:creationId xmlns:p14="http://schemas.microsoft.com/office/powerpoint/2010/main" val="4273198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6" name="Google Shape;23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00" name="Google Shape;800;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13be7910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5" name="Google Shape;295;g213be7910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29" name="Google Shape;429;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A78E95D4-1C4F-3586-8458-66F6A72B4462}"/>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03D76D2F-D29F-BFA3-E396-DF1D0BA078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58A03316-6A8F-643F-F08E-CF1D1D5DD2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33364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CB592320-3C54-ADED-7721-1B32926A2DDC}"/>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C8E6AEA7-144A-A67B-855D-D269F8DE5F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4254EAC9-6EB0-2000-14B1-45A9A08D4E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00588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28AAFB70-56B7-0AC9-34E3-F76AD9DBA50C}"/>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F6E9D3FF-D69F-EB40-FAD1-E707D0FBBC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12D320E8-8F3C-890C-3F95-C854918863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6672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D365F297-FD35-A6CF-D1EC-2A64868E0E8E}"/>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6B378264-AFC6-EFF2-1906-2FD4E938AE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9E657B30-58BE-61DB-FF34-CF9DC94DC4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8763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36CDD916-CE3A-DC54-CE56-5EF93A78B502}"/>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4D282664-10AE-EC3D-3B7C-B194A9B463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65A92896-6427-FF6C-3E48-8661D7B06C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36428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CEA1EA9D-2820-34B3-3554-568A59AF4011}"/>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BE620895-0379-C6BC-5EA8-2F52FD1F82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20730D6F-31DB-98A9-E920-AD45C7722E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2615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0EB5AF93-EC0A-BB94-2569-AF80FEB280DE}"/>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3B2855A8-16A2-9B53-30DB-013A0522C1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8C5CD616-D9DA-1752-8243-991A907E54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03934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37DAC299-2006-59FF-4258-B81BBC8D909F}"/>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C9070330-4A02-B2F2-6AA2-72CE3ED54C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CC00D1A0-E401-45A1-2CDA-F66879EDE6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5139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4BDDDEC6-C81E-33CF-AB0D-C44216E4D849}"/>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9C7AA8A1-95F0-4C8D-0646-4B56953ACF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C2A6E8FC-E782-E063-72C8-696179295D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46594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CF51586C-DABD-961C-B038-1240F10D7C5C}"/>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DD4CF986-9371-E78C-7D22-4042F2B3EF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9D406238-1A54-0269-6C5E-AE181B51B8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71251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7EED6-A887-13AC-2AFE-AA7D3E1D55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F36072-9846-3F5B-2964-9676867182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7F5FE0-134D-2E2B-DAAB-D6ED100D1BC8}"/>
              </a:ext>
            </a:extLst>
          </p:cNvPr>
          <p:cNvSpPr>
            <a:spLocks noGrp="1"/>
          </p:cNvSpPr>
          <p:nvPr>
            <p:ph type="dt" sz="half" idx="10"/>
          </p:nvPr>
        </p:nvSpPr>
        <p:spPr/>
        <p:txBody>
          <a:bodyPr/>
          <a:lstStyle/>
          <a:p>
            <a:fld id="{D64E126B-834D-4551-B69B-BE9BEAD97707}" type="datetimeFigureOut">
              <a:rPr lang="en-US" smtClean="0"/>
              <a:t>2/27/2026</a:t>
            </a:fld>
            <a:endParaRPr lang="en-US"/>
          </a:p>
        </p:txBody>
      </p:sp>
      <p:sp>
        <p:nvSpPr>
          <p:cNvPr id="5" name="Footer Placeholder 4">
            <a:extLst>
              <a:ext uri="{FF2B5EF4-FFF2-40B4-BE49-F238E27FC236}">
                <a16:creationId xmlns:a16="http://schemas.microsoft.com/office/drawing/2014/main" id="{81358C97-CA87-3AC8-80E1-4ECCF4F8B4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77E841-37E3-0008-A527-BA86FC1D9E61}"/>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2257801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B86B-48E0-D820-B982-8082317073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A37E2A-38FA-2E8E-4E83-1D931D0CCC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D57346-6F97-A963-A69F-CA275C97FCD2}"/>
              </a:ext>
            </a:extLst>
          </p:cNvPr>
          <p:cNvSpPr>
            <a:spLocks noGrp="1"/>
          </p:cNvSpPr>
          <p:nvPr>
            <p:ph type="dt" sz="half" idx="10"/>
          </p:nvPr>
        </p:nvSpPr>
        <p:spPr/>
        <p:txBody>
          <a:bodyPr/>
          <a:lstStyle/>
          <a:p>
            <a:fld id="{D64E126B-834D-4551-B69B-BE9BEAD97707}" type="datetimeFigureOut">
              <a:rPr lang="en-US" smtClean="0"/>
              <a:t>2/27/2026</a:t>
            </a:fld>
            <a:endParaRPr lang="en-US"/>
          </a:p>
        </p:txBody>
      </p:sp>
      <p:sp>
        <p:nvSpPr>
          <p:cNvPr id="5" name="Footer Placeholder 4">
            <a:extLst>
              <a:ext uri="{FF2B5EF4-FFF2-40B4-BE49-F238E27FC236}">
                <a16:creationId xmlns:a16="http://schemas.microsoft.com/office/drawing/2014/main" id="{38F52197-7B6C-445D-C2EB-A93F2D3B9E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8CE615-41C9-B33F-9616-FC6F2238AEB0}"/>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1476239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E4D86-C38D-240B-FE42-A392F9F5BB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DA886B-C769-0BCA-88F3-B51CC7CF82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7AB5C8-CA28-E8C6-890D-812B007C474C}"/>
              </a:ext>
            </a:extLst>
          </p:cNvPr>
          <p:cNvSpPr>
            <a:spLocks noGrp="1"/>
          </p:cNvSpPr>
          <p:nvPr>
            <p:ph type="dt" sz="half" idx="10"/>
          </p:nvPr>
        </p:nvSpPr>
        <p:spPr/>
        <p:txBody>
          <a:bodyPr/>
          <a:lstStyle/>
          <a:p>
            <a:fld id="{D64E126B-834D-4551-B69B-BE9BEAD97707}" type="datetimeFigureOut">
              <a:rPr lang="en-US" smtClean="0"/>
              <a:t>2/27/2026</a:t>
            </a:fld>
            <a:endParaRPr lang="en-US"/>
          </a:p>
        </p:txBody>
      </p:sp>
      <p:sp>
        <p:nvSpPr>
          <p:cNvPr id="5" name="Footer Placeholder 4">
            <a:extLst>
              <a:ext uri="{FF2B5EF4-FFF2-40B4-BE49-F238E27FC236}">
                <a16:creationId xmlns:a16="http://schemas.microsoft.com/office/drawing/2014/main" id="{A668D1C7-DEAD-F5A4-A19B-B034947368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AE8DC-79A0-7A3C-0A5C-FC0A9E94828E}"/>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2374644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9B431-52FD-08AC-D928-0F5F92B7A4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B76544-9C6E-CDAF-EB2D-B1DCDA4BB3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B8995F-331F-CFC8-A836-9A342A1C40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2A13B0-44F1-CA06-13AC-E49EFE95D8DE}"/>
              </a:ext>
            </a:extLst>
          </p:cNvPr>
          <p:cNvSpPr>
            <a:spLocks noGrp="1"/>
          </p:cNvSpPr>
          <p:nvPr>
            <p:ph type="dt" sz="half" idx="10"/>
          </p:nvPr>
        </p:nvSpPr>
        <p:spPr/>
        <p:txBody>
          <a:bodyPr/>
          <a:lstStyle/>
          <a:p>
            <a:fld id="{D64E126B-834D-4551-B69B-BE9BEAD97707}" type="datetimeFigureOut">
              <a:rPr lang="en-US" smtClean="0"/>
              <a:t>2/27/2026</a:t>
            </a:fld>
            <a:endParaRPr lang="en-US"/>
          </a:p>
        </p:txBody>
      </p:sp>
      <p:sp>
        <p:nvSpPr>
          <p:cNvPr id="6" name="Footer Placeholder 5">
            <a:extLst>
              <a:ext uri="{FF2B5EF4-FFF2-40B4-BE49-F238E27FC236}">
                <a16:creationId xmlns:a16="http://schemas.microsoft.com/office/drawing/2014/main" id="{4E1AA99A-CCD3-61F9-48E7-9A286025AE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ACFE47-59BB-F1B7-E5DF-FC9DC7012BDA}"/>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3608558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D4EBA-16A5-C9BB-2352-CDB4EBD896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36FA13-D72C-9D17-ADEF-EFEA522F8E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496118-B06F-43AB-7C43-2F3AFAC153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CAA151-5163-2472-F66B-727DCEFFFE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CF5113-FE73-5799-1207-174A2EEAA6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B08A47-5166-1F5B-88C2-646CCBB27B77}"/>
              </a:ext>
            </a:extLst>
          </p:cNvPr>
          <p:cNvSpPr>
            <a:spLocks noGrp="1"/>
          </p:cNvSpPr>
          <p:nvPr>
            <p:ph type="dt" sz="half" idx="10"/>
          </p:nvPr>
        </p:nvSpPr>
        <p:spPr/>
        <p:txBody>
          <a:bodyPr/>
          <a:lstStyle/>
          <a:p>
            <a:fld id="{D64E126B-834D-4551-B69B-BE9BEAD97707}" type="datetimeFigureOut">
              <a:rPr lang="en-US" smtClean="0"/>
              <a:t>2/27/2026</a:t>
            </a:fld>
            <a:endParaRPr lang="en-US"/>
          </a:p>
        </p:txBody>
      </p:sp>
      <p:sp>
        <p:nvSpPr>
          <p:cNvPr id="8" name="Footer Placeholder 7">
            <a:extLst>
              <a:ext uri="{FF2B5EF4-FFF2-40B4-BE49-F238E27FC236}">
                <a16:creationId xmlns:a16="http://schemas.microsoft.com/office/drawing/2014/main" id="{52FF3D85-5A02-A265-A0E0-2FD7D47F62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E7DB0F-6C6A-0514-1218-F809B61FF1A6}"/>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275859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96999-8B35-A509-B2E4-ED60E4945E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64E05A-DD63-C88F-6E92-8C555ED1DF43}"/>
              </a:ext>
            </a:extLst>
          </p:cNvPr>
          <p:cNvSpPr>
            <a:spLocks noGrp="1"/>
          </p:cNvSpPr>
          <p:nvPr>
            <p:ph type="dt" sz="half" idx="10"/>
          </p:nvPr>
        </p:nvSpPr>
        <p:spPr/>
        <p:txBody>
          <a:bodyPr/>
          <a:lstStyle/>
          <a:p>
            <a:fld id="{D64E126B-834D-4551-B69B-BE9BEAD97707}" type="datetimeFigureOut">
              <a:rPr lang="en-US" smtClean="0"/>
              <a:t>2/27/2026</a:t>
            </a:fld>
            <a:endParaRPr lang="en-US"/>
          </a:p>
        </p:txBody>
      </p:sp>
      <p:sp>
        <p:nvSpPr>
          <p:cNvPr id="4" name="Footer Placeholder 3">
            <a:extLst>
              <a:ext uri="{FF2B5EF4-FFF2-40B4-BE49-F238E27FC236}">
                <a16:creationId xmlns:a16="http://schemas.microsoft.com/office/drawing/2014/main" id="{CA408D34-BAA3-7C15-0848-DB898B7FBD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CA77EC-F183-30EF-28EE-060A14D45FFD}"/>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62216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6CDC68-1D78-5439-4DD8-8ACC60869C8C}"/>
              </a:ext>
            </a:extLst>
          </p:cNvPr>
          <p:cNvSpPr>
            <a:spLocks noGrp="1"/>
          </p:cNvSpPr>
          <p:nvPr>
            <p:ph type="dt" sz="half" idx="10"/>
          </p:nvPr>
        </p:nvSpPr>
        <p:spPr/>
        <p:txBody>
          <a:bodyPr/>
          <a:lstStyle/>
          <a:p>
            <a:fld id="{D64E126B-834D-4551-B69B-BE9BEAD97707}" type="datetimeFigureOut">
              <a:rPr lang="en-US" smtClean="0"/>
              <a:t>2/27/2026</a:t>
            </a:fld>
            <a:endParaRPr lang="en-US"/>
          </a:p>
        </p:txBody>
      </p:sp>
      <p:sp>
        <p:nvSpPr>
          <p:cNvPr id="3" name="Footer Placeholder 2">
            <a:extLst>
              <a:ext uri="{FF2B5EF4-FFF2-40B4-BE49-F238E27FC236}">
                <a16:creationId xmlns:a16="http://schemas.microsoft.com/office/drawing/2014/main" id="{B8BA91E2-0798-791B-8FC3-2AEF5ED58D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F9104B-065F-721E-A644-D5065C98143A}"/>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108032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4BB39-910E-6378-DF52-7F71E29D12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1C66E6-7F9C-2501-B8EA-E2F453163C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E57342-B11B-B8CB-59DA-5045510AEA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3F730F-7ECB-63AB-2E3D-68BE1CCB526B}"/>
              </a:ext>
            </a:extLst>
          </p:cNvPr>
          <p:cNvSpPr>
            <a:spLocks noGrp="1"/>
          </p:cNvSpPr>
          <p:nvPr>
            <p:ph type="dt" sz="half" idx="10"/>
          </p:nvPr>
        </p:nvSpPr>
        <p:spPr/>
        <p:txBody>
          <a:bodyPr/>
          <a:lstStyle/>
          <a:p>
            <a:fld id="{D64E126B-834D-4551-B69B-BE9BEAD97707}" type="datetimeFigureOut">
              <a:rPr lang="en-US" smtClean="0"/>
              <a:t>2/27/2026</a:t>
            </a:fld>
            <a:endParaRPr lang="en-US"/>
          </a:p>
        </p:txBody>
      </p:sp>
      <p:sp>
        <p:nvSpPr>
          <p:cNvPr id="6" name="Footer Placeholder 5">
            <a:extLst>
              <a:ext uri="{FF2B5EF4-FFF2-40B4-BE49-F238E27FC236}">
                <a16:creationId xmlns:a16="http://schemas.microsoft.com/office/drawing/2014/main" id="{7C2792B2-96F9-DB46-9682-20DCE4D0B7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142D3C-6263-C062-AE88-003EC847F442}"/>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4274256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92DD1-5046-3C5B-3EC1-E6B9EE9668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514784-165B-038F-4150-E0F078AF64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1FDDB98-34A3-F2EF-59F0-DF381C29EF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4BF32A-626B-C803-5944-4BEDBB26E6FA}"/>
              </a:ext>
            </a:extLst>
          </p:cNvPr>
          <p:cNvSpPr>
            <a:spLocks noGrp="1"/>
          </p:cNvSpPr>
          <p:nvPr>
            <p:ph type="dt" sz="half" idx="10"/>
          </p:nvPr>
        </p:nvSpPr>
        <p:spPr/>
        <p:txBody>
          <a:bodyPr/>
          <a:lstStyle/>
          <a:p>
            <a:fld id="{D64E126B-834D-4551-B69B-BE9BEAD97707}" type="datetimeFigureOut">
              <a:rPr lang="en-US" smtClean="0"/>
              <a:t>2/27/2026</a:t>
            </a:fld>
            <a:endParaRPr lang="en-US"/>
          </a:p>
        </p:txBody>
      </p:sp>
      <p:sp>
        <p:nvSpPr>
          <p:cNvPr id="6" name="Footer Placeholder 5">
            <a:extLst>
              <a:ext uri="{FF2B5EF4-FFF2-40B4-BE49-F238E27FC236}">
                <a16:creationId xmlns:a16="http://schemas.microsoft.com/office/drawing/2014/main" id="{BA22C54B-3B82-05A7-6BDD-8BDCD3DB39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6EF10A-0085-524A-51AF-CABBE96C3879}"/>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1115042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E3284-245D-D065-7608-6066FAC85A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8E5E1D-6FE5-6814-D38D-2EC77B4935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3668F0-FC9D-02D1-471B-CFA810D7E9D6}"/>
              </a:ext>
            </a:extLst>
          </p:cNvPr>
          <p:cNvSpPr>
            <a:spLocks noGrp="1"/>
          </p:cNvSpPr>
          <p:nvPr>
            <p:ph type="dt" sz="half" idx="10"/>
          </p:nvPr>
        </p:nvSpPr>
        <p:spPr/>
        <p:txBody>
          <a:bodyPr/>
          <a:lstStyle/>
          <a:p>
            <a:fld id="{D64E126B-834D-4551-B69B-BE9BEAD97707}" type="datetimeFigureOut">
              <a:rPr lang="en-US" smtClean="0"/>
              <a:t>2/27/2026</a:t>
            </a:fld>
            <a:endParaRPr lang="en-US"/>
          </a:p>
        </p:txBody>
      </p:sp>
      <p:sp>
        <p:nvSpPr>
          <p:cNvPr id="5" name="Footer Placeholder 4">
            <a:extLst>
              <a:ext uri="{FF2B5EF4-FFF2-40B4-BE49-F238E27FC236}">
                <a16:creationId xmlns:a16="http://schemas.microsoft.com/office/drawing/2014/main" id="{69249054-69CA-EF34-D70D-86D5011DD3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5EF2E5-2785-1297-DB3E-24E17D0B95C9}"/>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2959122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039453-3320-3689-6782-71078944E1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FCCFE2-7121-1358-CAD3-C0DCFEEDAE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53A875-9A04-996B-A24A-10128DA91014}"/>
              </a:ext>
            </a:extLst>
          </p:cNvPr>
          <p:cNvSpPr>
            <a:spLocks noGrp="1"/>
          </p:cNvSpPr>
          <p:nvPr>
            <p:ph type="dt" sz="half" idx="10"/>
          </p:nvPr>
        </p:nvSpPr>
        <p:spPr/>
        <p:txBody>
          <a:bodyPr/>
          <a:lstStyle/>
          <a:p>
            <a:fld id="{D64E126B-834D-4551-B69B-BE9BEAD97707}" type="datetimeFigureOut">
              <a:rPr lang="en-US" smtClean="0"/>
              <a:t>2/27/2026</a:t>
            </a:fld>
            <a:endParaRPr lang="en-US"/>
          </a:p>
        </p:txBody>
      </p:sp>
      <p:sp>
        <p:nvSpPr>
          <p:cNvPr id="5" name="Footer Placeholder 4">
            <a:extLst>
              <a:ext uri="{FF2B5EF4-FFF2-40B4-BE49-F238E27FC236}">
                <a16:creationId xmlns:a16="http://schemas.microsoft.com/office/drawing/2014/main" id="{7E26C38F-F8D1-3D43-041A-9958EC0FF0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7540DD-3D55-582B-331D-8089145EFD5F}"/>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3944198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2047651" y="3021933"/>
            <a:ext cx="8847600" cy="16032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3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3" name="Google Shape;13;p3"/>
          <p:cNvSpPr txBox="1">
            <a:spLocks noGrp="1"/>
          </p:cNvSpPr>
          <p:nvPr>
            <p:ph type="title" idx="2" hasCustomPrompt="1"/>
          </p:nvPr>
        </p:nvSpPr>
        <p:spPr>
          <a:xfrm>
            <a:off x="1317484" y="1800733"/>
            <a:ext cx="2202800" cy="1221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solidFill>
                  <a:schemeClr val="dk2"/>
                </a:solidFill>
                <a:latin typeface="Fira Code"/>
                <a:ea typeface="Fira Code"/>
                <a:cs typeface="Fira Code"/>
                <a:sym typeface="Fira Code"/>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4" name="Google Shape;14;p3"/>
          <p:cNvSpPr txBox="1">
            <a:spLocks noGrp="1"/>
          </p:cNvSpPr>
          <p:nvPr>
            <p:ph type="subTitle" idx="1"/>
          </p:nvPr>
        </p:nvSpPr>
        <p:spPr>
          <a:xfrm>
            <a:off x="2773533" y="4625133"/>
            <a:ext cx="8058400" cy="3776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 name="Google Shape;15;p3"/>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 name="Google Shape;16;p3"/>
          <p:cNvGrpSpPr/>
          <p:nvPr/>
        </p:nvGrpSpPr>
        <p:grpSpPr>
          <a:xfrm>
            <a:off x="11085100" y="470668"/>
            <a:ext cx="630800" cy="248667"/>
            <a:chOff x="7059675" y="514525"/>
            <a:chExt cx="473100" cy="186500"/>
          </a:xfrm>
        </p:grpSpPr>
        <p:cxnSp>
          <p:nvCxnSpPr>
            <p:cNvPr id="17" name="Google Shape;17;p3"/>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3"/>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9" name="Google Shape;19;p3"/>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554254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 name="Google Shape;22;p4"/>
          <p:cNvGrpSpPr/>
          <p:nvPr/>
        </p:nvGrpSpPr>
        <p:grpSpPr>
          <a:xfrm>
            <a:off x="11186383" y="239909"/>
            <a:ext cx="648524" cy="167587"/>
            <a:chOff x="-890300" y="1406550"/>
            <a:chExt cx="806088" cy="208200"/>
          </a:xfrm>
        </p:grpSpPr>
        <p:sp>
          <p:nvSpPr>
            <p:cNvPr id="23" name="Google Shape;23;p4"/>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4"/>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4"/>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6" name="Google Shape;26;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7" name="Google Shape;27;p4"/>
          <p:cNvSpPr txBox="1">
            <a:spLocks noGrp="1"/>
          </p:cNvSpPr>
          <p:nvPr>
            <p:ph type="body" idx="1"/>
          </p:nvPr>
        </p:nvSpPr>
        <p:spPr>
          <a:xfrm>
            <a:off x="960000" y="1621000"/>
            <a:ext cx="10272000" cy="3751600"/>
          </a:xfrm>
          <a:prstGeom prst="rect">
            <a:avLst/>
          </a:prstGeom>
        </p:spPr>
        <p:txBody>
          <a:bodyPr spcFirstLastPara="1" wrap="square" lIns="91425" tIns="91425" rIns="91425" bIns="91425" anchor="t" anchorCtr="0">
            <a:noAutofit/>
          </a:bodyPr>
          <a:lstStyle>
            <a:lvl1pPr marL="609570" lvl="0" indent="-423312" rtl="0">
              <a:spcBef>
                <a:spcPts val="0"/>
              </a:spcBef>
              <a:spcAft>
                <a:spcPts val="0"/>
              </a:spcAft>
              <a:buSzPts val="1400"/>
              <a:buFont typeface="Nunito Light"/>
              <a:buChar char="●"/>
              <a:defRPr sz="1600"/>
            </a:lvl1pPr>
            <a:lvl2pPr marL="1219140" lvl="1" indent="-423312" rtl="0">
              <a:lnSpc>
                <a:spcPct val="100000"/>
              </a:lnSpc>
              <a:spcBef>
                <a:spcPts val="0"/>
              </a:spcBef>
              <a:spcAft>
                <a:spcPts val="0"/>
              </a:spcAft>
              <a:buSzPts val="1400"/>
              <a:buFont typeface="Nunito Light"/>
              <a:buChar char="○"/>
              <a:defRPr/>
            </a:lvl2pPr>
            <a:lvl3pPr marL="1828709" lvl="2" indent="-423312" rtl="0">
              <a:lnSpc>
                <a:spcPct val="100000"/>
              </a:lnSpc>
              <a:spcBef>
                <a:spcPts val="0"/>
              </a:spcBef>
              <a:spcAft>
                <a:spcPts val="0"/>
              </a:spcAft>
              <a:buSzPts val="1400"/>
              <a:buFont typeface="Nunito Light"/>
              <a:buChar char="■"/>
              <a:defRPr/>
            </a:lvl3pPr>
            <a:lvl4pPr marL="2438278" lvl="3" indent="-423312" rtl="0">
              <a:lnSpc>
                <a:spcPct val="100000"/>
              </a:lnSpc>
              <a:spcBef>
                <a:spcPts val="0"/>
              </a:spcBef>
              <a:spcAft>
                <a:spcPts val="0"/>
              </a:spcAft>
              <a:buSzPts val="1400"/>
              <a:buFont typeface="Nunito Light"/>
              <a:buChar char="●"/>
              <a:defRPr/>
            </a:lvl4pPr>
            <a:lvl5pPr marL="3047848" lvl="4" indent="-423312" rtl="0">
              <a:lnSpc>
                <a:spcPct val="100000"/>
              </a:lnSpc>
              <a:spcBef>
                <a:spcPts val="0"/>
              </a:spcBef>
              <a:spcAft>
                <a:spcPts val="0"/>
              </a:spcAft>
              <a:buSzPts val="1400"/>
              <a:buFont typeface="Nunito Light"/>
              <a:buChar char="○"/>
              <a:defRPr/>
            </a:lvl5pPr>
            <a:lvl6pPr marL="3657418" lvl="5" indent="-423312" rtl="0">
              <a:lnSpc>
                <a:spcPct val="100000"/>
              </a:lnSpc>
              <a:spcBef>
                <a:spcPts val="0"/>
              </a:spcBef>
              <a:spcAft>
                <a:spcPts val="0"/>
              </a:spcAft>
              <a:buSzPts val="1400"/>
              <a:buFont typeface="Nunito Light"/>
              <a:buChar char="■"/>
              <a:defRPr/>
            </a:lvl6pPr>
            <a:lvl7pPr marL="4266987" lvl="6" indent="-423312" rtl="0">
              <a:lnSpc>
                <a:spcPct val="100000"/>
              </a:lnSpc>
              <a:spcBef>
                <a:spcPts val="0"/>
              </a:spcBef>
              <a:spcAft>
                <a:spcPts val="0"/>
              </a:spcAft>
              <a:buSzPts val="1400"/>
              <a:buFont typeface="Nunito Light"/>
              <a:buChar char="●"/>
              <a:defRPr/>
            </a:lvl7pPr>
            <a:lvl8pPr marL="4876557" lvl="7" indent="-423312" rtl="0">
              <a:lnSpc>
                <a:spcPct val="100000"/>
              </a:lnSpc>
              <a:spcBef>
                <a:spcPts val="0"/>
              </a:spcBef>
              <a:spcAft>
                <a:spcPts val="0"/>
              </a:spcAft>
              <a:buSzPts val="1400"/>
              <a:buFont typeface="Nunito Light"/>
              <a:buChar char="○"/>
              <a:defRPr/>
            </a:lvl8pPr>
            <a:lvl9pPr marL="5486126" lvl="8" indent="-423312" rtl="0">
              <a:lnSpc>
                <a:spcPct val="100000"/>
              </a:lnSpc>
              <a:spcBef>
                <a:spcPts val="0"/>
              </a:spcBef>
              <a:spcAft>
                <a:spcPts val="0"/>
              </a:spcAft>
              <a:buSzPts val="1400"/>
              <a:buFont typeface="Nunito Light"/>
              <a:buChar char="■"/>
              <a:defRPr/>
            </a:lvl9pPr>
          </a:lstStyle>
          <a:p>
            <a:pPr lvl="0"/>
            <a:r>
              <a:rPr lang="en-US"/>
              <a:t>Click to edit Master text styles</a:t>
            </a:r>
          </a:p>
        </p:txBody>
      </p:sp>
    </p:spTree>
    <p:extLst>
      <p:ext uri="{BB962C8B-B14F-4D97-AF65-F5344CB8AC3E}">
        <p14:creationId xmlns:p14="http://schemas.microsoft.com/office/powerpoint/2010/main" val="3303322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sp>
        <p:nvSpPr>
          <p:cNvPr id="29" name="Google Shape;29;p5"/>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0" name="Google Shape;30;p5"/>
          <p:cNvGrpSpPr/>
          <p:nvPr/>
        </p:nvGrpSpPr>
        <p:grpSpPr>
          <a:xfrm>
            <a:off x="11186383" y="239909"/>
            <a:ext cx="648524" cy="167587"/>
            <a:chOff x="-890300" y="1406550"/>
            <a:chExt cx="806088" cy="208200"/>
          </a:xfrm>
        </p:grpSpPr>
        <p:sp>
          <p:nvSpPr>
            <p:cNvPr id="31" name="Google Shape;31;p5"/>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5"/>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5"/>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 name="Google Shape;34;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35" name="Google Shape;35;p5"/>
          <p:cNvSpPr txBox="1">
            <a:spLocks noGrp="1"/>
          </p:cNvSpPr>
          <p:nvPr>
            <p:ph type="subTitle" idx="1"/>
          </p:nvPr>
        </p:nvSpPr>
        <p:spPr>
          <a:xfrm>
            <a:off x="7056729" y="4843465"/>
            <a:ext cx="35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36" name="Google Shape;36;p5"/>
          <p:cNvSpPr txBox="1">
            <a:spLocks noGrp="1"/>
          </p:cNvSpPr>
          <p:nvPr>
            <p:ph type="subTitle" idx="2"/>
          </p:nvPr>
        </p:nvSpPr>
        <p:spPr>
          <a:xfrm>
            <a:off x="2114269" y="4843465"/>
            <a:ext cx="35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37" name="Google Shape;37;p5"/>
          <p:cNvSpPr txBox="1">
            <a:spLocks noGrp="1"/>
          </p:cNvSpPr>
          <p:nvPr>
            <p:ph type="subTitle" idx="3"/>
          </p:nvPr>
        </p:nvSpPr>
        <p:spPr>
          <a:xfrm>
            <a:off x="6651249" y="4267600"/>
            <a:ext cx="35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38" name="Google Shape;38;p5"/>
          <p:cNvSpPr txBox="1">
            <a:spLocks noGrp="1"/>
          </p:cNvSpPr>
          <p:nvPr>
            <p:ph type="subTitle" idx="4"/>
          </p:nvPr>
        </p:nvSpPr>
        <p:spPr>
          <a:xfrm>
            <a:off x="1708483" y="4267600"/>
            <a:ext cx="35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3597017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9"/>
        <p:cNvGrpSpPr/>
        <p:nvPr/>
      </p:nvGrpSpPr>
      <p:grpSpPr>
        <a:xfrm>
          <a:off x="0" y="0"/>
          <a:ext cx="0" cy="0"/>
          <a:chOff x="0" y="0"/>
          <a:chExt cx="0" cy="0"/>
        </a:xfrm>
      </p:grpSpPr>
      <p:sp>
        <p:nvSpPr>
          <p:cNvPr id="40" name="Google Shape;40;p6"/>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1" name="Google Shape;41;p6"/>
          <p:cNvGrpSpPr/>
          <p:nvPr/>
        </p:nvGrpSpPr>
        <p:grpSpPr>
          <a:xfrm>
            <a:off x="11186383" y="239909"/>
            <a:ext cx="648524" cy="167587"/>
            <a:chOff x="-890300" y="1406550"/>
            <a:chExt cx="806088" cy="208200"/>
          </a:xfrm>
        </p:grpSpPr>
        <p:sp>
          <p:nvSpPr>
            <p:cNvPr id="42" name="Google Shape;42;p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5" name="Google Shape;45;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3584323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4"/>
        <p:cNvGrpSpPr/>
        <p:nvPr/>
      </p:nvGrpSpPr>
      <p:grpSpPr>
        <a:xfrm>
          <a:off x="0" y="0"/>
          <a:ext cx="0" cy="0"/>
          <a:chOff x="0" y="0"/>
          <a:chExt cx="0" cy="0"/>
        </a:xfrm>
      </p:grpSpPr>
      <p:sp>
        <p:nvSpPr>
          <p:cNvPr id="55" name="Google Shape;55;p8"/>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6" name="Google Shape;56;p8"/>
          <p:cNvGrpSpPr/>
          <p:nvPr/>
        </p:nvGrpSpPr>
        <p:grpSpPr>
          <a:xfrm>
            <a:off x="10746533" y="595001"/>
            <a:ext cx="630800" cy="248667"/>
            <a:chOff x="7059675" y="514525"/>
            <a:chExt cx="473100" cy="186500"/>
          </a:xfrm>
        </p:grpSpPr>
        <p:cxnSp>
          <p:nvCxnSpPr>
            <p:cNvPr id="57" name="Google Shape;57;p8"/>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8" name="Google Shape;58;p8"/>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9" name="Google Shape;59;p8"/>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0" name="Google Shape;60;p8"/>
          <p:cNvSpPr txBox="1">
            <a:spLocks noGrp="1"/>
          </p:cNvSpPr>
          <p:nvPr>
            <p:ph type="title"/>
          </p:nvPr>
        </p:nvSpPr>
        <p:spPr>
          <a:xfrm>
            <a:off x="5807000" y="1742800"/>
            <a:ext cx="5434000" cy="33724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96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25512828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9"/>
        <p:cNvGrpSpPr/>
        <p:nvPr/>
      </p:nvGrpSpPr>
      <p:grpSpPr>
        <a:xfrm>
          <a:off x="0" y="0"/>
          <a:ext cx="0" cy="0"/>
          <a:chOff x="0" y="0"/>
          <a:chExt cx="0" cy="0"/>
        </a:xfrm>
      </p:grpSpPr>
      <p:sp>
        <p:nvSpPr>
          <p:cNvPr id="70" name="Google Shape;70;p10"/>
          <p:cNvSpPr>
            <a:spLocks noGrp="1"/>
          </p:cNvSpPr>
          <p:nvPr>
            <p:ph type="pic" idx="2"/>
          </p:nvPr>
        </p:nvSpPr>
        <p:spPr>
          <a:xfrm>
            <a:off x="-33" y="-18300"/>
            <a:ext cx="12192000" cy="6876400"/>
          </a:xfrm>
          <a:prstGeom prst="rect">
            <a:avLst/>
          </a:prstGeom>
          <a:noFill/>
          <a:ln>
            <a:noFill/>
          </a:ln>
        </p:spPr>
        <p:txBody>
          <a:bodyPr/>
          <a:lstStyle/>
          <a:p>
            <a:r>
              <a:rPr lang="en-US"/>
              <a:t>Click icon to add picture</a:t>
            </a:r>
          </a:p>
        </p:txBody>
      </p:sp>
      <p:sp>
        <p:nvSpPr>
          <p:cNvPr id="71" name="Google Shape;71;p10"/>
          <p:cNvSpPr txBox="1">
            <a:spLocks noGrp="1"/>
          </p:cNvSpPr>
          <p:nvPr>
            <p:ph type="title"/>
          </p:nvPr>
        </p:nvSpPr>
        <p:spPr>
          <a:xfrm>
            <a:off x="960000" y="5352600"/>
            <a:ext cx="10272000" cy="763600"/>
          </a:xfrm>
          <a:prstGeom prst="rect">
            <a:avLst/>
          </a:prstGeom>
          <a:solidFill>
            <a:schemeClr val="accent6"/>
          </a:solidFill>
        </p:spPr>
        <p:txBody>
          <a:bodyPr spcFirstLastPara="1" wrap="square" lIns="91425" tIns="91425" rIns="91425" bIns="91425" anchor="t" anchorCtr="0">
            <a:noAutofit/>
          </a:bodyPr>
          <a:lstStyle>
            <a:lvl1pPr lvl="0" algn="ctr" rtl="0">
              <a:spcBef>
                <a:spcPts val="0"/>
              </a:spcBef>
              <a:spcAft>
                <a:spcPts val="0"/>
              </a:spcAft>
              <a:buSzPts val="3500"/>
              <a:buNone/>
              <a:defRPr sz="3733"/>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1658719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72"/>
        <p:cNvGrpSpPr/>
        <p:nvPr/>
      </p:nvGrpSpPr>
      <p:grpSpPr>
        <a:xfrm>
          <a:off x="0" y="0"/>
          <a:ext cx="0" cy="0"/>
          <a:chOff x="0" y="0"/>
          <a:chExt cx="0" cy="0"/>
        </a:xfrm>
      </p:grpSpPr>
      <p:sp>
        <p:nvSpPr>
          <p:cNvPr id="73" name="Google Shape;73;p11"/>
          <p:cNvSpPr txBox="1">
            <a:spLocks noGrp="1"/>
          </p:cNvSpPr>
          <p:nvPr>
            <p:ph type="title" hasCustomPrompt="1"/>
          </p:nvPr>
        </p:nvSpPr>
        <p:spPr>
          <a:xfrm>
            <a:off x="1360817" y="1780133"/>
            <a:ext cx="9470400" cy="21044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solidFill>
                  <a:schemeClr val="accent4"/>
                </a:solidFill>
              </a:defRPr>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74" name="Google Shape;74;p11"/>
          <p:cNvSpPr txBox="1">
            <a:spLocks noGrp="1"/>
          </p:cNvSpPr>
          <p:nvPr>
            <p:ph type="subTitle" idx="1"/>
          </p:nvPr>
        </p:nvSpPr>
        <p:spPr>
          <a:xfrm>
            <a:off x="1360784" y="4125967"/>
            <a:ext cx="9470400" cy="620400"/>
          </a:xfrm>
          <a:prstGeom prst="rect">
            <a:avLst/>
          </a:prstGeom>
          <a:solidFill>
            <a:schemeClr val="accent6"/>
          </a:solidFill>
        </p:spPr>
        <p:txBody>
          <a:bodyPr spcFirstLastPara="1" wrap="square" lIns="91425" tIns="91425" rIns="91425" bIns="91425" anchor="t" anchorCtr="0">
            <a:noAutofit/>
          </a:bodyPr>
          <a:lstStyle>
            <a:lvl1pPr lvl="0" algn="ctr" rtl="0">
              <a:spcBef>
                <a:spcPts val="0"/>
              </a:spcBef>
              <a:spcAft>
                <a:spcPts val="0"/>
              </a:spcAft>
              <a:buSzPts val="1600"/>
              <a:buNone/>
              <a:defRPr sz="25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
        <p:nvSpPr>
          <p:cNvPr id="75" name="Google Shape;75;p11"/>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6" name="Google Shape;76;p11"/>
          <p:cNvGrpSpPr/>
          <p:nvPr/>
        </p:nvGrpSpPr>
        <p:grpSpPr>
          <a:xfrm>
            <a:off x="10746533" y="595001"/>
            <a:ext cx="630800" cy="248667"/>
            <a:chOff x="7059675" y="514525"/>
            <a:chExt cx="473100" cy="186500"/>
          </a:xfrm>
        </p:grpSpPr>
        <p:cxnSp>
          <p:nvCxnSpPr>
            <p:cNvPr id="77" name="Google Shape;77;p1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78" name="Google Shape;78;p1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79" name="Google Shape;79;p1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9488565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0"/>
        <p:cNvGrpSpPr/>
        <p:nvPr/>
      </p:nvGrpSpPr>
      <p:grpSpPr>
        <a:xfrm>
          <a:off x="0" y="0"/>
          <a:ext cx="0" cy="0"/>
          <a:chOff x="0" y="0"/>
          <a:chExt cx="0" cy="0"/>
        </a:xfrm>
      </p:grpSpPr>
    </p:spTree>
    <p:extLst>
      <p:ext uri="{BB962C8B-B14F-4D97-AF65-F5344CB8AC3E}">
        <p14:creationId xmlns:p14="http://schemas.microsoft.com/office/powerpoint/2010/main" val="23786806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1"/>
        <p:cNvGrpSpPr/>
        <p:nvPr/>
      </p:nvGrpSpPr>
      <p:grpSpPr>
        <a:xfrm>
          <a:off x="0" y="0"/>
          <a:ext cx="0" cy="0"/>
          <a:chOff x="0" y="0"/>
          <a:chExt cx="0" cy="0"/>
        </a:xfrm>
      </p:grpSpPr>
      <p:sp>
        <p:nvSpPr>
          <p:cNvPr id="82" name="Google Shape;82;p13"/>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3" name="Google Shape;83;p13"/>
          <p:cNvGrpSpPr/>
          <p:nvPr/>
        </p:nvGrpSpPr>
        <p:grpSpPr>
          <a:xfrm>
            <a:off x="11186383" y="239909"/>
            <a:ext cx="648524" cy="167587"/>
            <a:chOff x="-890300" y="1406550"/>
            <a:chExt cx="806088" cy="208200"/>
          </a:xfrm>
        </p:grpSpPr>
        <p:sp>
          <p:nvSpPr>
            <p:cNvPr id="84" name="Google Shape;84;p13"/>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13"/>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13"/>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7" name="Google Shape;87;p13"/>
          <p:cNvSpPr txBox="1">
            <a:spLocks noGrp="1"/>
          </p:cNvSpPr>
          <p:nvPr>
            <p:ph type="title"/>
          </p:nvPr>
        </p:nvSpPr>
        <p:spPr>
          <a:xfrm>
            <a:off x="950967" y="593367"/>
            <a:ext cx="1028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88" name="Google Shape;88;p13"/>
          <p:cNvSpPr txBox="1">
            <a:spLocks noGrp="1"/>
          </p:cNvSpPr>
          <p:nvPr>
            <p:ph type="subTitle" idx="1"/>
          </p:nvPr>
        </p:nvSpPr>
        <p:spPr>
          <a:xfrm>
            <a:off x="3296000" y="2443933"/>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9" name="Google Shape;89;p13"/>
          <p:cNvSpPr txBox="1">
            <a:spLocks noGrp="1"/>
          </p:cNvSpPr>
          <p:nvPr>
            <p:ph type="subTitle" idx="2"/>
          </p:nvPr>
        </p:nvSpPr>
        <p:spPr>
          <a:xfrm>
            <a:off x="4234001" y="3777903"/>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0" name="Google Shape;90;p13"/>
          <p:cNvSpPr txBox="1">
            <a:spLocks noGrp="1"/>
          </p:cNvSpPr>
          <p:nvPr>
            <p:ph type="subTitle" idx="3"/>
          </p:nvPr>
        </p:nvSpPr>
        <p:spPr>
          <a:xfrm>
            <a:off x="4672036" y="5112331"/>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1" name="Google Shape;91;p13"/>
          <p:cNvSpPr txBox="1">
            <a:spLocks noGrp="1"/>
          </p:cNvSpPr>
          <p:nvPr>
            <p:ph type="title" idx="4" hasCustomPrompt="1"/>
          </p:nvPr>
        </p:nvSpPr>
        <p:spPr>
          <a:xfrm>
            <a:off x="2493200" y="1960700"/>
            <a:ext cx="802800" cy="522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2" name="Google Shape;92;p13"/>
          <p:cNvSpPr txBox="1">
            <a:spLocks noGrp="1"/>
          </p:cNvSpPr>
          <p:nvPr>
            <p:ph type="title" idx="5" hasCustomPrompt="1"/>
          </p:nvPr>
        </p:nvSpPr>
        <p:spPr>
          <a:xfrm>
            <a:off x="3431200" y="3309900"/>
            <a:ext cx="802800" cy="522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3" name="Google Shape;93;p13"/>
          <p:cNvSpPr txBox="1">
            <a:spLocks noGrp="1"/>
          </p:cNvSpPr>
          <p:nvPr>
            <p:ph type="title" idx="6" hasCustomPrompt="1"/>
          </p:nvPr>
        </p:nvSpPr>
        <p:spPr>
          <a:xfrm>
            <a:off x="3855033" y="4659100"/>
            <a:ext cx="802800" cy="438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4" name="Google Shape;94;p13"/>
          <p:cNvSpPr txBox="1">
            <a:spLocks noGrp="1"/>
          </p:cNvSpPr>
          <p:nvPr>
            <p:ph type="subTitle" idx="7"/>
          </p:nvPr>
        </p:nvSpPr>
        <p:spPr>
          <a:xfrm>
            <a:off x="3296000" y="19607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95" name="Google Shape;95;p13"/>
          <p:cNvSpPr txBox="1">
            <a:spLocks noGrp="1"/>
          </p:cNvSpPr>
          <p:nvPr>
            <p:ph type="subTitle" idx="8"/>
          </p:nvPr>
        </p:nvSpPr>
        <p:spPr>
          <a:xfrm>
            <a:off x="4234000" y="33099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96" name="Google Shape;96;p13"/>
          <p:cNvSpPr txBox="1">
            <a:spLocks noGrp="1"/>
          </p:cNvSpPr>
          <p:nvPr>
            <p:ph type="subTitle" idx="9"/>
          </p:nvPr>
        </p:nvSpPr>
        <p:spPr>
          <a:xfrm>
            <a:off x="4672033" y="46591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4252933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3583367" y="4619000"/>
            <a:ext cx="7658000" cy="882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solidFill>
                  <a:schemeClr val="dk2"/>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99" name="Google Shape;99;p14"/>
          <p:cNvSpPr txBox="1">
            <a:spLocks noGrp="1"/>
          </p:cNvSpPr>
          <p:nvPr>
            <p:ph type="subTitle" idx="1"/>
          </p:nvPr>
        </p:nvSpPr>
        <p:spPr>
          <a:xfrm>
            <a:off x="3583219" y="2134600"/>
            <a:ext cx="7658000" cy="248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2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US"/>
              <a:t>Click to edit Master subtitle style</a:t>
            </a:r>
            <a:endParaRPr/>
          </a:p>
        </p:txBody>
      </p:sp>
      <p:sp>
        <p:nvSpPr>
          <p:cNvPr id="100" name="Google Shape;100;p1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1" name="Google Shape;101;p14"/>
          <p:cNvGrpSpPr/>
          <p:nvPr/>
        </p:nvGrpSpPr>
        <p:grpSpPr>
          <a:xfrm>
            <a:off x="10746533" y="595001"/>
            <a:ext cx="630800" cy="248667"/>
            <a:chOff x="7059675" y="514525"/>
            <a:chExt cx="473100" cy="186500"/>
          </a:xfrm>
        </p:grpSpPr>
        <p:cxnSp>
          <p:nvCxnSpPr>
            <p:cNvPr id="102" name="Google Shape;102;p14"/>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3" name="Google Shape;103;p14"/>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4" name="Google Shape;104;p14"/>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7347210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05"/>
        <p:cNvGrpSpPr/>
        <p:nvPr/>
      </p:nvGrpSpPr>
      <p:grpSpPr>
        <a:xfrm>
          <a:off x="0" y="0"/>
          <a:ext cx="0" cy="0"/>
          <a:chOff x="0" y="0"/>
          <a:chExt cx="0" cy="0"/>
        </a:xfrm>
      </p:grpSpPr>
      <p:sp>
        <p:nvSpPr>
          <p:cNvPr id="106" name="Google Shape;106;p15"/>
          <p:cNvSpPr/>
          <p:nvPr/>
        </p:nvSpPr>
        <p:spPr>
          <a:xfrm>
            <a:off x="5657333" y="-240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7" name="Google Shape;107;p15"/>
          <p:cNvGrpSpPr/>
          <p:nvPr/>
        </p:nvGrpSpPr>
        <p:grpSpPr>
          <a:xfrm>
            <a:off x="10746533" y="595001"/>
            <a:ext cx="630800" cy="248667"/>
            <a:chOff x="7059675" y="514525"/>
            <a:chExt cx="473100" cy="186500"/>
          </a:xfrm>
        </p:grpSpPr>
        <p:cxnSp>
          <p:nvCxnSpPr>
            <p:cNvPr id="108" name="Google Shape;108;p15"/>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9" name="Google Shape;109;p15"/>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10" name="Google Shape;110;p15"/>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111" name="Google Shape;111;p15"/>
          <p:cNvSpPr txBox="1">
            <a:spLocks noGrp="1"/>
          </p:cNvSpPr>
          <p:nvPr>
            <p:ph type="title"/>
          </p:nvPr>
        </p:nvSpPr>
        <p:spPr>
          <a:xfrm>
            <a:off x="950967" y="714200"/>
            <a:ext cx="4221200" cy="3171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2" name="Google Shape;112;p15"/>
          <p:cNvSpPr txBox="1">
            <a:spLocks noGrp="1"/>
          </p:cNvSpPr>
          <p:nvPr>
            <p:ph type="subTitle" idx="1"/>
          </p:nvPr>
        </p:nvSpPr>
        <p:spPr>
          <a:xfrm>
            <a:off x="950967" y="3885400"/>
            <a:ext cx="4221200" cy="225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3" name="Google Shape;113;p15"/>
          <p:cNvSpPr>
            <a:spLocks noGrp="1"/>
          </p:cNvSpPr>
          <p:nvPr>
            <p:ph type="pic" idx="2"/>
          </p:nvPr>
        </p:nvSpPr>
        <p:spPr>
          <a:xfrm>
            <a:off x="6377667" y="709417"/>
            <a:ext cx="3880000" cy="5434400"/>
          </a:xfrm>
          <a:prstGeom prst="rect">
            <a:avLst/>
          </a:prstGeom>
          <a:noFill/>
          <a:ln>
            <a:noFill/>
          </a:ln>
        </p:spPr>
        <p:txBody>
          <a:bodyPr/>
          <a:lstStyle/>
          <a:p>
            <a:r>
              <a:rPr lang="en-US"/>
              <a:t>Click icon to add picture</a:t>
            </a:r>
          </a:p>
        </p:txBody>
      </p:sp>
    </p:spTree>
    <p:extLst>
      <p:ext uri="{BB962C8B-B14F-4D97-AF65-F5344CB8AC3E}">
        <p14:creationId xmlns:p14="http://schemas.microsoft.com/office/powerpoint/2010/main" val="4197836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14"/>
        <p:cNvGrpSpPr/>
        <p:nvPr/>
      </p:nvGrpSpPr>
      <p:grpSpPr>
        <a:xfrm>
          <a:off x="0" y="0"/>
          <a:ext cx="0" cy="0"/>
          <a:chOff x="0" y="0"/>
          <a:chExt cx="0" cy="0"/>
        </a:xfrm>
      </p:grpSpPr>
      <p:sp>
        <p:nvSpPr>
          <p:cNvPr id="115" name="Google Shape;115;p16"/>
          <p:cNvSpPr/>
          <p:nvPr/>
        </p:nvSpPr>
        <p:spPr>
          <a:xfrm>
            <a:off x="5657333" y="-240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6" name="Google Shape;116;p16"/>
          <p:cNvSpPr txBox="1">
            <a:spLocks noGrp="1"/>
          </p:cNvSpPr>
          <p:nvPr>
            <p:ph type="title"/>
          </p:nvPr>
        </p:nvSpPr>
        <p:spPr>
          <a:xfrm>
            <a:off x="950967" y="1870467"/>
            <a:ext cx="4332000" cy="1417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7" name="Google Shape;117;p16"/>
          <p:cNvSpPr txBox="1">
            <a:spLocks noGrp="1"/>
          </p:cNvSpPr>
          <p:nvPr>
            <p:ph type="subTitle" idx="1"/>
          </p:nvPr>
        </p:nvSpPr>
        <p:spPr>
          <a:xfrm>
            <a:off x="950967" y="3288067"/>
            <a:ext cx="4332000" cy="1866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6440015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18"/>
        <p:cNvGrpSpPr/>
        <p:nvPr/>
      </p:nvGrpSpPr>
      <p:grpSpPr>
        <a:xfrm>
          <a:off x="0" y="0"/>
          <a:ext cx="0" cy="0"/>
          <a:chOff x="0" y="0"/>
          <a:chExt cx="0" cy="0"/>
        </a:xfrm>
      </p:grpSpPr>
      <p:sp>
        <p:nvSpPr>
          <p:cNvPr id="119" name="Google Shape;119;p17"/>
          <p:cNvSpPr/>
          <p:nvPr/>
        </p:nvSpPr>
        <p:spPr>
          <a:xfrm>
            <a:off x="0" y="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0" name="Google Shape;120;p17"/>
          <p:cNvSpPr txBox="1">
            <a:spLocks noGrp="1"/>
          </p:cNvSpPr>
          <p:nvPr>
            <p:ph type="title"/>
          </p:nvPr>
        </p:nvSpPr>
        <p:spPr>
          <a:xfrm>
            <a:off x="6449600" y="2001600"/>
            <a:ext cx="4791200" cy="141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21" name="Google Shape;121;p17"/>
          <p:cNvSpPr txBox="1">
            <a:spLocks noGrp="1"/>
          </p:cNvSpPr>
          <p:nvPr>
            <p:ph type="subTitle" idx="1"/>
          </p:nvPr>
        </p:nvSpPr>
        <p:spPr>
          <a:xfrm>
            <a:off x="6449828" y="3416000"/>
            <a:ext cx="4791200" cy="1440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7950471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22"/>
        <p:cNvGrpSpPr/>
        <p:nvPr/>
      </p:nvGrpSpPr>
      <p:grpSpPr>
        <a:xfrm>
          <a:off x="0" y="0"/>
          <a:ext cx="0" cy="0"/>
          <a:chOff x="0" y="0"/>
          <a:chExt cx="0" cy="0"/>
        </a:xfrm>
      </p:grpSpPr>
      <p:sp>
        <p:nvSpPr>
          <p:cNvPr id="123" name="Google Shape;123;p18"/>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4" name="Google Shape;124;p18"/>
          <p:cNvGrpSpPr/>
          <p:nvPr/>
        </p:nvGrpSpPr>
        <p:grpSpPr>
          <a:xfrm>
            <a:off x="11186383" y="239909"/>
            <a:ext cx="648524" cy="167587"/>
            <a:chOff x="-890300" y="1406550"/>
            <a:chExt cx="806088" cy="208200"/>
          </a:xfrm>
        </p:grpSpPr>
        <p:sp>
          <p:nvSpPr>
            <p:cNvPr id="125" name="Google Shape;125;p18"/>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18"/>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18"/>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8" name="Google Shape;128;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29" name="Google Shape;129;p18"/>
          <p:cNvSpPr txBox="1">
            <a:spLocks noGrp="1"/>
          </p:cNvSpPr>
          <p:nvPr>
            <p:ph type="subTitle" idx="1"/>
          </p:nvPr>
        </p:nvSpPr>
        <p:spPr>
          <a:xfrm>
            <a:off x="6985135" y="2994735"/>
            <a:ext cx="3719200" cy="197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0" name="Google Shape;130;p18"/>
          <p:cNvSpPr txBox="1">
            <a:spLocks noGrp="1"/>
          </p:cNvSpPr>
          <p:nvPr>
            <p:ph type="subTitle" idx="2"/>
          </p:nvPr>
        </p:nvSpPr>
        <p:spPr>
          <a:xfrm>
            <a:off x="2276900" y="2994735"/>
            <a:ext cx="3719200" cy="197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1" name="Google Shape;131;p18"/>
          <p:cNvSpPr txBox="1">
            <a:spLocks noGrp="1"/>
          </p:cNvSpPr>
          <p:nvPr>
            <p:ph type="subTitle" idx="3"/>
          </p:nvPr>
        </p:nvSpPr>
        <p:spPr>
          <a:xfrm>
            <a:off x="1882268" y="2249533"/>
            <a:ext cx="3719200" cy="74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32" name="Google Shape;132;p18"/>
          <p:cNvSpPr txBox="1">
            <a:spLocks noGrp="1"/>
          </p:cNvSpPr>
          <p:nvPr>
            <p:ph type="subTitle" idx="4"/>
          </p:nvPr>
        </p:nvSpPr>
        <p:spPr>
          <a:xfrm>
            <a:off x="6590509" y="2249533"/>
            <a:ext cx="3719200" cy="74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11133240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133"/>
        <p:cNvGrpSpPr/>
        <p:nvPr/>
      </p:nvGrpSpPr>
      <p:grpSpPr>
        <a:xfrm>
          <a:off x="0" y="0"/>
          <a:ext cx="0" cy="0"/>
          <a:chOff x="0" y="0"/>
          <a:chExt cx="0" cy="0"/>
        </a:xfrm>
      </p:grpSpPr>
      <p:sp>
        <p:nvSpPr>
          <p:cNvPr id="134" name="Google Shape;134;p19"/>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5" name="Google Shape;135;p19"/>
          <p:cNvGrpSpPr/>
          <p:nvPr/>
        </p:nvGrpSpPr>
        <p:grpSpPr>
          <a:xfrm>
            <a:off x="11186383" y="239909"/>
            <a:ext cx="648524" cy="167587"/>
            <a:chOff x="-890300" y="1406550"/>
            <a:chExt cx="806088" cy="208200"/>
          </a:xfrm>
        </p:grpSpPr>
        <p:sp>
          <p:nvSpPr>
            <p:cNvPr id="136" name="Google Shape;136;p19"/>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19"/>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19"/>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9" name="Google Shape;139;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0" name="Google Shape;140;p19"/>
          <p:cNvSpPr txBox="1">
            <a:spLocks noGrp="1"/>
          </p:cNvSpPr>
          <p:nvPr>
            <p:ph type="subTitle" idx="1"/>
          </p:nvPr>
        </p:nvSpPr>
        <p:spPr>
          <a:xfrm>
            <a:off x="6429197" y="1924167"/>
            <a:ext cx="4802800" cy="324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41" name="Google Shape;141;p19"/>
          <p:cNvSpPr txBox="1">
            <a:spLocks noGrp="1"/>
          </p:cNvSpPr>
          <p:nvPr>
            <p:ph type="subTitle" idx="2"/>
          </p:nvPr>
        </p:nvSpPr>
        <p:spPr>
          <a:xfrm>
            <a:off x="858667" y="1924167"/>
            <a:ext cx="4802800" cy="324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7746201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42"/>
        <p:cNvGrpSpPr/>
        <p:nvPr/>
      </p:nvGrpSpPr>
      <p:grpSpPr>
        <a:xfrm>
          <a:off x="0" y="0"/>
          <a:ext cx="0" cy="0"/>
          <a:chOff x="0" y="0"/>
          <a:chExt cx="0" cy="0"/>
        </a:xfrm>
      </p:grpSpPr>
      <p:sp>
        <p:nvSpPr>
          <p:cNvPr id="143" name="Google Shape;143;p20"/>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4" name="Google Shape;144;p20"/>
          <p:cNvGrpSpPr/>
          <p:nvPr/>
        </p:nvGrpSpPr>
        <p:grpSpPr>
          <a:xfrm>
            <a:off x="11186383" y="239909"/>
            <a:ext cx="648524" cy="167587"/>
            <a:chOff x="-890300" y="1406550"/>
            <a:chExt cx="806088" cy="208200"/>
          </a:xfrm>
        </p:grpSpPr>
        <p:sp>
          <p:nvSpPr>
            <p:cNvPr id="145" name="Google Shape;145;p20"/>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20"/>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20"/>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8" name="Google Shape;148;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9" name="Google Shape;149;p20"/>
          <p:cNvSpPr txBox="1">
            <a:spLocks noGrp="1"/>
          </p:cNvSpPr>
          <p:nvPr>
            <p:ph type="subTitle" idx="1"/>
          </p:nvPr>
        </p:nvSpPr>
        <p:spPr>
          <a:xfrm>
            <a:off x="1330267" y="27951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0" name="Google Shape;150;p20"/>
          <p:cNvSpPr txBox="1">
            <a:spLocks noGrp="1"/>
          </p:cNvSpPr>
          <p:nvPr>
            <p:ph type="subTitle" idx="2"/>
          </p:nvPr>
        </p:nvSpPr>
        <p:spPr>
          <a:xfrm>
            <a:off x="4697316" y="36751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1" name="Google Shape;151;p20"/>
          <p:cNvSpPr txBox="1">
            <a:spLocks noGrp="1"/>
          </p:cNvSpPr>
          <p:nvPr>
            <p:ph type="subTitle" idx="3"/>
          </p:nvPr>
        </p:nvSpPr>
        <p:spPr>
          <a:xfrm>
            <a:off x="8068311" y="43234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2" name="Google Shape;152;p20"/>
          <p:cNvSpPr txBox="1">
            <a:spLocks noGrp="1"/>
          </p:cNvSpPr>
          <p:nvPr>
            <p:ph type="subTitle" idx="4"/>
          </p:nvPr>
        </p:nvSpPr>
        <p:spPr>
          <a:xfrm>
            <a:off x="960000" y="19151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53" name="Google Shape;153;p20"/>
          <p:cNvSpPr txBox="1">
            <a:spLocks noGrp="1"/>
          </p:cNvSpPr>
          <p:nvPr>
            <p:ph type="subTitle" idx="5"/>
          </p:nvPr>
        </p:nvSpPr>
        <p:spPr>
          <a:xfrm>
            <a:off x="4389396" y="27951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54" name="Google Shape;154;p20"/>
          <p:cNvSpPr txBox="1">
            <a:spLocks noGrp="1"/>
          </p:cNvSpPr>
          <p:nvPr>
            <p:ph type="subTitle" idx="6"/>
          </p:nvPr>
        </p:nvSpPr>
        <p:spPr>
          <a:xfrm>
            <a:off x="7822725" y="34434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9638507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55"/>
        <p:cNvGrpSpPr/>
        <p:nvPr/>
      </p:nvGrpSpPr>
      <p:grpSpPr>
        <a:xfrm>
          <a:off x="0" y="0"/>
          <a:ext cx="0" cy="0"/>
          <a:chOff x="0" y="0"/>
          <a:chExt cx="0" cy="0"/>
        </a:xfrm>
      </p:grpSpPr>
      <p:sp>
        <p:nvSpPr>
          <p:cNvPr id="156" name="Google Shape;156;p21"/>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7" name="Google Shape;157;p21"/>
          <p:cNvGrpSpPr/>
          <p:nvPr/>
        </p:nvGrpSpPr>
        <p:grpSpPr>
          <a:xfrm>
            <a:off x="11186383" y="239909"/>
            <a:ext cx="648524" cy="167587"/>
            <a:chOff x="-890300" y="1406550"/>
            <a:chExt cx="806088" cy="208200"/>
          </a:xfrm>
        </p:grpSpPr>
        <p:sp>
          <p:nvSpPr>
            <p:cNvPr id="158" name="Google Shape;158;p21"/>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21"/>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21"/>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1" name="Google Shape;161;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62" name="Google Shape;162;p21"/>
          <p:cNvSpPr txBox="1">
            <a:spLocks noGrp="1"/>
          </p:cNvSpPr>
          <p:nvPr>
            <p:ph type="subTitle" idx="1"/>
          </p:nvPr>
        </p:nvSpPr>
        <p:spPr>
          <a:xfrm>
            <a:off x="4667467" y="2565033"/>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3" name="Google Shape;163;p21"/>
          <p:cNvSpPr txBox="1">
            <a:spLocks noGrp="1"/>
          </p:cNvSpPr>
          <p:nvPr>
            <p:ph type="subTitle" idx="2"/>
          </p:nvPr>
        </p:nvSpPr>
        <p:spPr>
          <a:xfrm>
            <a:off x="8594388" y="2565033"/>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4" name="Google Shape;164;p21"/>
          <p:cNvSpPr txBox="1">
            <a:spLocks noGrp="1"/>
          </p:cNvSpPr>
          <p:nvPr>
            <p:ph type="subTitle" idx="3"/>
          </p:nvPr>
        </p:nvSpPr>
        <p:spPr>
          <a:xfrm>
            <a:off x="4667467" y="4755667"/>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5" name="Google Shape;165;p21"/>
          <p:cNvSpPr txBox="1">
            <a:spLocks noGrp="1"/>
          </p:cNvSpPr>
          <p:nvPr>
            <p:ph type="subTitle" idx="4"/>
          </p:nvPr>
        </p:nvSpPr>
        <p:spPr>
          <a:xfrm>
            <a:off x="8594388" y="4755667"/>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6" name="Google Shape;166;p21"/>
          <p:cNvSpPr txBox="1">
            <a:spLocks noGrp="1"/>
          </p:cNvSpPr>
          <p:nvPr>
            <p:ph type="subTitle" idx="5"/>
          </p:nvPr>
        </p:nvSpPr>
        <p:spPr>
          <a:xfrm>
            <a:off x="4259248" y="1891033"/>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l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67" name="Google Shape;167;p21"/>
          <p:cNvSpPr txBox="1">
            <a:spLocks noGrp="1"/>
          </p:cNvSpPr>
          <p:nvPr>
            <p:ph type="subTitle" idx="6"/>
          </p:nvPr>
        </p:nvSpPr>
        <p:spPr>
          <a:xfrm>
            <a:off x="4259248" y="40816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68" name="Google Shape;168;p21"/>
          <p:cNvSpPr txBox="1">
            <a:spLocks noGrp="1"/>
          </p:cNvSpPr>
          <p:nvPr>
            <p:ph type="subTitle" idx="7"/>
          </p:nvPr>
        </p:nvSpPr>
        <p:spPr>
          <a:xfrm>
            <a:off x="8186148" y="1891033"/>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4"/>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69" name="Google Shape;169;p21"/>
          <p:cNvSpPr txBox="1">
            <a:spLocks noGrp="1"/>
          </p:cNvSpPr>
          <p:nvPr>
            <p:ph type="subTitle" idx="8"/>
          </p:nvPr>
        </p:nvSpPr>
        <p:spPr>
          <a:xfrm>
            <a:off x="8186148" y="40816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16746154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70"/>
        <p:cNvGrpSpPr/>
        <p:nvPr/>
      </p:nvGrpSpPr>
      <p:grpSpPr>
        <a:xfrm>
          <a:off x="0" y="0"/>
          <a:ext cx="0" cy="0"/>
          <a:chOff x="0" y="0"/>
          <a:chExt cx="0" cy="0"/>
        </a:xfrm>
      </p:grpSpPr>
      <p:sp>
        <p:nvSpPr>
          <p:cNvPr id="171" name="Google Shape;171;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72" name="Google Shape;172;p22"/>
          <p:cNvSpPr txBox="1">
            <a:spLocks noGrp="1"/>
          </p:cNvSpPr>
          <p:nvPr>
            <p:ph type="subTitle" idx="1"/>
          </p:nvPr>
        </p:nvSpPr>
        <p:spPr>
          <a:xfrm>
            <a:off x="1859867"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3" name="Google Shape;173;p22"/>
          <p:cNvSpPr txBox="1">
            <a:spLocks noGrp="1"/>
          </p:cNvSpPr>
          <p:nvPr>
            <p:ph type="subTitle" idx="2"/>
          </p:nvPr>
        </p:nvSpPr>
        <p:spPr>
          <a:xfrm>
            <a:off x="5153000"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4" name="Google Shape;174;p22"/>
          <p:cNvSpPr txBox="1">
            <a:spLocks noGrp="1"/>
          </p:cNvSpPr>
          <p:nvPr>
            <p:ph type="subTitle" idx="3"/>
          </p:nvPr>
        </p:nvSpPr>
        <p:spPr>
          <a:xfrm>
            <a:off x="1859867"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5" name="Google Shape;175;p22"/>
          <p:cNvSpPr txBox="1">
            <a:spLocks noGrp="1"/>
          </p:cNvSpPr>
          <p:nvPr>
            <p:ph type="subTitle" idx="4"/>
          </p:nvPr>
        </p:nvSpPr>
        <p:spPr>
          <a:xfrm>
            <a:off x="5153000"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6" name="Google Shape;176;p22"/>
          <p:cNvSpPr txBox="1">
            <a:spLocks noGrp="1"/>
          </p:cNvSpPr>
          <p:nvPr>
            <p:ph type="subTitle" idx="5"/>
          </p:nvPr>
        </p:nvSpPr>
        <p:spPr>
          <a:xfrm>
            <a:off x="8446132"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7" name="Google Shape;177;p22"/>
          <p:cNvSpPr txBox="1">
            <a:spLocks noGrp="1"/>
          </p:cNvSpPr>
          <p:nvPr>
            <p:ph type="subTitle" idx="6"/>
          </p:nvPr>
        </p:nvSpPr>
        <p:spPr>
          <a:xfrm>
            <a:off x="8446132"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8" name="Google Shape;178;p22"/>
          <p:cNvSpPr txBox="1">
            <a:spLocks noGrp="1"/>
          </p:cNvSpPr>
          <p:nvPr>
            <p:ph type="subTitle" idx="7"/>
          </p:nvPr>
        </p:nvSpPr>
        <p:spPr>
          <a:xfrm>
            <a:off x="1484069"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79" name="Google Shape;179;p22"/>
          <p:cNvSpPr txBox="1">
            <a:spLocks noGrp="1"/>
          </p:cNvSpPr>
          <p:nvPr>
            <p:ph type="subTitle" idx="8"/>
          </p:nvPr>
        </p:nvSpPr>
        <p:spPr>
          <a:xfrm>
            <a:off x="4777200"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0" name="Google Shape;180;p22"/>
          <p:cNvSpPr txBox="1">
            <a:spLocks noGrp="1"/>
          </p:cNvSpPr>
          <p:nvPr>
            <p:ph type="subTitle" idx="9"/>
          </p:nvPr>
        </p:nvSpPr>
        <p:spPr>
          <a:xfrm>
            <a:off x="8070331"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1" name="Google Shape;181;p22"/>
          <p:cNvSpPr txBox="1">
            <a:spLocks noGrp="1"/>
          </p:cNvSpPr>
          <p:nvPr>
            <p:ph type="subTitle" idx="13"/>
          </p:nvPr>
        </p:nvSpPr>
        <p:spPr>
          <a:xfrm>
            <a:off x="1484069"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2" name="Google Shape;182;p22"/>
          <p:cNvSpPr txBox="1">
            <a:spLocks noGrp="1"/>
          </p:cNvSpPr>
          <p:nvPr>
            <p:ph type="subTitle" idx="14"/>
          </p:nvPr>
        </p:nvSpPr>
        <p:spPr>
          <a:xfrm>
            <a:off x="4777200"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l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3" name="Google Shape;183;p22"/>
          <p:cNvSpPr txBox="1">
            <a:spLocks noGrp="1"/>
          </p:cNvSpPr>
          <p:nvPr>
            <p:ph type="subTitle" idx="15"/>
          </p:nvPr>
        </p:nvSpPr>
        <p:spPr>
          <a:xfrm>
            <a:off x="8070331"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9194379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84"/>
        <p:cNvGrpSpPr/>
        <p:nvPr/>
      </p:nvGrpSpPr>
      <p:grpSpPr>
        <a:xfrm>
          <a:off x="0" y="0"/>
          <a:ext cx="0" cy="0"/>
          <a:chOff x="0" y="0"/>
          <a:chExt cx="0" cy="0"/>
        </a:xfrm>
      </p:grpSpPr>
      <p:sp>
        <p:nvSpPr>
          <p:cNvPr id="185" name="Google Shape;185;p23"/>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6" name="Google Shape;186;p23"/>
          <p:cNvGrpSpPr/>
          <p:nvPr/>
        </p:nvGrpSpPr>
        <p:grpSpPr>
          <a:xfrm>
            <a:off x="10746533" y="595001"/>
            <a:ext cx="630800" cy="248667"/>
            <a:chOff x="7059675" y="514525"/>
            <a:chExt cx="473100" cy="186500"/>
          </a:xfrm>
        </p:grpSpPr>
        <p:cxnSp>
          <p:nvCxnSpPr>
            <p:cNvPr id="187" name="Google Shape;187;p23"/>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8" name="Google Shape;188;p23"/>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9" name="Google Shape;189;p23"/>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190" name="Google Shape;190;p23"/>
          <p:cNvSpPr txBox="1">
            <a:spLocks noGrp="1"/>
          </p:cNvSpPr>
          <p:nvPr>
            <p:ph type="title" hasCustomPrompt="1"/>
          </p:nvPr>
        </p:nvSpPr>
        <p:spPr>
          <a:xfrm>
            <a:off x="5402633" y="84076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1" name="Google Shape;191;p23"/>
          <p:cNvSpPr txBox="1">
            <a:spLocks noGrp="1"/>
          </p:cNvSpPr>
          <p:nvPr>
            <p:ph type="subTitle" idx="1"/>
          </p:nvPr>
        </p:nvSpPr>
        <p:spPr>
          <a:xfrm>
            <a:off x="5878073" y="173422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92" name="Google Shape;192;p23"/>
          <p:cNvSpPr txBox="1">
            <a:spLocks noGrp="1"/>
          </p:cNvSpPr>
          <p:nvPr>
            <p:ph type="title" idx="2" hasCustomPrompt="1"/>
          </p:nvPr>
        </p:nvSpPr>
        <p:spPr>
          <a:xfrm>
            <a:off x="5402633" y="264378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3" name="Google Shape;193;p23"/>
          <p:cNvSpPr txBox="1">
            <a:spLocks noGrp="1"/>
          </p:cNvSpPr>
          <p:nvPr>
            <p:ph type="subTitle" idx="3"/>
          </p:nvPr>
        </p:nvSpPr>
        <p:spPr>
          <a:xfrm>
            <a:off x="5878073" y="353724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94" name="Google Shape;194;p23"/>
          <p:cNvSpPr txBox="1">
            <a:spLocks noGrp="1"/>
          </p:cNvSpPr>
          <p:nvPr>
            <p:ph type="title" idx="4" hasCustomPrompt="1"/>
          </p:nvPr>
        </p:nvSpPr>
        <p:spPr>
          <a:xfrm>
            <a:off x="5402633" y="444680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5"/>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5" name="Google Shape;195;p23"/>
          <p:cNvSpPr txBox="1">
            <a:spLocks noGrp="1"/>
          </p:cNvSpPr>
          <p:nvPr>
            <p:ph type="subTitle" idx="5"/>
          </p:nvPr>
        </p:nvSpPr>
        <p:spPr>
          <a:xfrm>
            <a:off x="5878073" y="534026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Tree>
    <p:extLst>
      <p:ext uri="{BB962C8B-B14F-4D97-AF65-F5344CB8AC3E}">
        <p14:creationId xmlns:p14="http://schemas.microsoft.com/office/powerpoint/2010/main" val="5646238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196"/>
        <p:cNvGrpSpPr/>
        <p:nvPr/>
      </p:nvGrpSpPr>
      <p:grpSpPr>
        <a:xfrm>
          <a:off x="0" y="0"/>
          <a:ext cx="0" cy="0"/>
          <a:chOff x="0" y="0"/>
          <a:chExt cx="0" cy="0"/>
        </a:xfrm>
      </p:grpSpPr>
      <p:sp>
        <p:nvSpPr>
          <p:cNvPr id="197" name="Google Shape;197;p2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8" name="Google Shape;198;p24"/>
          <p:cNvGrpSpPr/>
          <p:nvPr/>
        </p:nvGrpSpPr>
        <p:grpSpPr>
          <a:xfrm>
            <a:off x="11186383" y="239909"/>
            <a:ext cx="648524" cy="167587"/>
            <a:chOff x="-890300" y="1406550"/>
            <a:chExt cx="806088" cy="208200"/>
          </a:xfrm>
        </p:grpSpPr>
        <p:sp>
          <p:nvSpPr>
            <p:cNvPr id="199" name="Google Shape;199;p24"/>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 name="Google Shape;200;p24"/>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 name="Google Shape;201;p24"/>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2" name="Google Shape;202;p24"/>
          <p:cNvSpPr txBox="1">
            <a:spLocks noGrp="1"/>
          </p:cNvSpPr>
          <p:nvPr>
            <p:ph type="title" hasCustomPrompt="1"/>
          </p:nvPr>
        </p:nvSpPr>
        <p:spPr>
          <a:xfrm>
            <a:off x="1179800" y="2520933"/>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3" name="Google Shape;203;p24"/>
          <p:cNvSpPr txBox="1">
            <a:spLocks noGrp="1"/>
          </p:cNvSpPr>
          <p:nvPr>
            <p:ph type="subTitle" idx="1"/>
          </p:nvPr>
        </p:nvSpPr>
        <p:spPr>
          <a:xfrm>
            <a:off x="1307167"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204" name="Google Shape;204;p24"/>
          <p:cNvSpPr txBox="1">
            <a:spLocks noGrp="1"/>
          </p:cNvSpPr>
          <p:nvPr>
            <p:ph type="subTitle" idx="2"/>
          </p:nvPr>
        </p:nvSpPr>
        <p:spPr>
          <a:xfrm>
            <a:off x="960000"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205" name="Google Shape;205;p24"/>
          <p:cNvSpPr txBox="1">
            <a:spLocks noGrp="1"/>
          </p:cNvSpPr>
          <p:nvPr>
            <p:ph type="title" idx="3" hasCustomPrompt="1"/>
          </p:nvPr>
        </p:nvSpPr>
        <p:spPr>
          <a:xfrm>
            <a:off x="4787984" y="2521267"/>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6" name="Google Shape;206;p24"/>
          <p:cNvSpPr txBox="1">
            <a:spLocks noGrp="1"/>
          </p:cNvSpPr>
          <p:nvPr>
            <p:ph type="subTitle" idx="4"/>
          </p:nvPr>
        </p:nvSpPr>
        <p:spPr>
          <a:xfrm>
            <a:off x="4785591"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207" name="Google Shape;207;p24"/>
          <p:cNvSpPr txBox="1">
            <a:spLocks noGrp="1"/>
          </p:cNvSpPr>
          <p:nvPr>
            <p:ph type="subTitle" idx="5"/>
          </p:nvPr>
        </p:nvSpPr>
        <p:spPr>
          <a:xfrm>
            <a:off x="4560001"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208" name="Google Shape;208;p24"/>
          <p:cNvSpPr txBox="1">
            <a:spLocks noGrp="1"/>
          </p:cNvSpPr>
          <p:nvPr>
            <p:ph type="title" idx="6" hasCustomPrompt="1"/>
          </p:nvPr>
        </p:nvSpPr>
        <p:spPr>
          <a:xfrm>
            <a:off x="8395700" y="2521433"/>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9" name="Google Shape;209;p24"/>
          <p:cNvSpPr txBox="1">
            <a:spLocks noGrp="1"/>
          </p:cNvSpPr>
          <p:nvPr>
            <p:ph type="subTitle" idx="7"/>
          </p:nvPr>
        </p:nvSpPr>
        <p:spPr>
          <a:xfrm>
            <a:off x="8264015"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210" name="Google Shape;210;p24"/>
          <p:cNvSpPr txBox="1">
            <a:spLocks noGrp="1"/>
          </p:cNvSpPr>
          <p:nvPr>
            <p:ph type="subTitle" idx="8"/>
          </p:nvPr>
        </p:nvSpPr>
        <p:spPr>
          <a:xfrm>
            <a:off x="8160003"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4"/>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211" name="Google Shape;211;p24"/>
          <p:cNvSpPr txBox="1">
            <a:spLocks noGrp="1"/>
          </p:cNvSpPr>
          <p:nvPr>
            <p:ph type="title" idx="9"/>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2145334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16"/>
        <p:cNvGrpSpPr/>
        <p:nvPr/>
      </p:nvGrpSpPr>
      <p:grpSpPr>
        <a:xfrm>
          <a:off x="0" y="0"/>
          <a:ext cx="0" cy="0"/>
          <a:chOff x="0" y="0"/>
          <a:chExt cx="0" cy="0"/>
        </a:xfrm>
      </p:grpSpPr>
      <p:sp>
        <p:nvSpPr>
          <p:cNvPr id="217" name="Google Shape;217;p26"/>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8" name="Google Shape;218;p26"/>
          <p:cNvGrpSpPr/>
          <p:nvPr/>
        </p:nvGrpSpPr>
        <p:grpSpPr>
          <a:xfrm>
            <a:off x="11186383" y="239909"/>
            <a:ext cx="648524" cy="167587"/>
            <a:chOff x="-890300" y="1406550"/>
            <a:chExt cx="806088" cy="208200"/>
          </a:xfrm>
        </p:grpSpPr>
        <p:sp>
          <p:nvSpPr>
            <p:cNvPr id="219" name="Google Shape;219;p2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2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2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8119528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22"/>
        <p:cNvGrpSpPr/>
        <p:nvPr/>
      </p:nvGrpSpPr>
      <p:grpSpPr>
        <a:xfrm>
          <a:off x="0" y="0"/>
          <a:ext cx="0" cy="0"/>
          <a:chOff x="0" y="0"/>
          <a:chExt cx="0" cy="0"/>
        </a:xfrm>
      </p:grpSpPr>
      <p:sp>
        <p:nvSpPr>
          <p:cNvPr id="223" name="Google Shape;223;p27"/>
          <p:cNvSpPr/>
          <p:nvPr/>
        </p:nvSpPr>
        <p:spPr>
          <a:xfrm>
            <a:off x="5899667" y="-2400"/>
            <a:ext cx="62924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4" name="Google Shape;224;p27"/>
          <p:cNvGrpSpPr/>
          <p:nvPr/>
        </p:nvGrpSpPr>
        <p:grpSpPr>
          <a:xfrm>
            <a:off x="10924156" y="595001"/>
            <a:ext cx="553275" cy="248667"/>
            <a:chOff x="7059675" y="514525"/>
            <a:chExt cx="473100" cy="186500"/>
          </a:xfrm>
        </p:grpSpPr>
        <p:cxnSp>
          <p:nvCxnSpPr>
            <p:cNvPr id="225" name="Google Shape;225;p27"/>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6" name="Google Shape;226;p27"/>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7" name="Google Shape;227;p27"/>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42209591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647333" y="1678467"/>
            <a:ext cx="7730000" cy="27184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333"/>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3647333" y="4396867"/>
            <a:ext cx="7730000" cy="587600"/>
          </a:xfrm>
          <a:prstGeom prst="rect">
            <a:avLst/>
          </a:prstGeom>
          <a:solidFill>
            <a:schemeClr val="accent6"/>
          </a:solidFill>
        </p:spPr>
        <p:txBody>
          <a:bodyPr spcFirstLastPara="1" wrap="square" lIns="91425" tIns="91425" rIns="91425" bIns="91425" anchor="t" anchorCtr="0">
            <a:noAutofit/>
          </a:bodyPr>
          <a:lstStyle>
            <a:lvl1pPr lvl="0" algn="ctr">
              <a:spcBef>
                <a:spcPts val="0"/>
              </a:spcBef>
              <a:spcAft>
                <a:spcPts val="0"/>
              </a:spcAft>
              <a:buSzPts val="14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8381651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1"/>
        <p:cNvGrpSpPr/>
        <p:nvPr/>
      </p:nvGrpSpPr>
      <p:grpSpPr>
        <a:xfrm>
          <a:off x="0" y="0"/>
          <a:ext cx="0" cy="0"/>
          <a:chOff x="0" y="0"/>
          <a:chExt cx="0" cy="0"/>
        </a:xfrm>
      </p:grpSpPr>
      <p:sp>
        <p:nvSpPr>
          <p:cNvPr id="62" name="Google Shape;62;p9"/>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3" name="Google Shape;63;p9"/>
          <p:cNvGrpSpPr/>
          <p:nvPr/>
        </p:nvGrpSpPr>
        <p:grpSpPr>
          <a:xfrm>
            <a:off x="10746533" y="595001"/>
            <a:ext cx="630800" cy="248667"/>
            <a:chOff x="7059675" y="514525"/>
            <a:chExt cx="473100" cy="186500"/>
          </a:xfrm>
        </p:grpSpPr>
        <p:cxnSp>
          <p:nvCxnSpPr>
            <p:cNvPr id="64" name="Google Shape;64;p9"/>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5" name="Google Shape;65;p9"/>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6" name="Google Shape;66;p9"/>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7" name="Google Shape;67;p9"/>
          <p:cNvSpPr txBox="1">
            <a:spLocks noGrp="1"/>
          </p:cNvSpPr>
          <p:nvPr>
            <p:ph type="title"/>
          </p:nvPr>
        </p:nvSpPr>
        <p:spPr>
          <a:xfrm>
            <a:off x="5630800" y="1597933"/>
            <a:ext cx="5608000" cy="2619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1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
        <p:nvSpPr>
          <p:cNvPr id="68" name="Google Shape;68;p9"/>
          <p:cNvSpPr txBox="1">
            <a:spLocks noGrp="1"/>
          </p:cNvSpPr>
          <p:nvPr>
            <p:ph type="subTitle" idx="1"/>
          </p:nvPr>
        </p:nvSpPr>
        <p:spPr>
          <a:xfrm>
            <a:off x="5630800" y="4217133"/>
            <a:ext cx="5608000" cy="1421600"/>
          </a:xfrm>
          <a:prstGeom prst="rect">
            <a:avLst/>
          </a:prstGeom>
          <a:solidFill>
            <a:schemeClr val="accent6"/>
          </a:solidFill>
        </p:spPr>
        <p:txBody>
          <a:bodyPr spcFirstLastPara="1" wrap="square" lIns="91425" tIns="91425" rIns="91425" bIns="91425" anchor="t" anchorCtr="0">
            <a:noAutofit/>
          </a:bodyPr>
          <a:lstStyle>
            <a:lvl1pPr lvl="0"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9866237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6"/>
        <p:cNvGrpSpPr/>
        <p:nvPr/>
      </p:nvGrpSpPr>
      <p:grpSpPr>
        <a:xfrm>
          <a:off x="0" y="0"/>
          <a:ext cx="0" cy="0"/>
          <a:chOff x="0" y="0"/>
          <a:chExt cx="0" cy="0"/>
        </a:xfrm>
      </p:grpSpPr>
      <p:sp>
        <p:nvSpPr>
          <p:cNvPr id="47" name="Google Shape;47;p7"/>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8" name="Google Shape;48;p7"/>
          <p:cNvGrpSpPr/>
          <p:nvPr/>
        </p:nvGrpSpPr>
        <p:grpSpPr>
          <a:xfrm>
            <a:off x="11186383" y="239909"/>
            <a:ext cx="648524" cy="167587"/>
            <a:chOff x="-890300" y="1406550"/>
            <a:chExt cx="806088" cy="208200"/>
          </a:xfrm>
        </p:grpSpPr>
        <p:sp>
          <p:nvSpPr>
            <p:cNvPr id="49" name="Google Shape;49;p7"/>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7"/>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7"/>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 name="Google Shape;52;p7"/>
          <p:cNvSpPr txBox="1">
            <a:spLocks noGrp="1"/>
          </p:cNvSpPr>
          <p:nvPr>
            <p:ph type="title"/>
          </p:nvPr>
        </p:nvSpPr>
        <p:spPr>
          <a:xfrm>
            <a:off x="960000" y="593367"/>
            <a:ext cx="10281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53" name="Google Shape;53;p7"/>
          <p:cNvSpPr txBox="1">
            <a:spLocks noGrp="1"/>
          </p:cNvSpPr>
          <p:nvPr>
            <p:ph type="subTitle" idx="1"/>
          </p:nvPr>
        </p:nvSpPr>
        <p:spPr>
          <a:xfrm>
            <a:off x="4620300" y="2038667"/>
            <a:ext cx="6620800" cy="4100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r>
              <a:rPr lang="en-US"/>
              <a:t>Click to edit Master subtitle style</a:t>
            </a:r>
            <a:endParaRPr/>
          </a:p>
        </p:txBody>
      </p:sp>
    </p:spTree>
    <p:extLst>
      <p:ext uri="{BB962C8B-B14F-4D97-AF65-F5344CB8AC3E}">
        <p14:creationId xmlns:p14="http://schemas.microsoft.com/office/powerpoint/2010/main" val="1965747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theme" Target="../theme/theme2.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CC1808-20F1-0ABB-46FA-CC569435F6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E5E2C2-45B2-41A6-7A8E-BBAD299827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D54398-A17B-89AC-033B-9CADEA1215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E126B-834D-4551-B69B-BE9BEAD97707}" type="datetimeFigureOut">
              <a:rPr lang="en-US" smtClean="0"/>
              <a:t>2/27/2026</a:t>
            </a:fld>
            <a:endParaRPr lang="en-US"/>
          </a:p>
        </p:txBody>
      </p:sp>
      <p:sp>
        <p:nvSpPr>
          <p:cNvPr id="5" name="Footer Placeholder 4">
            <a:extLst>
              <a:ext uri="{FF2B5EF4-FFF2-40B4-BE49-F238E27FC236}">
                <a16:creationId xmlns:a16="http://schemas.microsoft.com/office/drawing/2014/main" id="{3BB842D5-AA50-6B59-FEE4-0EA9F6CFD5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19C817-6066-D932-3E92-F6D14FE856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83F951-3F5E-400F-A7A7-2AE8A48C8A5D}" type="slidenum">
              <a:rPr lang="en-US" smtClean="0"/>
              <a:t>‹#›</a:t>
            </a:fld>
            <a:endParaRPr lang="en-US"/>
          </a:p>
        </p:txBody>
      </p:sp>
    </p:spTree>
    <p:extLst>
      <p:ext uri="{BB962C8B-B14F-4D97-AF65-F5344CB8AC3E}">
        <p14:creationId xmlns:p14="http://schemas.microsoft.com/office/powerpoint/2010/main" val="2271624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1pPr>
            <a:lvl2pPr lvl="1"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2pPr>
            <a:lvl3pPr lvl="2"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3pPr>
            <a:lvl4pPr lvl="3"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4pPr>
            <a:lvl5pPr lvl="4"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5pPr>
            <a:lvl6pPr lvl="5"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6pPr>
            <a:lvl7pPr lvl="6"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7pPr>
            <a:lvl8pPr lvl="7"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8pPr>
            <a:lvl9pPr lvl="8"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9pPr>
          </a:lstStyle>
          <a:p>
            <a:endParaRPr/>
          </a:p>
        </p:txBody>
      </p:sp>
    </p:spTree>
    <p:extLst>
      <p:ext uri="{BB962C8B-B14F-4D97-AF65-F5344CB8AC3E}">
        <p14:creationId xmlns:p14="http://schemas.microsoft.com/office/powerpoint/2010/main" val="37842981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1"/>
          <p:cNvSpPr txBox="1">
            <a:spLocks noGrp="1"/>
          </p:cNvSpPr>
          <p:nvPr>
            <p:ph type="ctrTitle"/>
          </p:nvPr>
        </p:nvSpPr>
        <p:spPr>
          <a:prstGeom prst="rect">
            <a:avLst/>
          </a:prstGeom>
        </p:spPr>
        <p:txBody>
          <a:bodyPr spcFirstLastPara="1" wrap="square" lIns="121900" tIns="121900" rIns="121900" bIns="121900" anchor="b" anchorCtr="0">
            <a:noAutofit/>
          </a:bodyPr>
          <a:lstStyle/>
          <a:p>
            <a:r>
              <a:rPr lang="en-US" sz="5400" dirty="0"/>
              <a:t>Artificial Intelligence</a:t>
            </a:r>
            <a:br>
              <a:rPr lang="en-US" sz="6000" dirty="0"/>
            </a:br>
            <a:r>
              <a:rPr lang="en" sz="2800" dirty="0">
                <a:solidFill>
                  <a:schemeClr val="accent4"/>
                </a:solidFill>
              </a:rPr>
              <a:t>(Machine Learning &amp; Deep Learning)</a:t>
            </a:r>
            <a:endParaRPr sz="2800" dirty="0"/>
          </a:p>
        </p:txBody>
      </p:sp>
      <p:sp>
        <p:nvSpPr>
          <p:cNvPr id="239" name="Google Shape;239;p31"/>
          <p:cNvSpPr txBox="1">
            <a:spLocks noGrp="1"/>
          </p:cNvSpPr>
          <p:nvPr>
            <p:ph type="subTitle" idx="1"/>
          </p:nvPr>
        </p:nvSpPr>
        <p:spPr>
          <a:xfrm>
            <a:off x="3217849" y="4473517"/>
            <a:ext cx="8487720" cy="567052"/>
          </a:xfrm>
          <a:prstGeom prst="rect">
            <a:avLst/>
          </a:prstGeom>
        </p:spPr>
        <p:txBody>
          <a:bodyPr spcFirstLastPara="1" wrap="square" lIns="121900" tIns="121900" rIns="121900" bIns="121900" anchor="t" anchorCtr="0">
            <a:noAutofit/>
          </a:bodyPr>
          <a:lstStyle/>
          <a:p>
            <a:pPr marL="0" indent="0"/>
            <a:r>
              <a:rPr lang="en-US" sz="1867" dirty="0"/>
              <a:t>Data Types &amp; Measures of Central Tendency</a:t>
            </a:r>
            <a:endParaRPr sz="1800" dirty="0"/>
          </a:p>
        </p:txBody>
      </p:sp>
      <p:sp>
        <p:nvSpPr>
          <p:cNvPr id="240" name="Google Shape;240;p31"/>
          <p:cNvSpPr txBox="1"/>
          <p:nvPr/>
        </p:nvSpPr>
        <p:spPr>
          <a:xfrm>
            <a:off x="2796400" y="761333"/>
            <a:ext cx="939600" cy="11600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a:ln>
                  <a:noFill/>
                </a:ln>
                <a:solidFill>
                  <a:srgbClr val="E81A81"/>
                </a:solidFill>
                <a:effectLst/>
                <a:uLnTx/>
                <a:uFillTx/>
                <a:latin typeface="Comfortaa"/>
                <a:ea typeface="Comfortaa"/>
                <a:cs typeface="Comfortaa"/>
                <a:sym typeface="Comfortaa"/>
              </a:rPr>
              <a:t>{</a:t>
            </a:r>
            <a:endParaRPr kumimoji="0" sz="6667" b="0" i="0" u="none" strike="noStrike" kern="0" cap="none" spc="0" normalizeH="0" baseline="0" noProof="0">
              <a:ln>
                <a:noFill/>
              </a:ln>
              <a:solidFill>
                <a:srgbClr val="E81A81"/>
              </a:solidFill>
              <a:effectLst/>
              <a:uLnTx/>
              <a:uFillTx/>
              <a:latin typeface="Comfortaa"/>
              <a:ea typeface="Comfortaa"/>
              <a:cs typeface="Comfortaa"/>
              <a:sym typeface="Comfortaa"/>
            </a:endParaRPr>
          </a:p>
        </p:txBody>
      </p:sp>
      <p:sp>
        <p:nvSpPr>
          <p:cNvPr id="241" name="Google Shape;241;p31"/>
          <p:cNvSpPr txBox="1"/>
          <p:nvPr/>
        </p:nvSpPr>
        <p:spPr>
          <a:xfrm>
            <a:off x="11450667" y="5335900"/>
            <a:ext cx="692400" cy="10124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a:ln>
                  <a:noFill/>
                </a:ln>
                <a:solidFill>
                  <a:srgbClr val="4CAE97"/>
                </a:solidFill>
                <a:effectLst/>
                <a:uLnTx/>
                <a:uFillTx/>
                <a:latin typeface="Comfortaa"/>
                <a:ea typeface="Comfortaa"/>
                <a:cs typeface="Comfortaa"/>
                <a:sym typeface="Comfortaa"/>
              </a:rPr>
              <a:t>}</a:t>
            </a:r>
            <a:endParaRPr kumimoji="0" sz="6667" b="0" i="0" u="none" strike="noStrike" kern="0" cap="none" spc="0" normalizeH="0" baseline="0" noProof="0">
              <a:ln>
                <a:noFill/>
              </a:ln>
              <a:solidFill>
                <a:srgbClr val="4CAE97"/>
              </a:solidFill>
              <a:effectLst/>
              <a:uLnTx/>
              <a:uFillTx/>
              <a:latin typeface="Comfortaa"/>
              <a:ea typeface="Comfortaa"/>
              <a:cs typeface="Comfortaa"/>
              <a:sym typeface="Comfortaa"/>
            </a:endParaRPr>
          </a:p>
        </p:txBody>
      </p:sp>
      <p:sp>
        <p:nvSpPr>
          <p:cNvPr id="242" name="Google Shape;242;p31"/>
          <p:cNvSpPr txBox="1"/>
          <p:nvPr/>
        </p:nvSpPr>
        <p:spPr>
          <a:xfrm>
            <a:off x="3796500" y="5477887"/>
            <a:ext cx="1930000" cy="728400"/>
          </a:xfrm>
          <a:prstGeom prst="rect">
            <a:avLst/>
          </a:prstGeom>
          <a:noFill/>
          <a:ln>
            <a:noFill/>
          </a:ln>
        </p:spPr>
        <p:txBody>
          <a:bodyPr spcFirstLastPara="1" wrap="square" lIns="121900" tIns="121900" rIns="121900" bIns="12190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a:ln>
                  <a:noFill/>
                </a:ln>
                <a:solidFill>
                  <a:srgbClr val="94EE6B"/>
                </a:solidFill>
                <a:effectLst/>
                <a:uLnTx/>
                <a:uFillTx/>
                <a:latin typeface="Fira Code"/>
                <a:ea typeface="Fira Code"/>
                <a:cs typeface="Fira Code"/>
                <a:sym typeface="Fira Code"/>
              </a:rPr>
              <a:t>...</a:t>
            </a:r>
            <a:endParaRPr kumimoji="0" sz="6667" b="0" i="0" u="none" strike="noStrike" kern="0" cap="none" spc="0" normalizeH="0" baseline="0" noProof="0">
              <a:ln>
                <a:noFill/>
              </a:ln>
              <a:solidFill>
                <a:srgbClr val="94EE6B"/>
              </a:solidFill>
              <a:effectLst/>
              <a:uLnTx/>
              <a:uFillTx/>
              <a:latin typeface="Arial"/>
              <a:ea typeface="+mn-ea"/>
              <a:cs typeface="Arial"/>
              <a:sym typeface="Arial"/>
            </a:endParaRPr>
          </a:p>
        </p:txBody>
      </p:sp>
      <p:grpSp>
        <p:nvGrpSpPr>
          <p:cNvPr id="243" name="Google Shape;243;p31"/>
          <p:cNvGrpSpPr/>
          <p:nvPr/>
        </p:nvGrpSpPr>
        <p:grpSpPr>
          <a:xfrm>
            <a:off x="10746533" y="595001"/>
            <a:ext cx="630800" cy="248667"/>
            <a:chOff x="7059675" y="514525"/>
            <a:chExt cx="473100" cy="186500"/>
          </a:xfrm>
        </p:grpSpPr>
        <p:cxnSp>
          <p:nvCxnSpPr>
            <p:cNvPr id="244" name="Google Shape;244;p3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5" name="Google Shape;245;p3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6" name="Google Shape;246;p3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grpSp>
        <p:nvGrpSpPr>
          <p:cNvPr id="247" name="Google Shape;247;p31"/>
          <p:cNvGrpSpPr/>
          <p:nvPr/>
        </p:nvGrpSpPr>
        <p:grpSpPr>
          <a:xfrm>
            <a:off x="340175" y="928586"/>
            <a:ext cx="3170543" cy="5210084"/>
            <a:chOff x="5" y="747463"/>
            <a:chExt cx="2377907" cy="3907563"/>
          </a:xfrm>
        </p:grpSpPr>
        <p:sp>
          <p:nvSpPr>
            <p:cNvPr id="248" name="Google Shape;248;p31"/>
            <p:cNvSpPr/>
            <p:nvPr/>
          </p:nvSpPr>
          <p:spPr>
            <a:xfrm>
              <a:off x="5" y="756038"/>
              <a:ext cx="3549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9" name="Google Shape;249;p31"/>
            <p:cNvSpPr/>
            <p:nvPr/>
          </p:nvSpPr>
          <p:spPr>
            <a:xfrm>
              <a:off x="486329" y="747463"/>
              <a:ext cx="3549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0" name="Google Shape;250;p31"/>
            <p:cNvSpPr/>
            <p:nvPr/>
          </p:nvSpPr>
          <p:spPr>
            <a:xfrm>
              <a:off x="5" y="1068263"/>
              <a:ext cx="3549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1" name="Google Shape;251;p31"/>
            <p:cNvSpPr/>
            <p:nvPr/>
          </p:nvSpPr>
          <p:spPr>
            <a:xfrm>
              <a:off x="5" y="1394975"/>
              <a:ext cx="3549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2" name="Google Shape;252;p31"/>
            <p:cNvSpPr/>
            <p:nvPr/>
          </p:nvSpPr>
          <p:spPr>
            <a:xfrm>
              <a:off x="5" y="1721713"/>
              <a:ext cx="3549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3" name="Google Shape;253;p31"/>
            <p:cNvSpPr/>
            <p:nvPr/>
          </p:nvSpPr>
          <p:spPr>
            <a:xfrm>
              <a:off x="434858" y="1721713"/>
              <a:ext cx="454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4" name="Google Shape;254;p31"/>
            <p:cNvSpPr/>
            <p:nvPr/>
          </p:nvSpPr>
          <p:spPr>
            <a:xfrm>
              <a:off x="934654" y="1721722"/>
              <a:ext cx="2607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5" name="Google Shape;255;p31"/>
            <p:cNvSpPr/>
            <p:nvPr/>
          </p:nvSpPr>
          <p:spPr>
            <a:xfrm>
              <a:off x="5" y="2032288"/>
              <a:ext cx="3276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6" name="Google Shape;256;p31"/>
            <p:cNvSpPr/>
            <p:nvPr/>
          </p:nvSpPr>
          <p:spPr>
            <a:xfrm>
              <a:off x="5" y="2375138"/>
              <a:ext cx="327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7" name="Google Shape;257;p31"/>
            <p:cNvSpPr/>
            <p:nvPr/>
          </p:nvSpPr>
          <p:spPr>
            <a:xfrm>
              <a:off x="5" y="2684063"/>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8" name="Google Shape;258;p31"/>
            <p:cNvSpPr/>
            <p:nvPr/>
          </p:nvSpPr>
          <p:spPr>
            <a:xfrm>
              <a:off x="5" y="2992988"/>
              <a:ext cx="3276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9" name="Google Shape;259;p31"/>
            <p:cNvSpPr/>
            <p:nvPr/>
          </p:nvSpPr>
          <p:spPr>
            <a:xfrm>
              <a:off x="13726" y="3773963"/>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0" name="Google Shape;260;p31"/>
            <p:cNvSpPr/>
            <p:nvPr/>
          </p:nvSpPr>
          <p:spPr>
            <a:xfrm>
              <a:off x="434858" y="2032288"/>
              <a:ext cx="3276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1" name="Google Shape;261;p31"/>
            <p:cNvSpPr/>
            <p:nvPr/>
          </p:nvSpPr>
          <p:spPr>
            <a:xfrm>
              <a:off x="395919" y="2375138"/>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2" name="Google Shape;262;p31"/>
            <p:cNvSpPr/>
            <p:nvPr/>
          </p:nvSpPr>
          <p:spPr>
            <a:xfrm>
              <a:off x="434858" y="2684063"/>
              <a:ext cx="3276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3" name="Google Shape;263;p31"/>
            <p:cNvSpPr/>
            <p:nvPr/>
          </p:nvSpPr>
          <p:spPr>
            <a:xfrm>
              <a:off x="434858" y="300995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4" name="Google Shape;264;p31"/>
            <p:cNvSpPr/>
            <p:nvPr/>
          </p:nvSpPr>
          <p:spPr>
            <a:xfrm>
              <a:off x="434858" y="3335838"/>
              <a:ext cx="3276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5" name="Google Shape;265;p31"/>
            <p:cNvSpPr/>
            <p:nvPr/>
          </p:nvSpPr>
          <p:spPr>
            <a:xfrm>
              <a:off x="838550" y="2032296"/>
              <a:ext cx="465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6" name="Google Shape;266;p31"/>
            <p:cNvSpPr/>
            <p:nvPr/>
          </p:nvSpPr>
          <p:spPr>
            <a:xfrm>
              <a:off x="838550" y="2375145"/>
              <a:ext cx="6507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7" name="Google Shape;267;p31"/>
            <p:cNvSpPr/>
            <p:nvPr/>
          </p:nvSpPr>
          <p:spPr>
            <a:xfrm>
              <a:off x="861466" y="2684069"/>
              <a:ext cx="7572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8" name="Google Shape;268;p31"/>
            <p:cNvSpPr/>
            <p:nvPr/>
          </p:nvSpPr>
          <p:spPr>
            <a:xfrm>
              <a:off x="861466" y="3028567"/>
              <a:ext cx="7572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9" name="Google Shape;269;p31"/>
            <p:cNvSpPr/>
            <p:nvPr/>
          </p:nvSpPr>
          <p:spPr>
            <a:xfrm>
              <a:off x="861466" y="3335841"/>
              <a:ext cx="7572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0" name="Google Shape;270;p31"/>
            <p:cNvSpPr/>
            <p:nvPr/>
          </p:nvSpPr>
          <p:spPr>
            <a:xfrm>
              <a:off x="1360349" y="2032296"/>
              <a:ext cx="4242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1" name="Google Shape;271;p31"/>
            <p:cNvSpPr/>
            <p:nvPr/>
          </p:nvSpPr>
          <p:spPr>
            <a:xfrm>
              <a:off x="1573836" y="2358182"/>
              <a:ext cx="4242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2" name="Google Shape;272;p31"/>
            <p:cNvSpPr/>
            <p:nvPr/>
          </p:nvSpPr>
          <p:spPr>
            <a:xfrm>
              <a:off x="1697856" y="2684094"/>
              <a:ext cx="2607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3" name="Google Shape;273;p31"/>
            <p:cNvSpPr/>
            <p:nvPr/>
          </p:nvSpPr>
          <p:spPr>
            <a:xfrm>
              <a:off x="1697856" y="3335891"/>
              <a:ext cx="2607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4" name="Google Shape;274;p31"/>
            <p:cNvSpPr/>
            <p:nvPr/>
          </p:nvSpPr>
          <p:spPr>
            <a:xfrm>
              <a:off x="13726" y="4013038"/>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5" name="Google Shape;275;p31"/>
            <p:cNvSpPr/>
            <p:nvPr/>
          </p:nvSpPr>
          <p:spPr>
            <a:xfrm>
              <a:off x="395919" y="4296538"/>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6" name="Google Shape;276;p31"/>
            <p:cNvSpPr/>
            <p:nvPr/>
          </p:nvSpPr>
          <p:spPr>
            <a:xfrm>
              <a:off x="875884" y="4296538"/>
              <a:ext cx="385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7" name="Google Shape;277;p31"/>
            <p:cNvSpPr/>
            <p:nvPr/>
          </p:nvSpPr>
          <p:spPr>
            <a:xfrm>
              <a:off x="1360349" y="4296538"/>
              <a:ext cx="4869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8" name="Google Shape;278;p31"/>
            <p:cNvSpPr/>
            <p:nvPr/>
          </p:nvSpPr>
          <p:spPr>
            <a:xfrm>
              <a:off x="1912083" y="4296538"/>
              <a:ext cx="1776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9" name="Google Shape;279;p31"/>
            <p:cNvSpPr/>
            <p:nvPr/>
          </p:nvSpPr>
          <p:spPr>
            <a:xfrm>
              <a:off x="395919" y="4505063"/>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0" name="Google Shape;280;p31"/>
            <p:cNvSpPr/>
            <p:nvPr/>
          </p:nvSpPr>
          <p:spPr>
            <a:xfrm>
              <a:off x="875884" y="4505063"/>
              <a:ext cx="6135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1" name="Google Shape;281;p31"/>
            <p:cNvSpPr/>
            <p:nvPr/>
          </p:nvSpPr>
          <p:spPr>
            <a:xfrm>
              <a:off x="1570204" y="4505063"/>
              <a:ext cx="2607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2" name="Google Shape;282;p31"/>
            <p:cNvSpPr/>
            <p:nvPr/>
          </p:nvSpPr>
          <p:spPr>
            <a:xfrm>
              <a:off x="894657" y="759375"/>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3" name="Google Shape;283;p31"/>
            <p:cNvSpPr/>
            <p:nvPr/>
          </p:nvSpPr>
          <p:spPr>
            <a:xfrm>
              <a:off x="486348" y="106828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4" name="Google Shape;284;p31"/>
            <p:cNvSpPr/>
            <p:nvPr/>
          </p:nvSpPr>
          <p:spPr>
            <a:xfrm>
              <a:off x="1169818" y="1064149"/>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5" name="Google Shape;285;p31"/>
            <p:cNvSpPr/>
            <p:nvPr/>
          </p:nvSpPr>
          <p:spPr>
            <a:xfrm>
              <a:off x="486342" y="1395013"/>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6" name="Google Shape;286;p31"/>
            <p:cNvSpPr/>
            <p:nvPr/>
          </p:nvSpPr>
          <p:spPr>
            <a:xfrm>
              <a:off x="1254423" y="1719659"/>
              <a:ext cx="2964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7" name="Google Shape;287;p31"/>
            <p:cNvSpPr/>
            <p:nvPr/>
          </p:nvSpPr>
          <p:spPr>
            <a:xfrm>
              <a:off x="1697859" y="3028567"/>
              <a:ext cx="2964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8" name="Google Shape;288;p31"/>
            <p:cNvSpPr/>
            <p:nvPr/>
          </p:nvSpPr>
          <p:spPr>
            <a:xfrm>
              <a:off x="1840717" y="2032296"/>
              <a:ext cx="240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9" name="Google Shape;289;p31"/>
            <p:cNvSpPr/>
            <p:nvPr/>
          </p:nvSpPr>
          <p:spPr>
            <a:xfrm>
              <a:off x="2037810" y="2684069"/>
              <a:ext cx="240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0" name="Google Shape;290;p31"/>
            <p:cNvSpPr/>
            <p:nvPr/>
          </p:nvSpPr>
          <p:spPr>
            <a:xfrm>
              <a:off x="1912311" y="4507125"/>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1" name="Google Shape;291;p31"/>
            <p:cNvSpPr/>
            <p:nvPr/>
          </p:nvSpPr>
          <p:spPr>
            <a:xfrm>
              <a:off x="434873" y="39876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2" name="Google Shape;292;p31"/>
            <p:cNvSpPr/>
            <p:nvPr/>
          </p:nvSpPr>
          <p:spPr>
            <a:xfrm>
              <a:off x="434873" y="37575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46"/>
          <p:cNvSpPr txBox="1">
            <a:spLocks noGrp="1"/>
          </p:cNvSpPr>
          <p:nvPr>
            <p:ph type="subTitle" idx="1"/>
          </p:nvPr>
        </p:nvSpPr>
        <p:spPr>
          <a:xfrm>
            <a:off x="2403484" y="2445836"/>
            <a:ext cx="9377151" cy="2313233"/>
          </a:xfrm>
          <a:prstGeom prst="rect">
            <a:avLst/>
          </a:prstGeom>
        </p:spPr>
        <p:txBody>
          <a:bodyPr spcFirstLastPara="1" wrap="square" lIns="121900" tIns="121900" rIns="121900" bIns="121900" anchor="b" anchorCtr="0">
            <a:noAutofit/>
          </a:bodyPr>
          <a:lstStyle/>
          <a:p>
            <a:pPr marL="0" indent="0"/>
            <a:r>
              <a:rPr lang="en-US" i="1" dirty="0"/>
              <a:t>"We don't have better algorithms. We just have more data." – Peter Norvig (Director of Research at Google)</a:t>
            </a:r>
            <a:endParaRPr dirty="0"/>
          </a:p>
        </p:txBody>
      </p:sp>
      <p:grpSp>
        <p:nvGrpSpPr>
          <p:cNvPr id="804" name="Google Shape;804;p46"/>
          <p:cNvGrpSpPr/>
          <p:nvPr/>
        </p:nvGrpSpPr>
        <p:grpSpPr>
          <a:xfrm>
            <a:off x="478569" y="2490236"/>
            <a:ext cx="2856233" cy="3648433"/>
            <a:chOff x="358925" y="1867675"/>
            <a:chExt cx="2142175" cy="2736325"/>
          </a:xfrm>
        </p:grpSpPr>
        <p:sp>
          <p:nvSpPr>
            <p:cNvPr id="805" name="Google Shape;805;p46"/>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06" name="Google Shape;806;p46"/>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07" name="Google Shape;807;p46"/>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08" name="Google Shape;808;p46"/>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09" name="Google Shape;809;p46"/>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10" name="Google Shape;810;p46"/>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11" name="Google Shape;811;p46"/>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12" name="Google Shape;812;p46"/>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13" name="Google Shape;813;p46"/>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14" name="Google Shape;814;p46"/>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15" name="Google Shape;815;p46"/>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16" name="Google Shape;816;p46"/>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817" name="Google Shape;817;p46"/>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18" name="Google Shape;818;p46"/>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19" name="Google Shape;819;p46"/>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0" name="Google Shape;820;p46"/>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21" name="Google Shape;821;p46"/>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2" name="Google Shape;822;p46"/>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23" name="Google Shape;823;p46"/>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24" name="Google Shape;824;p46"/>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25" name="Google Shape;825;p46"/>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26" name="Google Shape;826;p46"/>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27" name="Google Shape;827;p46"/>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28" name="Google Shape;828;p46"/>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9" name="Google Shape;829;p46"/>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830" name="Google Shape;830;p46"/>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1" name="Google Shape;831;p46"/>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2" name="Google Shape;832;p46"/>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3" name="Google Shape;833;p46"/>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4" name="Google Shape;834;p46"/>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5" name="Google Shape;835;p46"/>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836" name="Google Shape;836;p46"/>
          <p:cNvSpPr txBox="1"/>
          <p:nvPr/>
        </p:nvSpPr>
        <p:spPr>
          <a:xfrm>
            <a:off x="301751" y="395167"/>
            <a:ext cx="939600" cy="1160000"/>
          </a:xfrm>
          <a:prstGeom prst="rect">
            <a:avLst/>
          </a:prstGeom>
          <a:noFill/>
          <a:ln>
            <a:noFill/>
          </a:ln>
        </p:spPr>
        <p:txBody>
          <a:bodyPr spcFirstLastPara="1" wrap="square" lIns="121900" tIns="121900" rIns="121900" bIns="121900" anchor="t" anchorCtr="0">
            <a:noAutofit/>
          </a:bodyPr>
          <a:lstStyle/>
          <a:p>
            <a:r>
              <a:rPr lang="en" sz="6667">
                <a:solidFill>
                  <a:schemeClr val="accent2"/>
                </a:solidFill>
                <a:latin typeface="Comfortaa"/>
                <a:ea typeface="Comfortaa"/>
                <a:cs typeface="Comfortaa"/>
                <a:sym typeface="Comfortaa"/>
              </a:rPr>
              <a:t>{</a:t>
            </a:r>
            <a:endParaRPr sz="6667">
              <a:solidFill>
                <a:schemeClr val="accent2"/>
              </a:solidFill>
              <a:latin typeface="Comfortaa"/>
              <a:ea typeface="Comfortaa"/>
              <a:cs typeface="Comfortaa"/>
              <a:sym typeface="Comfortaa"/>
            </a:endParaRPr>
          </a:p>
        </p:txBody>
      </p:sp>
      <p:sp>
        <p:nvSpPr>
          <p:cNvPr id="837" name="Google Shape;837;p46"/>
          <p:cNvSpPr txBox="1"/>
          <p:nvPr/>
        </p:nvSpPr>
        <p:spPr>
          <a:xfrm>
            <a:off x="9791700" y="5537200"/>
            <a:ext cx="692400" cy="1012400"/>
          </a:xfrm>
          <a:prstGeom prst="rect">
            <a:avLst/>
          </a:prstGeom>
          <a:noFill/>
          <a:ln>
            <a:noFill/>
          </a:ln>
        </p:spPr>
        <p:txBody>
          <a:bodyPr spcFirstLastPara="1" wrap="square" lIns="121900" tIns="121900" rIns="121900" bIns="121900" anchor="t" anchorCtr="0">
            <a:noAutofit/>
          </a:bodyPr>
          <a:lstStyle/>
          <a:p>
            <a:r>
              <a:rPr lang="en" sz="6667">
                <a:solidFill>
                  <a:schemeClr val="accent3"/>
                </a:solidFill>
                <a:latin typeface="Comfortaa"/>
                <a:ea typeface="Comfortaa"/>
                <a:cs typeface="Comfortaa"/>
                <a:sym typeface="Comfortaa"/>
              </a:rPr>
              <a:t>}</a:t>
            </a:r>
            <a:endParaRPr sz="6667">
              <a:solidFill>
                <a:schemeClr val="accent3"/>
              </a:solidFill>
              <a:latin typeface="Comfortaa"/>
              <a:ea typeface="Comfortaa"/>
              <a:cs typeface="Comfortaa"/>
              <a:sym typeface="Comfortaa"/>
            </a:endParaRPr>
          </a:p>
        </p:txBody>
      </p:sp>
      <p:sp>
        <p:nvSpPr>
          <p:cNvPr id="838" name="Google Shape;838;p46"/>
          <p:cNvSpPr txBox="1"/>
          <p:nvPr/>
        </p:nvSpPr>
        <p:spPr>
          <a:xfrm>
            <a:off x="10602333" y="5821200"/>
            <a:ext cx="1301600" cy="728400"/>
          </a:xfrm>
          <a:prstGeom prst="rect">
            <a:avLst/>
          </a:prstGeom>
          <a:noFill/>
          <a:ln>
            <a:noFill/>
          </a:ln>
        </p:spPr>
        <p:txBody>
          <a:bodyPr spcFirstLastPara="1" wrap="square" lIns="121900" tIns="121900" rIns="121900" bIns="121900" anchor="ctr" anchorCtr="0">
            <a:noAutofit/>
          </a:bodyPr>
          <a:lstStyle/>
          <a:p>
            <a:pPr algn="r"/>
            <a:r>
              <a:rPr lang="en" sz="6667">
                <a:solidFill>
                  <a:schemeClr val="accent2"/>
                </a:solidFill>
                <a:latin typeface="Fira Code"/>
                <a:ea typeface="Fira Code"/>
                <a:cs typeface="Fira Code"/>
                <a:sym typeface="Fira Code"/>
              </a:rPr>
              <a:t>..</a:t>
            </a:r>
            <a:endParaRPr sz="6667">
              <a:solidFill>
                <a:schemeClr val="accent2"/>
              </a:solidFill>
            </a:endParaRPr>
          </a:p>
        </p:txBody>
      </p:sp>
      <p:sp>
        <p:nvSpPr>
          <p:cNvPr id="839" name="Google Shape;839;p46"/>
          <p:cNvSpPr txBox="1"/>
          <p:nvPr/>
        </p:nvSpPr>
        <p:spPr>
          <a:xfrm>
            <a:off x="894217" y="681400"/>
            <a:ext cx="1301600" cy="728400"/>
          </a:xfrm>
          <a:prstGeom prst="rect">
            <a:avLst/>
          </a:prstGeom>
          <a:noFill/>
          <a:ln>
            <a:noFill/>
          </a:ln>
        </p:spPr>
        <p:txBody>
          <a:bodyPr spcFirstLastPara="1" wrap="square" lIns="121900" tIns="121900" rIns="121900" bIns="121900" anchor="ctr" anchorCtr="0">
            <a:noAutofit/>
          </a:bodyPr>
          <a:lstStyle/>
          <a:p>
            <a:pPr algn="r"/>
            <a:r>
              <a:rPr lang="en" sz="6667">
                <a:solidFill>
                  <a:schemeClr val="accent5"/>
                </a:solidFill>
                <a:latin typeface="Fira Code"/>
                <a:ea typeface="Fira Code"/>
                <a:cs typeface="Fira Code"/>
                <a:sym typeface="Fira Code"/>
              </a:rPr>
              <a:t>..</a:t>
            </a:r>
            <a:endParaRPr sz="6667">
              <a:solidFill>
                <a:schemeClr val="accent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2"/>
          <p:cNvSpPr txBox="1">
            <a:spLocks noGrp="1"/>
          </p:cNvSpPr>
          <p:nvPr>
            <p:ph type="title"/>
          </p:nvPr>
        </p:nvSpPr>
        <p:spPr>
          <a:prstGeom prst="rect">
            <a:avLst/>
          </a:prstGeom>
        </p:spPr>
        <p:txBody>
          <a:bodyPr spcFirstLastPara="1" wrap="square" lIns="121900" tIns="121900" rIns="121900" bIns="121900" anchor="t" anchorCtr="0">
            <a:noAutofit/>
          </a:bodyPr>
          <a:lstStyle/>
          <a:p>
            <a:r>
              <a:rPr lang="en" dirty="0"/>
              <a:t>Contents </a:t>
            </a:r>
            <a:r>
              <a:rPr lang="en" dirty="0">
                <a:solidFill>
                  <a:schemeClr val="accent4"/>
                </a:solidFill>
              </a:rPr>
              <a:t>of Day 8</a:t>
            </a:r>
            <a:endParaRPr dirty="0">
              <a:solidFill>
                <a:schemeClr val="accent4"/>
              </a:solidFill>
            </a:endParaRPr>
          </a:p>
        </p:txBody>
      </p:sp>
      <p:sp>
        <p:nvSpPr>
          <p:cNvPr id="298" name="Google Shape;298;p32"/>
          <p:cNvSpPr txBox="1">
            <a:spLocks noGrp="1"/>
          </p:cNvSpPr>
          <p:nvPr>
            <p:ph type="body" idx="1"/>
          </p:nvPr>
        </p:nvSpPr>
        <p:spPr>
          <a:prstGeom prst="rect">
            <a:avLst/>
          </a:prstGeom>
        </p:spPr>
        <p:txBody>
          <a:bodyPr spcFirstLastPara="1" wrap="square" lIns="121900" tIns="121900" rIns="121900" bIns="121900" anchor="t" anchorCtr="0">
            <a:noAutofit/>
          </a:bodyPr>
          <a:lstStyle/>
          <a:p>
            <a:pPr marL="0" indent="0">
              <a:buNone/>
            </a:pPr>
            <a:r>
              <a:rPr lang="en-US" dirty="0"/>
              <a:t>Data Types &amp; Measures of Central Tendency</a:t>
            </a:r>
          </a:p>
        </p:txBody>
      </p:sp>
      <p:graphicFrame>
        <p:nvGraphicFramePr>
          <p:cNvPr id="299" name="Google Shape;299;p32"/>
          <p:cNvGraphicFramePr/>
          <p:nvPr>
            <p:extLst>
              <p:ext uri="{D42A27DB-BD31-4B8C-83A1-F6EECF244321}">
                <p14:modId xmlns:p14="http://schemas.microsoft.com/office/powerpoint/2010/main" val="3420668686"/>
              </p:ext>
            </p:extLst>
          </p:nvPr>
        </p:nvGraphicFramePr>
        <p:xfrm>
          <a:off x="968901" y="2328148"/>
          <a:ext cx="10272000" cy="3563292"/>
        </p:xfrm>
        <a:graphic>
          <a:graphicData uri="http://schemas.openxmlformats.org/drawingml/2006/table">
            <a:tbl>
              <a:tblPr>
                <a:noFill/>
              </a:tblPr>
              <a:tblGrid>
                <a:gridCol w="3326100">
                  <a:extLst>
                    <a:ext uri="{9D8B030D-6E8A-4147-A177-3AD203B41FA5}">
                      <a16:colId xmlns:a16="http://schemas.microsoft.com/office/drawing/2014/main" val="20000"/>
                    </a:ext>
                  </a:extLst>
                </a:gridCol>
                <a:gridCol w="6945900">
                  <a:extLst>
                    <a:ext uri="{9D8B030D-6E8A-4147-A177-3AD203B41FA5}">
                      <a16:colId xmlns:a16="http://schemas.microsoft.com/office/drawing/2014/main" val="20001"/>
                    </a:ext>
                  </a:extLst>
                </a:gridCol>
              </a:tblGrid>
              <a:tr h="586023">
                <a:tc>
                  <a:txBody>
                    <a:bodyPr/>
                    <a:lstStyle/>
                    <a:p>
                      <a:pPr marL="0" lvl="0" indent="0" algn="l" rtl="0">
                        <a:spcBef>
                          <a:spcPts val="0"/>
                        </a:spcBef>
                        <a:spcAft>
                          <a:spcPts val="0"/>
                        </a:spcAft>
                        <a:buNone/>
                      </a:pPr>
                      <a:r>
                        <a:rPr lang="en" sz="1500" dirty="0">
                          <a:solidFill>
                            <a:schemeClr val="dk2"/>
                          </a:solidFill>
                          <a:uFill>
                            <a:noFill/>
                          </a:uFill>
                          <a:latin typeface="Source Code Pro"/>
                          <a:ea typeface="Source Code Pro"/>
                          <a:cs typeface="Source Code Pro"/>
                          <a:sym typeface="Source Code Pro"/>
                        </a:rPr>
                        <a:t>Recap &amp; introduction</a:t>
                      </a:r>
                      <a:endParaRPr sz="1500" dirty="0">
                        <a:solidFill>
                          <a:schemeClr val="dk2"/>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a:buNone/>
                      </a:pPr>
                      <a:r>
                        <a:rPr lang="en-US" sz="1300" dirty="0">
                          <a:latin typeface="Source Code Pro" panose="020B0509030403020204" pitchFamily="49" charset="0"/>
                          <a:ea typeface="Source Code Pro" panose="020B0509030403020204" pitchFamily="49" charset="0"/>
                        </a:rPr>
                        <a:t>Moving from Python OOP to Data Science. Why AI needs data.</a:t>
                      </a: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0"/>
                  </a:ext>
                </a:extLst>
              </a:tr>
              <a:tr h="1219200">
                <a:tc>
                  <a:txBody>
                    <a:bodyPr/>
                    <a:lstStyle/>
                    <a:p>
                      <a:pPr marL="0" lvl="0" indent="0" algn="l" rtl="0">
                        <a:spcBef>
                          <a:spcPts val="0"/>
                        </a:spcBef>
                        <a:spcAft>
                          <a:spcPts val="0"/>
                        </a:spcAft>
                        <a:buNone/>
                      </a:pPr>
                      <a:r>
                        <a:rPr lang="en" sz="1500" dirty="0">
                          <a:solidFill>
                            <a:schemeClr val="accent2"/>
                          </a:solidFill>
                          <a:uFill>
                            <a:noFill/>
                          </a:uFill>
                          <a:latin typeface="Source Code Pro"/>
                          <a:ea typeface="Source Code Pro"/>
                          <a:cs typeface="Source Code Pro"/>
                          <a:sym typeface="Source Code Pro"/>
                        </a:rPr>
                        <a:t>Core Thoery</a:t>
                      </a:r>
                      <a:endParaRPr sz="1500" dirty="0">
                        <a:solidFill>
                          <a:schemeClr val="accent2"/>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r>
                        <a:rPr lang="en-US" sz="1300" b="1" dirty="0">
                          <a:solidFill>
                            <a:schemeClr val="tx1"/>
                          </a:solidFill>
                          <a:latin typeface="Source Code Pro" panose="020B0509030403020204" pitchFamily="49" charset="0"/>
                          <a:ea typeface="Source Code Pro" panose="020B0509030403020204" pitchFamily="49" charset="0"/>
                        </a:rPr>
                        <a:t>Big Data </a:t>
                      </a:r>
                      <a:r>
                        <a:rPr lang="en-US" sz="1300" dirty="0">
                          <a:solidFill>
                            <a:schemeClr val="tx1"/>
                          </a:solidFill>
                          <a:latin typeface="Source Code Pro" panose="020B0509030403020204" pitchFamily="49" charset="0"/>
                          <a:ea typeface="Source Code Pro" panose="020B0509030403020204" pitchFamily="49" charset="0"/>
                        </a:rPr>
                        <a:t>| Data and its types (Structured, Unstructured)</a:t>
                      </a:r>
                    </a:p>
                    <a:p>
                      <a:r>
                        <a:rPr lang="en-US" sz="1400" b="1" dirty="0">
                          <a:solidFill>
                            <a:schemeClr val="tx1"/>
                          </a:solidFill>
                          <a:latin typeface="Source Code Pro" panose="020B0509030403020204" pitchFamily="49" charset="0"/>
                          <a:ea typeface="Source Code Pro" panose="020B0509030403020204" pitchFamily="49" charset="0"/>
                        </a:rPr>
                        <a:t>Data Types</a:t>
                      </a:r>
                      <a:r>
                        <a:rPr lang="en-US" sz="1400" dirty="0">
                          <a:solidFill>
                            <a:schemeClr val="tx1"/>
                          </a:solidFill>
                          <a:latin typeface="Source Code Pro" panose="020B0509030403020204" pitchFamily="49" charset="0"/>
                          <a:ea typeface="Source Code Pro" panose="020B0509030403020204" pitchFamily="49" charset="0"/>
                        </a:rPr>
                        <a:t> | </a:t>
                      </a:r>
                      <a:r>
                        <a:rPr lang="en-US" sz="1300" dirty="0">
                          <a:solidFill>
                            <a:schemeClr val="tx1"/>
                          </a:solidFill>
                          <a:latin typeface="Source Code Pro" panose="020B0509030403020204" pitchFamily="49" charset="0"/>
                          <a:ea typeface="Source Code Pro" panose="020B0509030403020204" pitchFamily="49" charset="0"/>
                        </a:rPr>
                        <a:t>Quantitative (Numerical, Continuous, Discrete) Qualitative (Categorical, Nominal, Ordinal, Binary).</a:t>
                      </a:r>
                    </a:p>
                    <a:p>
                      <a:r>
                        <a:rPr lang="en-US" sz="1300" dirty="0">
                          <a:solidFill>
                            <a:schemeClr val="tx1"/>
                          </a:solidFill>
                          <a:latin typeface="Source Code Pro" panose="020B0509030403020204" pitchFamily="49" charset="0"/>
                          <a:ea typeface="Source Code Pro" panose="020B0509030403020204" pitchFamily="49" charset="0"/>
                        </a:rPr>
                        <a:t>The Math | Measures of Central Tendency (Mean, Median, Mode).</a:t>
                      </a: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1"/>
                  </a:ext>
                </a:extLst>
              </a:tr>
              <a:tr h="586023">
                <a:tc>
                  <a:txBody>
                    <a:bodyPr/>
                    <a:lstStyle/>
                    <a:p>
                      <a:pPr marL="0" lvl="0" indent="0" algn="l" rtl="0">
                        <a:spcBef>
                          <a:spcPts val="0"/>
                        </a:spcBef>
                        <a:spcAft>
                          <a:spcPts val="0"/>
                        </a:spcAft>
                        <a:buNone/>
                      </a:pPr>
                      <a:r>
                        <a:rPr lang="en" sz="1500" dirty="0">
                          <a:solidFill>
                            <a:schemeClr val="accent4"/>
                          </a:solidFill>
                          <a:uFill>
                            <a:noFill/>
                          </a:uFill>
                          <a:latin typeface="Source Code Pro"/>
                          <a:ea typeface="Source Code Pro"/>
                          <a:cs typeface="Source Code Pro"/>
                          <a:sym typeface="Source Code Pro"/>
                        </a:rPr>
                        <a:t>Lab Practice</a:t>
                      </a:r>
                      <a:endParaRPr sz="1500" dirty="0">
                        <a:solidFill>
                          <a:schemeClr val="accent4"/>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solidFill>
                            <a:schemeClr val="dk1"/>
                          </a:solidFill>
                          <a:latin typeface="Source Code Pro"/>
                          <a:ea typeface="Source Code Pro"/>
                          <a:cs typeface="Source Code Pro"/>
                          <a:sym typeface="Source Code Pro"/>
                        </a:rPr>
                        <a:t>Practical coding tasks implementing method</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2"/>
                  </a:ext>
                </a:extLst>
              </a:tr>
              <a:tr h="586023">
                <a:tc>
                  <a:txBody>
                    <a:bodyPr/>
                    <a:lstStyle/>
                    <a:p>
                      <a:pPr marL="0" lvl="0" indent="0" algn="l" rtl="0">
                        <a:spcBef>
                          <a:spcPts val="0"/>
                        </a:spcBef>
                        <a:spcAft>
                          <a:spcPts val="0"/>
                        </a:spcAft>
                        <a:buNone/>
                      </a:pPr>
                      <a:r>
                        <a:rPr lang="en" sz="1500">
                          <a:solidFill>
                            <a:schemeClr val="accent5"/>
                          </a:solidFill>
                          <a:uFill>
                            <a:noFill/>
                          </a:uFill>
                          <a:latin typeface="Source Code Pro"/>
                          <a:ea typeface="Source Code Pro"/>
                          <a:cs typeface="Source Code Pro"/>
                          <a:sym typeface="Source Code Pro"/>
                        </a:rPr>
                        <a:t>Advance Lab</a:t>
                      </a:r>
                      <a:endParaRPr sz="1500" dirty="0">
                        <a:solidFill>
                          <a:schemeClr val="accent5"/>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solidFill>
                            <a:schemeClr val="dk1"/>
                          </a:solidFill>
                          <a:latin typeface="Source Code Pro"/>
                          <a:ea typeface="Source Code Pro"/>
                          <a:cs typeface="Source Code Pro"/>
                          <a:sym typeface="Source Code Pro"/>
                        </a:rPr>
                        <a:t>Practice advance coding examples to understand the how it works</a:t>
                      </a: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3"/>
                  </a:ext>
                </a:extLst>
              </a:tr>
              <a:tr h="586023">
                <a:tc>
                  <a:txBody>
                    <a:bodyPr/>
                    <a:lstStyle/>
                    <a:p>
                      <a:pPr marL="0" lvl="0" indent="0" algn="l" rtl="0">
                        <a:spcBef>
                          <a:spcPts val="0"/>
                        </a:spcBef>
                        <a:spcAft>
                          <a:spcPts val="0"/>
                        </a:spcAft>
                        <a:buNone/>
                      </a:pPr>
                      <a:r>
                        <a:rPr lang="en" sz="1500">
                          <a:solidFill>
                            <a:schemeClr val="accent1"/>
                          </a:solidFill>
                          <a:uFill>
                            <a:noFill/>
                          </a:uFill>
                          <a:latin typeface="Source Code Pro"/>
                          <a:ea typeface="Source Code Pro"/>
                          <a:cs typeface="Source Code Pro"/>
                          <a:sym typeface="Source Code Pro"/>
                        </a:rPr>
                        <a:t>Wrap-up &amp; Q&amp;A</a:t>
                      </a:r>
                      <a:endParaRPr sz="1500" dirty="0">
                        <a:solidFill>
                          <a:schemeClr val="accent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US" sz="1300" dirty="0">
                          <a:solidFill>
                            <a:schemeClr val="dk1"/>
                          </a:solidFill>
                          <a:latin typeface="Source Code Pro"/>
                          <a:ea typeface="Source Code Pro"/>
                          <a:cs typeface="Source Code Pro"/>
                          <a:sym typeface="Source Code Pro"/>
                        </a:rPr>
                        <a:t>Debugging tips along with Q&amp;A and suggestion</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00" name="Google Shape;300;p32"/>
          <p:cNvSpPr txBox="1"/>
          <p:nvPr/>
        </p:nvSpPr>
        <p:spPr>
          <a:xfrm>
            <a:off x="951099" y="5523067"/>
            <a:ext cx="4085200" cy="615600"/>
          </a:xfrm>
          <a:prstGeom prst="rect">
            <a:avLst/>
          </a:prstGeom>
          <a:noFill/>
          <a:ln>
            <a:noFill/>
          </a:ln>
        </p:spPr>
        <p:txBody>
          <a:bodyPr spcFirstLastPara="1" wrap="square" lIns="121900" tIns="121900" rIns="121900" bIns="121900" anchor="t" anchorCtr="0">
            <a:noAutofit/>
          </a:bodyPr>
          <a:lstStyle/>
          <a:p>
            <a:endParaRPr sz="1467" dirty="0">
              <a:solidFill>
                <a:schemeClr val="accent3"/>
              </a:solidFill>
              <a:latin typeface="Source Code Pro"/>
              <a:ea typeface="Source Code Pro"/>
              <a:cs typeface="Source Code Pro"/>
              <a:sym typeface="Source Code Pro"/>
            </a:endParaRPr>
          </a:p>
        </p:txBody>
      </p:sp>
      <p:sp>
        <p:nvSpPr>
          <p:cNvPr id="301" name="Google Shape;301;p32"/>
          <p:cNvSpPr txBox="1"/>
          <p:nvPr/>
        </p:nvSpPr>
        <p:spPr>
          <a:xfrm>
            <a:off x="3400552" y="5830867"/>
            <a:ext cx="5875200" cy="1361527"/>
          </a:xfrm>
          <a:prstGeom prst="rect">
            <a:avLst/>
          </a:prstGeom>
          <a:noFill/>
          <a:ln>
            <a:noFill/>
          </a:ln>
        </p:spPr>
        <p:txBody>
          <a:bodyPr spcFirstLastPara="1" wrap="square" lIns="121900" tIns="121900" rIns="121900" bIns="121900" anchor="t" anchorCtr="0">
            <a:noAutofit/>
          </a:bodyPr>
          <a:lstStyle/>
          <a:p>
            <a:r>
              <a:rPr lang="en" sz="1467" dirty="0">
                <a:solidFill>
                  <a:schemeClr val="dk1"/>
                </a:solidFill>
                <a:latin typeface="Source Code Pro"/>
                <a:ea typeface="Source Code Pro"/>
                <a:cs typeface="Source Code Pro"/>
                <a:sym typeface="Source Code Pro"/>
              </a:rPr>
              <a:t>Important:</a:t>
            </a:r>
            <a:br>
              <a:rPr lang="en" sz="1467" dirty="0">
                <a:solidFill>
                  <a:schemeClr val="dk1"/>
                </a:solidFill>
                <a:latin typeface="Source Code Pro"/>
                <a:ea typeface="Source Code Pro"/>
                <a:cs typeface="Source Code Pro"/>
                <a:sym typeface="Source Code Pro"/>
              </a:rPr>
            </a:br>
            <a:r>
              <a:rPr lang="en-US" sz="1467" dirty="0">
                <a:solidFill>
                  <a:schemeClr val="accent3"/>
                </a:solidFill>
                <a:uFill>
                  <a:noFill/>
                </a:uFill>
                <a:latin typeface="Source Code Pro"/>
                <a:ea typeface="Source Code Pro"/>
                <a:cs typeface="Source Code Pro"/>
                <a:sym typeface="Source Code Pro"/>
              </a:rPr>
              <a:t>Use of AI for solving given task is not allowed.</a:t>
            </a:r>
            <a:br>
              <a:rPr lang="en-US" sz="1467" dirty="0">
                <a:solidFill>
                  <a:schemeClr val="accent3"/>
                </a:solidFill>
                <a:uFill>
                  <a:noFill/>
                </a:uFill>
                <a:latin typeface="Source Code Pro"/>
                <a:ea typeface="Source Code Pro"/>
                <a:cs typeface="Source Code Pro"/>
                <a:sym typeface="Source Code Pro"/>
              </a:rPr>
            </a:br>
            <a:r>
              <a:rPr lang="en-US" sz="1467" dirty="0">
                <a:solidFill>
                  <a:schemeClr val="accent3"/>
                </a:solidFill>
                <a:uFill>
                  <a:noFill/>
                </a:uFill>
                <a:latin typeface="Source Code Pro"/>
                <a:ea typeface="Source Code Pro"/>
                <a:cs typeface="Source Code Pro"/>
                <a:sym typeface="Source Code Pro"/>
              </a:rPr>
              <a:t>Cellphones must be put on silent.</a:t>
            </a:r>
            <a:br>
              <a:rPr lang="en-US" sz="1467" dirty="0">
                <a:solidFill>
                  <a:schemeClr val="accent3"/>
                </a:solidFill>
                <a:uFill>
                  <a:noFill/>
                </a:uFill>
                <a:latin typeface="Source Code Pro"/>
                <a:ea typeface="Source Code Pro"/>
                <a:cs typeface="Source Code Pro"/>
                <a:sym typeface="Source Code Pro"/>
              </a:rPr>
            </a:br>
            <a:br>
              <a:rPr lang="en-US" sz="1467" dirty="0">
                <a:solidFill>
                  <a:schemeClr val="accent3"/>
                </a:solidFill>
                <a:uFill>
                  <a:noFill/>
                </a:uFill>
                <a:latin typeface="Source Code Pro"/>
                <a:ea typeface="Source Code Pro"/>
                <a:cs typeface="Source Code Pro"/>
                <a:sym typeface="Source Code Pro"/>
              </a:rPr>
            </a:br>
            <a:endParaRPr lang="en-US" sz="1467" dirty="0">
              <a:solidFill>
                <a:schemeClr val="accent3"/>
              </a:solidFill>
              <a:latin typeface="Source Code Pro"/>
              <a:ea typeface="Source Code Pro"/>
              <a:cs typeface="Source Code Pro"/>
              <a:sym typeface="Source Code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685121" y="535784"/>
            <a:ext cx="11232000" cy="763600"/>
          </a:xfrm>
          <a:prstGeom prst="rect">
            <a:avLst/>
          </a:prstGeom>
        </p:spPr>
        <p:txBody>
          <a:bodyPr spcFirstLastPara="1" wrap="square" lIns="121900" tIns="121900" rIns="121900" bIns="121900" anchor="t" anchorCtr="0">
            <a:noAutofit/>
          </a:bodyPr>
          <a:lstStyle/>
          <a:p>
            <a:r>
              <a:rPr lang="en" sz="3200" dirty="0"/>
              <a:t>Today Objective - </a:t>
            </a:r>
            <a:r>
              <a:rPr lang="en-US" sz="3200" dirty="0">
                <a:solidFill>
                  <a:schemeClr val="tx2"/>
                </a:solidFill>
              </a:rPr>
              <a:t>Flexibility &amp; Strict Rules</a:t>
            </a:r>
            <a:endParaRPr sz="3200" dirty="0">
              <a:solidFill>
                <a:schemeClr val="tx2"/>
              </a:solidFill>
            </a:endParaRPr>
          </a:p>
        </p:txBody>
      </p:sp>
      <p:sp>
        <p:nvSpPr>
          <p:cNvPr id="432" name="Google Shape;432;p36"/>
          <p:cNvSpPr txBox="1">
            <a:spLocks noGrp="1"/>
          </p:cNvSpPr>
          <p:nvPr>
            <p:ph type="subTitle" idx="1"/>
          </p:nvPr>
        </p:nvSpPr>
        <p:spPr>
          <a:xfrm>
            <a:off x="1294722" y="2085333"/>
            <a:ext cx="10012797" cy="1502067"/>
          </a:xfrm>
          <a:prstGeom prst="rect">
            <a:avLst/>
          </a:prstGeom>
        </p:spPr>
        <p:txBody>
          <a:bodyPr spcFirstLastPara="1" wrap="square" lIns="121900" tIns="121900" rIns="121900" bIns="121900" anchor="t" anchorCtr="0">
            <a:noAutofit/>
          </a:bodyPr>
          <a:lstStyle/>
          <a:p>
            <a:pPr marL="0" indent="0"/>
            <a:r>
              <a:rPr lang="en-US" sz="1600" dirty="0"/>
              <a:t>You can write the most beautiful, complex Object-Oriented Neural Network in the world. But if you don't feed it thousands of examples (</a:t>
            </a:r>
            <a:r>
              <a:rPr lang="en-US" sz="1600" dirty="0">
                <a:solidFill>
                  <a:schemeClr val="accent1"/>
                </a:solidFill>
              </a:rPr>
              <a:t>Data</a:t>
            </a:r>
            <a:r>
              <a:rPr lang="en-US" sz="1600" dirty="0"/>
              <a:t>), it is just a useless, empty calculator. You cannot teach an AI what a "good" property investment is without showing it 10,000 real-world property prices first.</a:t>
            </a:r>
          </a:p>
          <a:p>
            <a:pPr marL="0" indent="0"/>
            <a:endParaRPr lang="en-US" sz="1600" dirty="0">
              <a:solidFill>
                <a:schemeClr val="tx1"/>
              </a:solidFill>
            </a:endParaRPr>
          </a:p>
        </p:txBody>
      </p:sp>
      <p:grpSp>
        <p:nvGrpSpPr>
          <p:cNvPr id="434" name="Google Shape;434;p36"/>
          <p:cNvGrpSpPr/>
          <p:nvPr/>
        </p:nvGrpSpPr>
        <p:grpSpPr>
          <a:xfrm>
            <a:off x="466721" y="5258667"/>
            <a:ext cx="3381529" cy="1183100"/>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448" name="Google Shape;448;p36"/>
          <p:cNvSpPr txBox="1"/>
          <p:nvPr/>
        </p:nvSpPr>
        <p:spPr>
          <a:xfrm>
            <a:off x="11057116" y="5098829"/>
            <a:ext cx="849313" cy="1340187"/>
          </a:xfrm>
          <a:prstGeom prst="rect">
            <a:avLst/>
          </a:prstGeom>
          <a:noFill/>
          <a:ln>
            <a:noFill/>
          </a:ln>
        </p:spPr>
        <p:txBody>
          <a:bodyPr spcFirstLastPara="1" wrap="square" lIns="121900" tIns="121900" rIns="121900" bIns="121900" anchor="t" anchorCtr="0">
            <a:noAutofit/>
          </a:bodyPr>
          <a:lstStyle/>
          <a:p>
            <a:r>
              <a:rPr lang="en" sz="6667" dirty="0">
                <a:solidFill>
                  <a:schemeClr val="accent3"/>
                </a:solidFill>
                <a:latin typeface="Comfortaa"/>
                <a:ea typeface="Comfortaa"/>
                <a:cs typeface="Comfortaa"/>
                <a:sym typeface="Comfortaa"/>
              </a:rPr>
              <a:t>}</a:t>
            </a:r>
            <a:endParaRPr sz="6667" dirty="0">
              <a:solidFill>
                <a:schemeClr val="accent3"/>
              </a:solidFill>
              <a:latin typeface="Comfortaa"/>
              <a:ea typeface="Comfortaa"/>
              <a:cs typeface="Comfortaa"/>
              <a:sym typeface="Comfortaa"/>
            </a:endParaRPr>
          </a:p>
        </p:txBody>
      </p:sp>
      <p:sp>
        <p:nvSpPr>
          <p:cNvPr id="449" name="Google Shape;449;p36"/>
          <p:cNvSpPr txBox="1"/>
          <p:nvPr/>
        </p:nvSpPr>
        <p:spPr>
          <a:xfrm>
            <a:off x="7692953" y="5664067"/>
            <a:ext cx="1301600" cy="728400"/>
          </a:xfrm>
          <a:prstGeom prst="rect">
            <a:avLst/>
          </a:prstGeom>
          <a:noFill/>
          <a:ln>
            <a:noFill/>
          </a:ln>
        </p:spPr>
        <p:txBody>
          <a:bodyPr spcFirstLastPara="1" wrap="square" lIns="121900" tIns="121900" rIns="121900" bIns="121900" anchor="ctr" anchorCtr="0">
            <a:noAutofit/>
          </a:bodyPr>
          <a:lstStyle/>
          <a:p>
            <a:pPr algn="r"/>
            <a:r>
              <a:rPr lang="en" sz="6667" dirty="0">
                <a:solidFill>
                  <a:schemeClr val="accent2"/>
                </a:solidFill>
                <a:latin typeface="Fira Code"/>
                <a:ea typeface="Fira Code"/>
                <a:cs typeface="Fira Code"/>
                <a:sym typeface="Fira Code"/>
              </a:rPr>
              <a:t>..</a:t>
            </a:r>
            <a:endParaRPr sz="6667" dirty="0">
              <a:solidFill>
                <a:schemeClr val="accent2"/>
              </a:solidFill>
            </a:endParaRPr>
          </a:p>
        </p:txBody>
      </p:sp>
      <p:sp>
        <p:nvSpPr>
          <p:cNvPr id="2" name="TextBox 1">
            <a:extLst>
              <a:ext uri="{FF2B5EF4-FFF2-40B4-BE49-F238E27FC236}">
                <a16:creationId xmlns:a16="http://schemas.microsoft.com/office/drawing/2014/main" id="{DD9ABD93-5451-9F4F-7ADC-2729191D6603}"/>
              </a:ext>
            </a:extLst>
          </p:cNvPr>
          <p:cNvSpPr txBox="1"/>
          <p:nvPr/>
        </p:nvSpPr>
        <p:spPr>
          <a:xfrm>
            <a:off x="1413750" y="3396844"/>
            <a:ext cx="3179369" cy="1077218"/>
          </a:xfrm>
          <a:prstGeom prst="rect">
            <a:avLst/>
          </a:prstGeom>
          <a:noFill/>
        </p:spPr>
        <p:txBody>
          <a:bodyPr wrap="square" rtlCol="0">
            <a:spAutoFit/>
          </a:bodyPr>
          <a:lstStyle/>
          <a:p>
            <a:r>
              <a:rPr lang="en-US" sz="1600" dirty="0">
                <a:solidFill>
                  <a:schemeClr val="bg2"/>
                </a:solidFill>
                <a:latin typeface="Source Code Pro" panose="020B0509030403020204" pitchFamily="49" charset="0"/>
                <a:ea typeface="Source Code Pro" panose="020B0509030403020204" pitchFamily="49" charset="0"/>
              </a:rPr>
              <a:t>Artificial Intelligence </a:t>
            </a:r>
            <a:r>
              <a:rPr lang="en-US" sz="1600" dirty="0">
                <a:latin typeface="Source Code Pro" panose="020B0509030403020204" pitchFamily="49" charset="0"/>
                <a:ea typeface="Source Code Pro" panose="020B0509030403020204" pitchFamily="49" charset="0"/>
              </a:rPr>
              <a:t>is not magic. It is pattern recognition built on data.</a:t>
            </a:r>
          </a:p>
        </p:txBody>
      </p:sp>
      <p:sp>
        <p:nvSpPr>
          <p:cNvPr id="3" name="TextBox 2">
            <a:extLst>
              <a:ext uri="{FF2B5EF4-FFF2-40B4-BE49-F238E27FC236}">
                <a16:creationId xmlns:a16="http://schemas.microsoft.com/office/drawing/2014/main" id="{CDCEC8D4-B3D5-3767-D5D9-01A6645898FD}"/>
              </a:ext>
            </a:extLst>
          </p:cNvPr>
          <p:cNvSpPr txBox="1"/>
          <p:nvPr/>
        </p:nvSpPr>
        <p:spPr>
          <a:xfrm>
            <a:off x="4593119" y="3386475"/>
            <a:ext cx="7613684" cy="2800767"/>
          </a:xfrm>
          <a:prstGeom prst="rect">
            <a:avLst/>
          </a:prstGeom>
          <a:noFill/>
        </p:spPr>
        <p:txBody>
          <a:bodyPr wrap="square" rtlCol="0">
            <a:spAutoFit/>
          </a:bodyPr>
          <a:lstStyle/>
          <a:p>
            <a:r>
              <a:rPr lang="en-US" sz="1600" b="1" dirty="0">
                <a:solidFill>
                  <a:schemeClr val="accent2">
                    <a:lumMod val="75000"/>
                  </a:schemeClr>
                </a:solidFill>
                <a:latin typeface="Source Code Pro" panose="020B0509030403020204" pitchFamily="49" charset="0"/>
                <a:ea typeface="Source Code Pro" panose="020B0509030403020204" pitchFamily="49" charset="0"/>
              </a:rPr>
              <a:t>Machine Learning </a:t>
            </a:r>
            <a:r>
              <a:rPr lang="en-US" sz="1600" dirty="0">
                <a:latin typeface="Source Code Pro" panose="020B0509030403020204" pitchFamily="49" charset="0"/>
                <a:ea typeface="Source Code Pro" panose="020B0509030403020204" pitchFamily="49" charset="0"/>
              </a:rPr>
              <a:t>Learns patterns from structured datasets.</a:t>
            </a:r>
          </a:p>
          <a:p>
            <a:r>
              <a:rPr lang="en-US" sz="1600" dirty="0">
                <a:latin typeface="Source Code Pro" panose="020B0509030403020204" pitchFamily="49" charset="0"/>
                <a:ea typeface="Source Code Pro" panose="020B0509030403020204" pitchFamily="49" charset="0"/>
              </a:rPr>
              <a:t>Examples: prediction, classification, regression.</a:t>
            </a:r>
          </a:p>
          <a:p>
            <a:endParaRPr lang="en-US" sz="1600" dirty="0">
              <a:latin typeface="Source Code Pro" panose="020B0509030403020204" pitchFamily="49" charset="0"/>
              <a:ea typeface="Source Code Pro" panose="020B0509030403020204" pitchFamily="49" charset="0"/>
            </a:endParaRPr>
          </a:p>
          <a:p>
            <a:r>
              <a:rPr lang="en-US" sz="1600" b="1" dirty="0">
                <a:solidFill>
                  <a:schemeClr val="bg2">
                    <a:lumMod val="75000"/>
                  </a:schemeClr>
                </a:solidFill>
                <a:latin typeface="Source Code Pro" panose="020B0509030403020204" pitchFamily="49" charset="0"/>
                <a:ea typeface="Source Code Pro" panose="020B0509030403020204" pitchFamily="49" charset="0"/>
              </a:rPr>
              <a:t>Deep Learning </a:t>
            </a:r>
            <a:r>
              <a:rPr lang="en-US" sz="1600" dirty="0">
                <a:latin typeface="Source Code Pro" panose="020B0509030403020204" pitchFamily="49" charset="0"/>
                <a:ea typeface="Source Code Pro" panose="020B0509030403020204" pitchFamily="49" charset="0"/>
              </a:rPr>
              <a:t>uses neural networks.</a:t>
            </a:r>
          </a:p>
          <a:p>
            <a:r>
              <a:rPr lang="en-US" sz="1600" dirty="0">
                <a:latin typeface="Source Code Pro" panose="020B0509030403020204" pitchFamily="49" charset="0"/>
                <a:ea typeface="Source Code Pro" panose="020B0509030403020204" pitchFamily="49" charset="0"/>
              </a:rPr>
              <a:t>Designed to process high-dimensional, unstructured data.</a:t>
            </a:r>
          </a:p>
          <a:p>
            <a:endParaRPr lang="en-US" sz="1600" dirty="0">
              <a:latin typeface="Source Code Pro" panose="020B0509030403020204" pitchFamily="49" charset="0"/>
              <a:ea typeface="Source Code Pro" panose="020B0509030403020204" pitchFamily="49" charset="0"/>
            </a:endParaRPr>
          </a:p>
          <a:p>
            <a:r>
              <a:rPr lang="en-US" sz="1600" dirty="0">
                <a:solidFill>
                  <a:schemeClr val="accent4"/>
                </a:solidFill>
                <a:latin typeface="Source Code Pro" panose="020B0509030403020204" pitchFamily="49" charset="0"/>
                <a:ea typeface="Source Code Pro" panose="020B0509030403020204" pitchFamily="49" charset="0"/>
              </a:rPr>
              <a:t>Key Principle:</a:t>
            </a:r>
          </a:p>
          <a:p>
            <a:r>
              <a:rPr lang="en-US" sz="1600" dirty="0">
                <a:latin typeface="Source Code Pro" panose="020B0509030403020204" pitchFamily="49" charset="0"/>
                <a:ea typeface="Source Code Pro" panose="020B0509030403020204" pitchFamily="49" charset="0"/>
              </a:rPr>
              <a:t>The quality and type of data determines the quality of intelligence.</a:t>
            </a:r>
          </a:p>
          <a:p>
            <a:endParaRPr lang="en-US" sz="1600" dirty="0">
              <a:latin typeface="Source Code Pro" panose="020B0509030403020204" pitchFamily="49" charset="0"/>
              <a:ea typeface="Source Code Pro" panose="020B0509030403020204" pitchFamily="49" charset="0"/>
            </a:endParaRPr>
          </a:p>
          <a:p>
            <a:r>
              <a:rPr lang="en-US" sz="1600" dirty="0">
                <a:latin typeface="Source Code Pro" panose="020B0509030403020204" pitchFamily="49" charset="0"/>
                <a:ea typeface="Source Code Pro" panose="020B0509030403020204" pitchFamily="49" charset="0"/>
              </a:rPr>
              <a:t>Garbage data → Garbage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38"/>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499" name="Google Shape;499;p38"/>
          <p:cNvSpPr txBox="1">
            <a:spLocks noGrp="1"/>
          </p:cNvSpPr>
          <p:nvPr>
            <p:ph type="subTitle" idx="2"/>
          </p:nvPr>
        </p:nvSpPr>
        <p:spPr>
          <a:xfrm>
            <a:off x="466721" y="1948350"/>
            <a:ext cx="5862785" cy="4591383"/>
          </a:xfrm>
          <a:prstGeom prst="rect">
            <a:avLst/>
          </a:prstGeom>
        </p:spPr>
        <p:txBody>
          <a:bodyPr spcFirstLastPara="1" wrap="square" lIns="121900" tIns="121900" rIns="121900" bIns="121900" anchor="t" anchorCtr="0">
            <a:noAutofit/>
          </a:bodyPr>
          <a:lstStyle/>
          <a:p>
            <a:pPr marL="0" indent="0"/>
            <a:endParaRPr lang="en-US" sz="1600" dirty="0"/>
          </a:p>
          <a:p>
            <a:r>
              <a:rPr lang="en-US" sz="1600" b="1" dirty="0">
                <a:solidFill>
                  <a:schemeClr val="accent1"/>
                </a:solidFill>
              </a:rPr>
              <a:t>Structured Data: </a:t>
            </a:r>
            <a:r>
              <a:rPr lang="en-US" sz="1600" dirty="0">
                <a:solidFill>
                  <a:schemeClr val="tx1"/>
                </a:solidFill>
              </a:rPr>
              <a:t>Data organized into predefined schemas such as rows and columns, they have like </a:t>
            </a:r>
            <a:r>
              <a:rPr lang="en-US" sz="1600" dirty="0"/>
              <a:t>Tabular format, Fixed schema, Easily searchable, Stored in relational databases</a:t>
            </a:r>
          </a:p>
          <a:p>
            <a:endParaRPr lang="en-US" sz="1400" dirty="0"/>
          </a:p>
          <a:p>
            <a:r>
              <a:rPr lang="en-US" sz="1600" b="1" dirty="0">
                <a:solidFill>
                  <a:schemeClr val="accent4">
                    <a:lumMod val="75000"/>
                  </a:schemeClr>
                </a:solidFill>
              </a:rPr>
              <a:t>Examples:</a:t>
            </a:r>
          </a:p>
          <a:p>
            <a:r>
              <a:rPr lang="en-US" sz="1600" dirty="0"/>
              <a:t>Student records</a:t>
            </a:r>
          </a:p>
          <a:p>
            <a:r>
              <a:rPr lang="en-US" sz="1600" dirty="0"/>
              <a:t>Sales transactions</a:t>
            </a:r>
          </a:p>
          <a:p>
            <a:r>
              <a:rPr lang="en-US" sz="1600" dirty="0"/>
              <a:t>Bank statements</a:t>
            </a:r>
          </a:p>
          <a:p>
            <a:r>
              <a:rPr lang="en-US" sz="1600" b="1" dirty="0">
                <a:solidFill>
                  <a:schemeClr val="accent2">
                    <a:lumMod val="75000"/>
                  </a:schemeClr>
                </a:solidFill>
              </a:rPr>
              <a:t>AI Perspective:</a:t>
            </a:r>
            <a:br>
              <a:rPr lang="en-US" sz="1600" dirty="0">
                <a:solidFill>
                  <a:schemeClr val="bg2"/>
                </a:solidFill>
              </a:rPr>
            </a:br>
            <a:r>
              <a:rPr lang="en-US" sz="1600" dirty="0"/>
              <a:t>Traditional ML algorithms operate efficiently on structured numeric features.</a:t>
            </a:r>
          </a:p>
        </p:txBody>
      </p:sp>
      <p:sp>
        <p:nvSpPr>
          <p:cNvPr id="500" name="Google Shape;500;p38"/>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2" name="Google Shape;502;p38"/>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3B4B285A-7C83-A5CC-B644-377D1CF0D92C}"/>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Structured vs. Unstructured Data</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4" name="Google Shape;499;p38">
            <a:extLst>
              <a:ext uri="{FF2B5EF4-FFF2-40B4-BE49-F238E27FC236}">
                <a16:creationId xmlns:a16="http://schemas.microsoft.com/office/drawing/2014/main" id="{28774A85-B730-7C00-B3C2-EC818404A3C0}"/>
              </a:ext>
            </a:extLst>
          </p:cNvPr>
          <p:cNvSpPr txBox="1">
            <a:spLocks/>
          </p:cNvSpPr>
          <p:nvPr/>
        </p:nvSpPr>
        <p:spPr>
          <a:xfrm>
            <a:off x="6014186" y="1848241"/>
            <a:ext cx="5862785" cy="500975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endParaRPr lang="en-US" sz="1600" kern="0" dirty="0"/>
          </a:p>
          <a:p>
            <a:r>
              <a:rPr lang="en-US" sz="1600" b="1" kern="0" dirty="0">
                <a:solidFill>
                  <a:schemeClr val="accent1"/>
                </a:solidFill>
              </a:rPr>
              <a:t>Unstructured Data: </a:t>
            </a:r>
            <a:r>
              <a:rPr lang="en-US" sz="1600" dirty="0"/>
              <a:t>Data without a predefined format or schema.</a:t>
            </a:r>
          </a:p>
          <a:p>
            <a:endParaRPr lang="en-US" sz="1400" kern="0" dirty="0"/>
          </a:p>
          <a:p>
            <a:r>
              <a:rPr lang="en-US" sz="1600" b="1" kern="0" dirty="0">
                <a:solidFill>
                  <a:schemeClr val="accent4">
                    <a:lumMod val="75000"/>
                  </a:schemeClr>
                </a:solidFill>
              </a:rPr>
              <a:t>Examples:</a:t>
            </a:r>
          </a:p>
          <a:p>
            <a:r>
              <a:rPr lang="en-US" sz="1600" kern="0" dirty="0"/>
              <a:t>Text</a:t>
            </a:r>
          </a:p>
          <a:p>
            <a:r>
              <a:rPr lang="en-US" sz="1600" kern="0" dirty="0"/>
              <a:t>Images</a:t>
            </a:r>
          </a:p>
          <a:p>
            <a:r>
              <a:rPr lang="en-US" sz="1600" kern="0" dirty="0"/>
              <a:t>Audio</a:t>
            </a:r>
          </a:p>
          <a:p>
            <a:r>
              <a:rPr lang="en-US" sz="1600" kern="0" dirty="0"/>
              <a:t>Video</a:t>
            </a:r>
          </a:p>
          <a:p>
            <a:r>
              <a:rPr lang="en-US" sz="1600" kern="0" dirty="0"/>
              <a:t>Social media posts</a:t>
            </a:r>
          </a:p>
          <a:p>
            <a:endParaRPr lang="en-US" sz="1600" kern="0" dirty="0"/>
          </a:p>
          <a:p>
            <a:r>
              <a:rPr lang="en-US" sz="1600" b="1" kern="0" dirty="0">
                <a:solidFill>
                  <a:schemeClr val="accent2">
                    <a:lumMod val="75000"/>
                  </a:schemeClr>
                </a:solidFill>
              </a:rPr>
              <a:t>AI Perspective:</a:t>
            </a:r>
            <a:br>
              <a:rPr lang="en-US" sz="1600" kern="0" dirty="0">
                <a:solidFill>
                  <a:schemeClr val="bg2"/>
                </a:solidFill>
              </a:rPr>
            </a:br>
            <a:r>
              <a:rPr lang="en-US" sz="1600" dirty="0"/>
              <a:t>Unstructured data must be transformed into structured representations:</a:t>
            </a:r>
          </a:p>
          <a:p>
            <a:r>
              <a:rPr lang="en-US" sz="1600" dirty="0"/>
              <a:t>Text → Tokens → Vectors</a:t>
            </a:r>
          </a:p>
          <a:p>
            <a:r>
              <a:rPr lang="en-US" sz="1600" dirty="0"/>
              <a:t>Images → Pixel matrices → Tensors</a:t>
            </a:r>
          </a:p>
          <a:p>
            <a:r>
              <a:rPr lang="en-US" sz="1600" dirty="0"/>
              <a:t>Audio → Spectrogram features</a:t>
            </a:r>
          </a:p>
          <a:p>
            <a:endParaRPr lang="en-US" sz="1600" kern="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41434A7C-EABD-9C47-D622-42C72BA0EEA2}"/>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7AF197A2-F3C0-E4CF-0193-34730AB458C5}"/>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36BAFD81-37F7-DF76-E55B-965E95EAA3C2}"/>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49058586-B235-8F0A-F43D-7D5E40F7F5DB}"/>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B8EE7B7C-1706-60B3-BDBC-E073E169DC43}"/>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6D3908E6-1649-61F4-D133-3BFFB28C50B6}"/>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Structured vs. Unstructured Data</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pic>
        <p:nvPicPr>
          <p:cNvPr id="9" name="Picture 8">
            <a:extLst>
              <a:ext uri="{FF2B5EF4-FFF2-40B4-BE49-F238E27FC236}">
                <a16:creationId xmlns:a16="http://schemas.microsoft.com/office/drawing/2014/main" id="{30C895F6-2B9A-B963-0F60-31F3B8FDFD2A}"/>
              </a:ext>
            </a:extLst>
          </p:cNvPr>
          <p:cNvPicPr>
            <a:picLocks noChangeAspect="1"/>
          </p:cNvPicPr>
          <p:nvPr/>
        </p:nvPicPr>
        <p:blipFill>
          <a:blip r:embed="rId3"/>
          <a:stretch>
            <a:fillRect/>
          </a:stretch>
        </p:blipFill>
        <p:spPr>
          <a:xfrm>
            <a:off x="835604" y="2650292"/>
            <a:ext cx="10677955" cy="2564041"/>
          </a:xfrm>
          <a:prstGeom prst="rect">
            <a:avLst/>
          </a:prstGeom>
        </p:spPr>
      </p:pic>
    </p:spTree>
    <p:extLst>
      <p:ext uri="{BB962C8B-B14F-4D97-AF65-F5344CB8AC3E}">
        <p14:creationId xmlns:p14="http://schemas.microsoft.com/office/powerpoint/2010/main" val="3324439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932CB69A-CF9C-2938-AFB9-D339C92775C2}"/>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586EBE59-F054-E7EC-FB66-2981E3F71BCB}"/>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499" name="Google Shape;499;p38">
            <a:extLst>
              <a:ext uri="{FF2B5EF4-FFF2-40B4-BE49-F238E27FC236}">
                <a16:creationId xmlns:a16="http://schemas.microsoft.com/office/drawing/2014/main" id="{7554B205-C66D-777C-36D6-ED9E99886D84}"/>
              </a:ext>
            </a:extLst>
          </p:cNvPr>
          <p:cNvSpPr txBox="1">
            <a:spLocks noGrp="1"/>
          </p:cNvSpPr>
          <p:nvPr>
            <p:ph type="subTitle" idx="2"/>
          </p:nvPr>
        </p:nvSpPr>
        <p:spPr>
          <a:xfrm>
            <a:off x="466721" y="1948350"/>
            <a:ext cx="11258559" cy="4591383"/>
          </a:xfrm>
          <a:prstGeom prst="rect">
            <a:avLst/>
          </a:prstGeom>
        </p:spPr>
        <p:txBody>
          <a:bodyPr spcFirstLastPara="1" wrap="square" lIns="121900" tIns="121900" rIns="121900" bIns="121900" anchor="t" anchorCtr="0">
            <a:noAutofit/>
          </a:bodyPr>
          <a:lstStyle/>
          <a:p>
            <a:pPr marL="0" indent="0"/>
            <a:endParaRPr lang="en-US" sz="1600" dirty="0"/>
          </a:p>
          <a:p>
            <a:r>
              <a:rPr lang="en-US" sz="1600" dirty="0"/>
              <a:t>Data expressing a certain quantity, amount, or range. It deals with numbers and things you can measure objectively.</a:t>
            </a:r>
          </a:p>
          <a:p>
            <a:endParaRPr lang="en-US" sz="1600" dirty="0"/>
          </a:p>
          <a:p>
            <a:endParaRPr lang="en-US" sz="1400" dirty="0"/>
          </a:p>
          <a:p>
            <a:r>
              <a:rPr lang="en-US" sz="1600" b="1" dirty="0">
                <a:solidFill>
                  <a:schemeClr val="accent1"/>
                </a:solidFill>
              </a:rPr>
              <a:t>Discrete Variables:</a:t>
            </a:r>
            <a:r>
              <a:rPr lang="en-US" sz="1600" dirty="0">
                <a:solidFill>
                  <a:schemeClr val="accent1"/>
                </a:solidFill>
              </a:rPr>
              <a:t> </a:t>
            </a:r>
            <a:r>
              <a:rPr lang="en-US" sz="1600" dirty="0"/>
              <a:t>Numbers that can only take specific, separate values (usually counted whole numbers), Number of failed login attempts = 4</a:t>
            </a:r>
          </a:p>
          <a:p>
            <a:endParaRPr lang="en-US" sz="1600" dirty="0"/>
          </a:p>
          <a:p>
            <a:r>
              <a:rPr lang="en-US" sz="1600" b="1" dirty="0">
                <a:solidFill>
                  <a:schemeClr val="accent3"/>
                </a:solidFill>
              </a:rPr>
              <a:t>Continuous Variables:</a:t>
            </a:r>
            <a:r>
              <a:rPr lang="en-US" sz="1600" dirty="0">
                <a:solidFill>
                  <a:schemeClr val="accent3"/>
                </a:solidFill>
              </a:rPr>
              <a:t> </a:t>
            </a:r>
            <a:r>
              <a:rPr lang="en-US" sz="1600" dirty="0"/>
              <a:t>Numbers that can take any value within a range (usually measured and includes fractions/decimals), Model prediction confidence = 0.8732</a:t>
            </a:r>
          </a:p>
          <a:p>
            <a:endParaRPr lang="en-US" sz="1600" dirty="0"/>
          </a:p>
        </p:txBody>
      </p:sp>
      <p:sp>
        <p:nvSpPr>
          <p:cNvPr id="500" name="Google Shape;500;p38">
            <a:extLst>
              <a:ext uri="{FF2B5EF4-FFF2-40B4-BE49-F238E27FC236}">
                <a16:creationId xmlns:a16="http://schemas.microsoft.com/office/drawing/2014/main" id="{AA156726-5E36-53F0-B678-16E5B69F416E}"/>
              </a:ext>
            </a:extLst>
          </p:cNvPr>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2" name="Google Shape;502;p38">
            <a:extLst>
              <a:ext uri="{FF2B5EF4-FFF2-40B4-BE49-F238E27FC236}">
                <a16:creationId xmlns:a16="http://schemas.microsoft.com/office/drawing/2014/main" id="{3461DCCB-3813-6618-CDBA-A16D20D2948F}"/>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987D783E-5186-F08E-246E-6482E7E2B6CC}"/>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A205E612-6F2A-9046-A72A-BC484E2A18E0}"/>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4CB0D08E-2460-BB62-DD36-6651633AC03A}"/>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Quantitative Data (Numerical Variables)</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Tree>
    <p:extLst>
      <p:ext uri="{BB962C8B-B14F-4D97-AF65-F5344CB8AC3E}">
        <p14:creationId xmlns:p14="http://schemas.microsoft.com/office/powerpoint/2010/main" val="3084712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951594E8-C9B5-DB0F-4582-EE6FEA4A7F29}"/>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E59ECC1C-C104-124D-EEE5-4DBA345FE8A2}"/>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D0956DFA-6B65-91A4-2E05-DF0D1123DCAE}"/>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43A7564E-A34B-279E-E0BF-F876579C6474}"/>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E0ED4F79-15BE-0208-D12E-D81540ED2C0B}"/>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6931B893-DD8D-71FA-826E-645621CD23C0}"/>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Qualitative Data (Categorical) </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A638AE9A-6043-0692-03D3-BE48FFEC7033}"/>
              </a:ext>
            </a:extLst>
          </p:cNvPr>
          <p:cNvSpPr txBox="1">
            <a:spLocks/>
          </p:cNvSpPr>
          <p:nvPr/>
        </p:nvSpPr>
        <p:spPr>
          <a:xfrm>
            <a:off x="466721" y="1948350"/>
            <a:ext cx="11258559" cy="45913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r>
              <a:rPr lang="en-US" sz="1600" dirty="0">
                <a:solidFill>
                  <a:schemeClr val="bg2"/>
                </a:solidFill>
              </a:rPr>
              <a:t>Definition:</a:t>
            </a:r>
            <a:endParaRPr lang="en-US" sz="1600" kern="0" dirty="0">
              <a:solidFill>
                <a:schemeClr val="bg2"/>
              </a:solidFill>
            </a:endParaRPr>
          </a:p>
          <a:p>
            <a:r>
              <a:rPr lang="en-US" sz="1600" dirty="0"/>
              <a:t>Data that can be arranged into categories based on traits, labels, or anything that does not have a strict mathematical value.</a:t>
            </a:r>
          </a:p>
          <a:p>
            <a:endParaRPr lang="en-US" sz="1600" dirty="0"/>
          </a:p>
          <a:p>
            <a:r>
              <a:rPr lang="en-US" sz="1600" b="1" kern="0" dirty="0">
                <a:solidFill>
                  <a:schemeClr val="accent1"/>
                </a:solidFill>
              </a:rPr>
              <a:t>Nominal</a:t>
            </a:r>
            <a:r>
              <a:rPr lang="en-US" sz="1600" kern="0" dirty="0"/>
              <a:t>: Categories with NO logical order or ranking.</a:t>
            </a:r>
          </a:p>
          <a:p>
            <a:r>
              <a:rPr lang="en-US" sz="1600" b="1" kern="0" dirty="0">
                <a:solidFill>
                  <a:schemeClr val="accent3"/>
                </a:solidFill>
              </a:rPr>
              <a:t>Ordinal</a:t>
            </a:r>
            <a:r>
              <a:rPr lang="en-US" sz="1600" kern="0" dirty="0"/>
              <a:t>: Categories with a clear, logical ranking/order.</a:t>
            </a:r>
          </a:p>
          <a:p>
            <a:r>
              <a:rPr lang="en-US" sz="1600" b="1" kern="0" dirty="0">
                <a:solidFill>
                  <a:schemeClr val="accent4"/>
                </a:solidFill>
              </a:rPr>
              <a:t>Binary</a:t>
            </a:r>
            <a:r>
              <a:rPr lang="en-US" sz="1600" kern="0" dirty="0"/>
              <a:t>: Only two possible, mutually exclusive outcomes.</a:t>
            </a:r>
          </a:p>
          <a:p>
            <a:endParaRPr lang="en-US" sz="1600" kern="0" dirty="0"/>
          </a:p>
          <a:p>
            <a:r>
              <a:rPr lang="en-US" sz="1600" b="1" kern="0" dirty="0">
                <a:solidFill>
                  <a:schemeClr val="accent2"/>
                </a:solidFill>
              </a:rPr>
              <a:t>Nominal</a:t>
            </a:r>
            <a:r>
              <a:rPr lang="en-US" sz="1600" kern="0" dirty="0">
                <a:solidFill>
                  <a:schemeClr val="tx1"/>
                </a:solidFill>
              </a:rPr>
              <a:t>: The house is painted Blue. Blue isn't mathematically better than Red; it's just a label.</a:t>
            </a:r>
          </a:p>
          <a:p>
            <a:endParaRPr lang="en-US" sz="1600" kern="0" dirty="0">
              <a:solidFill>
                <a:schemeClr val="tx1"/>
              </a:solidFill>
            </a:endParaRPr>
          </a:p>
          <a:p>
            <a:r>
              <a:rPr lang="en-US" sz="1600" b="1" kern="0" dirty="0">
                <a:solidFill>
                  <a:schemeClr val="tx2"/>
                </a:solidFill>
              </a:rPr>
              <a:t>Ordinal</a:t>
            </a:r>
            <a:r>
              <a:rPr lang="en-US" sz="1600" kern="0" dirty="0">
                <a:solidFill>
                  <a:schemeClr val="tx1"/>
                </a:solidFill>
              </a:rPr>
              <a:t>: The house condition is: Poor, Good, or Excellent. (There is a clear upgrade path).</a:t>
            </a:r>
          </a:p>
          <a:p>
            <a:endParaRPr lang="en-US" sz="1600" kern="0" dirty="0">
              <a:solidFill>
                <a:schemeClr val="tx1"/>
              </a:solidFill>
            </a:endParaRPr>
          </a:p>
          <a:p>
            <a:r>
              <a:rPr lang="en-US" sz="1600" b="1" kern="0" dirty="0">
                <a:solidFill>
                  <a:srgbClr val="00B0F0"/>
                </a:solidFill>
              </a:rPr>
              <a:t>Binary</a:t>
            </a:r>
            <a:r>
              <a:rPr lang="en-US" sz="1600" kern="0" dirty="0">
                <a:solidFill>
                  <a:schemeClr val="tx1"/>
                </a:solidFill>
              </a:rPr>
              <a:t>: Does it have a swimming pool? Yes or No</a:t>
            </a:r>
          </a:p>
        </p:txBody>
      </p:sp>
    </p:spTree>
    <p:extLst>
      <p:ext uri="{BB962C8B-B14F-4D97-AF65-F5344CB8AC3E}">
        <p14:creationId xmlns:p14="http://schemas.microsoft.com/office/powerpoint/2010/main" val="2628693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BEACEB9F-A2F0-A02C-7FA1-9CB5423A650D}"/>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7BAA85F4-19D2-1B83-90A8-EE7744EB7E2E}"/>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374381B2-3608-7988-F432-0E3269DF863B}"/>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3567C3F4-E724-B11C-6856-62DB3F3D818F}"/>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49B030D0-FA36-FF24-E15A-86B0D9A7A31E}"/>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53041ECB-C8F5-FDC7-853B-2F1F4F8F30A5}"/>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Measures of Central Tendency</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1A7CA673-1FF8-53DA-A917-C0DA4224398E}"/>
              </a:ext>
            </a:extLst>
          </p:cNvPr>
          <p:cNvSpPr txBox="1">
            <a:spLocks/>
          </p:cNvSpPr>
          <p:nvPr/>
        </p:nvSpPr>
        <p:spPr>
          <a:xfrm>
            <a:off x="466721" y="1948350"/>
            <a:ext cx="11258559" cy="45913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r>
              <a:rPr lang="en-US" sz="1600" dirty="0">
                <a:solidFill>
                  <a:schemeClr val="bg2"/>
                </a:solidFill>
              </a:rPr>
              <a:t>Definition:</a:t>
            </a:r>
            <a:endParaRPr lang="en-US" sz="1600" kern="0" dirty="0">
              <a:solidFill>
                <a:schemeClr val="bg2"/>
              </a:solidFill>
            </a:endParaRPr>
          </a:p>
          <a:p>
            <a:r>
              <a:rPr lang="en-US" sz="1600" dirty="0"/>
              <a:t>A single, central value that attempts to describe a whole set of data by identifying the central position within that dataset.</a:t>
            </a:r>
          </a:p>
          <a:p>
            <a:endParaRPr lang="en-US" sz="1600" dirty="0"/>
          </a:p>
          <a:p>
            <a:r>
              <a:rPr lang="en-US" sz="1600" b="1" kern="0" dirty="0">
                <a:solidFill>
                  <a:schemeClr val="accent1"/>
                </a:solidFill>
              </a:rPr>
              <a:t>Example </a:t>
            </a:r>
            <a:r>
              <a:rPr lang="en-US" sz="1600" kern="0" dirty="0"/>
              <a:t>: </a:t>
            </a:r>
            <a:r>
              <a:rPr lang="en-US" sz="1600" dirty="0"/>
              <a:t>Imagine you have a huge list of 10,000 property prices. No one wants to sift through all of them to understand the market. </a:t>
            </a:r>
          </a:p>
          <a:p>
            <a:endParaRPr lang="en-US" sz="1600" dirty="0"/>
          </a:p>
          <a:p>
            <a:r>
              <a:rPr lang="en-US" sz="1600" dirty="0"/>
              <a:t>Measures of central tendency give you </a:t>
            </a:r>
            <a:r>
              <a:rPr lang="en-US" sz="1600" b="1" dirty="0">
                <a:solidFill>
                  <a:srgbClr val="00B0F0"/>
                </a:solidFill>
              </a:rPr>
              <a:t>one number</a:t>
            </a:r>
            <a:r>
              <a:rPr lang="en-US" sz="1600" dirty="0">
                <a:solidFill>
                  <a:srgbClr val="00B0F0"/>
                </a:solidFill>
              </a:rPr>
              <a:t> </a:t>
            </a:r>
            <a:r>
              <a:rPr lang="en-US" sz="1600" dirty="0"/>
              <a:t>that represents the “typical” price like a shortcut that summarizes the whole market in a single glance. It’s the number that tells you, This is what most properties are priced around.</a:t>
            </a:r>
            <a:endParaRPr lang="en-US" sz="1600" kern="0" dirty="0">
              <a:solidFill>
                <a:schemeClr val="tx1"/>
              </a:solidFill>
            </a:endParaRPr>
          </a:p>
        </p:txBody>
      </p:sp>
    </p:spTree>
    <p:extLst>
      <p:ext uri="{BB962C8B-B14F-4D97-AF65-F5344CB8AC3E}">
        <p14:creationId xmlns:p14="http://schemas.microsoft.com/office/powerpoint/2010/main" val="1649731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A021AFD4-83B3-1CC0-1C05-616B07598A6D}"/>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F50A280B-C4DD-670E-983D-E857872EC925}"/>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D8C3902F-ED61-CBE5-ABDF-5F9E870150C8}"/>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A4E44E1D-60B6-E625-E730-EFE7520A53C4}"/>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058F5E96-7106-C5EC-0071-5E4413BD1C31}"/>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9C007956-7EC9-4D40-0C88-B247741C0BD9}"/>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Mean (Average)</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A2406501-ED6C-379C-F809-EED36C2D9501}"/>
              </a:ext>
            </a:extLst>
          </p:cNvPr>
          <p:cNvSpPr txBox="1">
            <a:spLocks/>
          </p:cNvSpPr>
          <p:nvPr/>
        </p:nvSpPr>
        <p:spPr>
          <a:xfrm>
            <a:off x="466721" y="1948350"/>
            <a:ext cx="11258559" cy="45913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r>
              <a:rPr lang="en-US" sz="1600" dirty="0">
                <a:solidFill>
                  <a:schemeClr val="bg2"/>
                </a:solidFill>
              </a:rPr>
              <a:t>Definition:</a:t>
            </a:r>
            <a:endParaRPr lang="en-US" sz="1600" kern="0" dirty="0">
              <a:solidFill>
                <a:schemeClr val="bg2"/>
              </a:solidFill>
            </a:endParaRPr>
          </a:p>
          <a:p>
            <a:r>
              <a:rPr lang="en-US" sz="1600" dirty="0"/>
              <a:t>The sum of all values in a dataset divided by the total number of values. It is highly sensitive to extreme outliers.</a:t>
            </a:r>
          </a:p>
          <a:p>
            <a:endParaRPr lang="en-US" sz="1600" dirty="0"/>
          </a:p>
          <a:p>
            <a:r>
              <a:rPr lang="en-US" sz="1600" b="1" kern="0" dirty="0">
                <a:solidFill>
                  <a:schemeClr val="accent1"/>
                </a:solidFill>
              </a:rPr>
              <a:t>Example </a:t>
            </a:r>
            <a:r>
              <a:rPr lang="en-US" sz="1600" kern="0" dirty="0"/>
              <a:t>: </a:t>
            </a:r>
            <a:r>
              <a:rPr lang="en-US" sz="1600" dirty="0"/>
              <a:t>You and 4 friends go to dinner. Some order juice, some order just a salad. The total bill is Rs. 5000. If you divide it strictly by 5 people, everyone pays Rs. 1000. That is the Mean.</a:t>
            </a:r>
          </a:p>
          <a:p>
            <a:endParaRPr lang="en-US" sz="1600" dirty="0"/>
          </a:p>
          <a:p>
            <a:r>
              <a:rPr lang="en-US" sz="1600" dirty="0"/>
              <a:t>Measures of central tendency give you </a:t>
            </a:r>
            <a:r>
              <a:rPr lang="en-US" sz="1600" b="1" dirty="0">
                <a:solidFill>
                  <a:srgbClr val="00B0F0"/>
                </a:solidFill>
              </a:rPr>
              <a:t>one number</a:t>
            </a:r>
            <a:r>
              <a:rPr lang="en-US" sz="1600" dirty="0">
                <a:solidFill>
                  <a:srgbClr val="00B0F0"/>
                </a:solidFill>
              </a:rPr>
              <a:t> </a:t>
            </a:r>
            <a:r>
              <a:rPr lang="en-US" sz="1600" dirty="0"/>
              <a:t>that represents the “typical” price like a shortcut that summarizes the whole market in a single glance. It’s the number that tells you, This is what most properties are priced around.</a:t>
            </a:r>
            <a:endParaRPr lang="en-US" sz="1600" kern="0" dirty="0">
              <a:solidFill>
                <a:schemeClr val="tx1"/>
              </a:solidFill>
            </a:endParaRPr>
          </a:p>
        </p:txBody>
      </p:sp>
    </p:spTree>
    <p:extLst>
      <p:ext uri="{BB962C8B-B14F-4D97-AF65-F5344CB8AC3E}">
        <p14:creationId xmlns:p14="http://schemas.microsoft.com/office/powerpoint/2010/main" val="1067707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D09D1D0E-7B1B-0E0D-D375-B9DB2E5C3311}"/>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1E7F963F-24DD-2A20-1488-7328D1B7090B}"/>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A25173A7-D4B8-B8E0-E4C4-71648E838DC2}"/>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2B7BB550-8644-80C7-CCDA-FB1745CFB6E1}"/>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0D36DADF-84FB-8975-6421-D8E1E22BEEA8}"/>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49EEDE63-111D-7208-BB9A-4947CA4F754D}"/>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Mean (Average)</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5BC6B66E-82BD-DC69-8F89-80AEDEED4B4B}"/>
              </a:ext>
            </a:extLst>
          </p:cNvPr>
          <p:cNvSpPr txBox="1">
            <a:spLocks/>
          </p:cNvSpPr>
          <p:nvPr/>
        </p:nvSpPr>
        <p:spPr>
          <a:xfrm>
            <a:off x="466721" y="1948350"/>
            <a:ext cx="11258559" cy="45913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endParaRPr lang="en-US" sz="1600" kern="0" dirty="0">
              <a:solidFill>
                <a:schemeClr val="tx1"/>
              </a:solidFill>
            </a:endParaRPr>
          </a:p>
        </p:txBody>
      </p:sp>
      <p:pic>
        <p:nvPicPr>
          <p:cNvPr id="4" name="Picture 3">
            <a:extLst>
              <a:ext uri="{FF2B5EF4-FFF2-40B4-BE49-F238E27FC236}">
                <a16:creationId xmlns:a16="http://schemas.microsoft.com/office/drawing/2014/main" id="{E190C7BD-23D3-CBD3-3723-85A1804ED4E1}"/>
              </a:ext>
            </a:extLst>
          </p:cNvPr>
          <p:cNvPicPr>
            <a:picLocks noChangeAspect="1"/>
          </p:cNvPicPr>
          <p:nvPr/>
        </p:nvPicPr>
        <p:blipFill>
          <a:blip r:embed="rId3"/>
          <a:stretch>
            <a:fillRect/>
          </a:stretch>
        </p:blipFill>
        <p:spPr>
          <a:xfrm>
            <a:off x="830133" y="2090550"/>
            <a:ext cx="9595933" cy="4174083"/>
          </a:xfrm>
          <a:prstGeom prst="rect">
            <a:avLst/>
          </a:prstGeom>
        </p:spPr>
      </p:pic>
    </p:spTree>
    <p:extLst>
      <p:ext uri="{BB962C8B-B14F-4D97-AF65-F5344CB8AC3E}">
        <p14:creationId xmlns:p14="http://schemas.microsoft.com/office/powerpoint/2010/main" val="2859927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BA2CC575-BA83-487D-7AB8-3C904E7A83D8}"/>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099F8839-F4EC-627A-7500-D6233507B468}"/>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EFE676FE-BAE8-6FE7-ABAC-B97BB578C375}"/>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3BB0F0E5-8D3F-DD31-5251-8F24908D5336}"/>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51679F1A-B4D7-3C24-FE4C-0B9792CB1166}"/>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2FAA6DEE-A8CC-763D-926D-4093243122D4}"/>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Median (The Middle)</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AA49CAB3-A5AD-E730-77FD-243AC4A42DE2}"/>
              </a:ext>
            </a:extLst>
          </p:cNvPr>
          <p:cNvSpPr txBox="1">
            <a:spLocks/>
          </p:cNvSpPr>
          <p:nvPr/>
        </p:nvSpPr>
        <p:spPr>
          <a:xfrm>
            <a:off x="466721" y="1948350"/>
            <a:ext cx="11258559" cy="45913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r>
              <a:rPr lang="en-US" sz="1600" dirty="0">
                <a:solidFill>
                  <a:schemeClr val="bg2"/>
                </a:solidFill>
              </a:rPr>
              <a:t>Definition:</a:t>
            </a:r>
            <a:endParaRPr lang="en-US" sz="1600" kern="0" dirty="0">
              <a:solidFill>
                <a:schemeClr val="bg2"/>
              </a:solidFill>
            </a:endParaRPr>
          </a:p>
          <a:p>
            <a:r>
              <a:rPr lang="en-US" sz="1600" dirty="0"/>
              <a:t>The exact middle value of a dataset when it is ordered from least to greatest. If there is an even number of values, it is the average of the two middle numbers.</a:t>
            </a:r>
          </a:p>
          <a:p>
            <a:endParaRPr lang="en-US" sz="1600" dirty="0"/>
          </a:p>
          <a:p>
            <a:r>
              <a:rPr lang="en-US" sz="1600" b="1" kern="0" dirty="0">
                <a:solidFill>
                  <a:schemeClr val="accent1"/>
                </a:solidFill>
              </a:rPr>
              <a:t>Example </a:t>
            </a:r>
            <a:r>
              <a:rPr lang="en-US" sz="1600" kern="0" dirty="0"/>
              <a:t>: </a:t>
            </a:r>
            <a:r>
              <a:rPr lang="en-US" sz="1600" dirty="0"/>
              <a:t>Let's look at neighborhood house prices. Five houses cost Rs. 100,000. One massive mansion on the road side costs Rs. 50,000,000. If we use the Mean, the average looks like Rs. 8 million! That's a lie. The Median ignores the crazy mansion, points to the physical middle house on the street, and says: "Most houses here are Rs. 100,000.“</a:t>
            </a:r>
          </a:p>
          <a:p>
            <a:endParaRPr lang="en-US" sz="1600" dirty="0"/>
          </a:p>
        </p:txBody>
      </p:sp>
    </p:spTree>
    <p:extLst>
      <p:ext uri="{BB962C8B-B14F-4D97-AF65-F5344CB8AC3E}">
        <p14:creationId xmlns:p14="http://schemas.microsoft.com/office/powerpoint/2010/main" val="1259854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732F0916-4D28-69EB-1447-9EEA87FC340B}"/>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2434FE83-B10A-5F0E-A60C-A9846CFAFE26}"/>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6B419A3A-B7C9-4DF5-06AA-64EBCFCECFCB}"/>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40A43EE8-F8A9-F019-09BB-3B56E93205AF}"/>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43321A89-FAB8-7DE9-D58A-2D5339BC13FF}"/>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0F9A3D26-D3CC-EBCC-FD99-961B4B05C95D}"/>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Median (The Middle)</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pic>
        <p:nvPicPr>
          <p:cNvPr id="4" name="Picture 3">
            <a:extLst>
              <a:ext uri="{FF2B5EF4-FFF2-40B4-BE49-F238E27FC236}">
                <a16:creationId xmlns:a16="http://schemas.microsoft.com/office/drawing/2014/main" id="{63E7A505-5B5C-32FB-6091-469B7193139C}"/>
              </a:ext>
            </a:extLst>
          </p:cNvPr>
          <p:cNvPicPr>
            <a:picLocks noChangeAspect="1"/>
          </p:cNvPicPr>
          <p:nvPr/>
        </p:nvPicPr>
        <p:blipFill>
          <a:blip r:embed="rId3"/>
          <a:stretch>
            <a:fillRect/>
          </a:stretch>
        </p:blipFill>
        <p:spPr>
          <a:xfrm>
            <a:off x="371091" y="2170401"/>
            <a:ext cx="11449817" cy="4361236"/>
          </a:xfrm>
          <a:prstGeom prst="rect">
            <a:avLst/>
          </a:prstGeom>
        </p:spPr>
      </p:pic>
    </p:spTree>
    <p:extLst>
      <p:ext uri="{BB962C8B-B14F-4D97-AF65-F5344CB8AC3E}">
        <p14:creationId xmlns:p14="http://schemas.microsoft.com/office/powerpoint/2010/main" val="667767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B722F0B2-936D-B2FB-1856-82DA58E13626}"/>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A6575A40-7A4F-5252-44A3-C07BE9ADDCB4}"/>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D3C742F4-2F5B-33F0-D03A-8F85EC2E2569}"/>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4F2DC3B3-1DA1-F244-F3BA-D4617C054F6C}"/>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04615F66-18CD-AFBC-DBE4-0CDCA4EF6F0A}"/>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772E7351-0247-8511-4C6A-EAFE0D28E7F3}"/>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Mode (The Most Popular)</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69139646-CF7B-4ACB-7449-2ED4A4E3272E}"/>
              </a:ext>
            </a:extLst>
          </p:cNvPr>
          <p:cNvSpPr txBox="1">
            <a:spLocks/>
          </p:cNvSpPr>
          <p:nvPr/>
        </p:nvSpPr>
        <p:spPr>
          <a:xfrm>
            <a:off x="466721" y="1948350"/>
            <a:ext cx="11258559" cy="45913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r>
              <a:rPr lang="en-US" sz="1600" dirty="0">
                <a:solidFill>
                  <a:schemeClr val="bg2"/>
                </a:solidFill>
              </a:rPr>
              <a:t>Definition:</a:t>
            </a:r>
            <a:endParaRPr lang="en-US" sz="1600" kern="0" dirty="0">
              <a:solidFill>
                <a:schemeClr val="bg2"/>
              </a:solidFill>
            </a:endParaRPr>
          </a:p>
          <a:p>
            <a:r>
              <a:rPr lang="en-US" sz="1600" dirty="0"/>
              <a:t>The value that appears most frequently in a dataset. A dataset can have one mode, multiple modes, or no mode at all.</a:t>
            </a:r>
          </a:p>
          <a:p>
            <a:endParaRPr lang="en-US" sz="1600" dirty="0"/>
          </a:p>
          <a:p>
            <a:r>
              <a:rPr lang="en-US" sz="1600" b="1" kern="0" dirty="0">
                <a:solidFill>
                  <a:schemeClr val="accent1"/>
                </a:solidFill>
              </a:rPr>
              <a:t>Example </a:t>
            </a:r>
            <a:r>
              <a:rPr lang="en-US" sz="1600" kern="0" dirty="0"/>
              <a:t>: </a:t>
            </a:r>
            <a:r>
              <a:rPr lang="en-US" sz="1600" dirty="0"/>
              <a:t>A shoe store owner is looking at inventory. He doesn't care about the "average" shoe size. He wants to know exactly which size sells the most every single day so he can restock it. If size 9 sells 100 times a day, size 9 is the Mode.</a:t>
            </a:r>
          </a:p>
        </p:txBody>
      </p:sp>
    </p:spTree>
    <p:extLst>
      <p:ext uri="{BB962C8B-B14F-4D97-AF65-F5344CB8AC3E}">
        <p14:creationId xmlns:p14="http://schemas.microsoft.com/office/powerpoint/2010/main" val="32063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C17A77DD-8314-F018-E78C-2B20353F777B}"/>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2B8DFD67-4C0A-260A-96CD-A4DE968FADB8}"/>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0E87E72A-E8F5-E61B-26E5-D5D4D3FD5B57}"/>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5B360755-1A1B-2602-6A54-481EF05B93E9}"/>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B346881E-275C-E44C-312C-8F1B3EECE1CB}"/>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07A9EF17-260E-D0D0-78E1-7496AC63A604}"/>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Mode (The Most Popular)</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pic>
        <p:nvPicPr>
          <p:cNvPr id="4" name="Picture 3">
            <a:extLst>
              <a:ext uri="{FF2B5EF4-FFF2-40B4-BE49-F238E27FC236}">
                <a16:creationId xmlns:a16="http://schemas.microsoft.com/office/drawing/2014/main" id="{6AC08301-5398-2D18-8521-C5ADA098B083}"/>
              </a:ext>
            </a:extLst>
          </p:cNvPr>
          <p:cNvPicPr>
            <a:picLocks noChangeAspect="1"/>
          </p:cNvPicPr>
          <p:nvPr/>
        </p:nvPicPr>
        <p:blipFill>
          <a:blip r:embed="rId3"/>
          <a:stretch>
            <a:fillRect/>
          </a:stretch>
        </p:blipFill>
        <p:spPr>
          <a:xfrm>
            <a:off x="587754" y="2394905"/>
            <a:ext cx="11016491" cy="3569119"/>
          </a:xfrm>
          <a:prstGeom prst="rect">
            <a:avLst/>
          </a:prstGeom>
        </p:spPr>
      </p:pic>
    </p:spTree>
    <p:extLst>
      <p:ext uri="{BB962C8B-B14F-4D97-AF65-F5344CB8AC3E}">
        <p14:creationId xmlns:p14="http://schemas.microsoft.com/office/powerpoint/2010/main" val="1210825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4"/>
          <p:cNvSpPr txBox="1">
            <a:spLocks noGrp="1"/>
          </p:cNvSpPr>
          <p:nvPr>
            <p:ph type="title"/>
          </p:nvPr>
        </p:nvSpPr>
        <p:spPr>
          <a:xfrm>
            <a:off x="5662782" y="748501"/>
            <a:ext cx="5544039" cy="706416"/>
          </a:xfrm>
          <a:prstGeom prst="rect">
            <a:avLst/>
          </a:prstGeom>
        </p:spPr>
        <p:txBody>
          <a:bodyPr spcFirstLastPara="1" wrap="square" lIns="121900" tIns="121900" rIns="121900" bIns="121900" anchor="b" anchorCtr="0">
            <a:noAutofit/>
          </a:bodyPr>
          <a:lstStyle/>
          <a:p>
            <a:pPr lvl="0"/>
            <a:r>
              <a:rPr lang="en-US" sz="1867" dirty="0"/>
              <a:t>Thank You for Your Focus Today!</a:t>
            </a:r>
            <a:endParaRPr sz="1867" dirty="0"/>
          </a:p>
        </p:txBody>
      </p:sp>
      <p:sp>
        <p:nvSpPr>
          <p:cNvPr id="353" name="Google Shape;353;p34"/>
          <p:cNvSpPr txBox="1">
            <a:spLocks noGrp="1"/>
          </p:cNvSpPr>
          <p:nvPr>
            <p:ph type="subTitle" idx="1"/>
          </p:nvPr>
        </p:nvSpPr>
        <p:spPr>
          <a:xfrm>
            <a:off x="5459796" y="4751364"/>
            <a:ext cx="5608000" cy="1740008"/>
          </a:xfrm>
          <a:prstGeom prst="rect">
            <a:avLst/>
          </a:prstGeom>
        </p:spPr>
        <p:txBody>
          <a:bodyPr spcFirstLastPara="1" wrap="square" lIns="121900" tIns="121900" rIns="121900" bIns="121900" anchor="t" anchorCtr="0">
            <a:noAutofit/>
          </a:bodyPr>
          <a:lstStyle/>
          <a:p>
            <a:pPr marL="0" indent="0"/>
            <a:r>
              <a:rPr lang="en-US" sz="1400" dirty="0"/>
              <a:t>Waleed Khan</a:t>
            </a:r>
            <a:br>
              <a:rPr lang="en-US" sz="1400" dirty="0"/>
            </a:br>
            <a:r>
              <a:rPr lang="en-US" sz="1400" dirty="0"/>
              <a:t>(</a:t>
            </a:r>
            <a:r>
              <a:rPr lang="en-US" sz="1200" dirty="0"/>
              <a:t>Robotics Engineer | Senior Python Developer)</a:t>
            </a:r>
            <a:br>
              <a:rPr lang="en-US" sz="1400" dirty="0"/>
            </a:br>
            <a:endParaRPr lang="en-US" sz="1400" dirty="0"/>
          </a:p>
          <a:p>
            <a:pPr marL="0" indent="0"/>
            <a:r>
              <a:rPr lang="en-US" sz="1400" dirty="0"/>
              <a:t>Email: 0xcloudcoder@gmail.com</a:t>
            </a:r>
            <a:br>
              <a:rPr lang="en-US" sz="1867" dirty="0"/>
            </a:br>
            <a:r>
              <a:rPr lang="en-US" sz="1400" dirty="0"/>
              <a:t>Contact: +923126008702</a:t>
            </a:r>
            <a:endParaRPr sz="1400" dirty="0"/>
          </a:p>
        </p:txBody>
      </p:sp>
      <p:sp>
        <p:nvSpPr>
          <p:cNvPr id="354" name="Google Shape;354;p34"/>
          <p:cNvSpPr txBox="1"/>
          <p:nvPr/>
        </p:nvSpPr>
        <p:spPr>
          <a:xfrm>
            <a:off x="11106533" y="5304433"/>
            <a:ext cx="692400" cy="1055600"/>
          </a:xfrm>
          <a:prstGeom prst="rect">
            <a:avLst/>
          </a:prstGeom>
          <a:noFill/>
          <a:ln>
            <a:noFill/>
          </a:ln>
        </p:spPr>
        <p:txBody>
          <a:bodyPr spcFirstLastPara="1" wrap="square" lIns="121900" tIns="121900" rIns="121900" bIns="121900" anchor="t" anchorCtr="0">
            <a:noAutofit/>
          </a:bodyPr>
          <a:lstStyle/>
          <a:p>
            <a:r>
              <a:rPr lang="en" sz="12800" dirty="0">
                <a:solidFill>
                  <a:schemeClr val="accent1"/>
                </a:solidFill>
                <a:latin typeface="Comfortaa"/>
                <a:ea typeface="Comfortaa"/>
                <a:cs typeface="Comfortaa"/>
                <a:sym typeface="Comfortaa"/>
              </a:rPr>
              <a:t>*</a:t>
            </a:r>
            <a:endParaRPr sz="12800" dirty="0">
              <a:solidFill>
                <a:schemeClr val="accent1"/>
              </a:solidFill>
              <a:latin typeface="Comfortaa"/>
              <a:ea typeface="Comfortaa"/>
              <a:cs typeface="Comfortaa"/>
              <a:sym typeface="Comfortaa"/>
            </a:endParaRPr>
          </a:p>
        </p:txBody>
      </p:sp>
      <p:grpSp>
        <p:nvGrpSpPr>
          <p:cNvPr id="355" name="Google Shape;355;p34"/>
          <p:cNvGrpSpPr/>
          <p:nvPr/>
        </p:nvGrpSpPr>
        <p:grpSpPr>
          <a:xfrm>
            <a:off x="447523" y="928586"/>
            <a:ext cx="3909392" cy="5210084"/>
            <a:chOff x="335642" y="696438"/>
            <a:chExt cx="2932044" cy="3907563"/>
          </a:xfrm>
        </p:grpSpPr>
        <p:sp>
          <p:nvSpPr>
            <p:cNvPr id="356" name="Google Shape;356;p34"/>
            <p:cNvSpPr/>
            <p:nvPr/>
          </p:nvSpPr>
          <p:spPr>
            <a:xfrm>
              <a:off x="335642" y="705013"/>
              <a:ext cx="354933"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57" name="Google Shape;357;p34"/>
            <p:cNvSpPr/>
            <p:nvPr/>
          </p:nvSpPr>
          <p:spPr>
            <a:xfrm>
              <a:off x="821967" y="696438"/>
              <a:ext cx="354933"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58" name="Google Shape;358;p34"/>
            <p:cNvSpPr/>
            <p:nvPr/>
          </p:nvSpPr>
          <p:spPr>
            <a:xfrm>
              <a:off x="335642" y="1017238"/>
              <a:ext cx="354933"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59" name="Google Shape;359;p34"/>
            <p:cNvSpPr/>
            <p:nvPr/>
          </p:nvSpPr>
          <p:spPr>
            <a:xfrm>
              <a:off x="335642" y="1343950"/>
              <a:ext cx="354933"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0" name="Google Shape;360;p34"/>
            <p:cNvSpPr/>
            <p:nvPr/>
          </p:nvSpPr>
          <p:spPr>
            <a:xfrm>
              <a:off x="335642" y="1670688"/>
              <a:ext cx="354933"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61" name="Google Shape;361;p34"/>
            <p:cNvSpPr/>
            <p:nvPr/>
          </p:nvSpPr>
          <p:spPr>
            <a:xfrm>
              <a:off x="770496" y="1670688"/>
              <a:ext cx="45446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62" name="Google Shape;362;p34"/>
            <p:cNvSpPr/>
            <p:nvPr/>
          </p:nvSpPr>
          <p:spPr>
            <a:xfrm>
              <a:off x="1304877" y="1670688"/>
              <a:ext cx="354933"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63" name="Google Shape;363;p34"/>
            <p:cNvSpPr/>
            <p:nvPr/>
          </p:nvSpPr>
          <p:spPr>
            <a:xfrm>
              <a:off x="335642" y="1981263"/>
              <a:ext cx="327489"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64" name="Google Shape;364;p34"/>
            <p:cNvSpPr/>
            <p:nvPr/>
          </p:nvSpPr>
          <p:spPr>
            <a:xfrm>
              <a:off x="335642" y="2324113"/>
              <a:ext cx="327489"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65" name="Google Shape;365;p34"/>
            <p:cNvSpPr/>
            <p:nvPr/>
          </p:nvSpPr>
          <p:spPr>
            <a:xfrm>
              <a:off x="335642" y="2633038"/>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6" name="Google Shape;366;p34"/>
            <p:cNvSpPr/>
            <p:nvPr/>
          </p:nvSpPr>
          <p:spPr>
            <a:xfrm>
              <a:off x="335642" y="2941963"/>
              <a:ext cx="327489"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67" name="Google Shape;367;p34"/>
            <p:cNvSpPr/>
            <p:nvPr/>
          </p:nvSpPr>
          <p:spPr>
            <a:xfrm>
              <a:off x="349364" y="3722938"/>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8" name="Google Shape;368;p34"/>
            <p:cNvSpPr/>
            <p:nvPr/>
          </p:nvSpPr>
          <p:spPr>
            <a:xfrm>
              <a:off x="770496" y="1981263"/>
              <a:ext cx="327489"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69" name="Google Shape;369;p34"/>
            <p:cNvSpPr/>
            <p:nvPr/>
          </p:nvSpPr>
          <p:spPr>
            <a:xfrm>
              <a:off x="731557" y="2324113"/>
              <a:ext cx="327489"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70" name="Google Shape;370;p34"/>
            <p:cNvSpPr/>
            <p:nvPr/>
          </p:nvSpPr>
          <p:spPr>
            <a:xfrm>
              <a:off x="770496" y="2633038"/>
              <a:ext cx="327489"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71" name="Google Shape;371;p34"/>
            <p:cNvSpPr/>
            <p:nvPr/>
          </p:nvSpPr>
          <p:spPr>
            <a:xfrm>
              <a:off x="770496" y="2958925"/>
              <a:ext cx="327489"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72" name="Google Shape;372;p34"/>
            <p:cNvSpPr/>
            <p:nvPr/>
          </p:nvSpPr>
          <p:spPr>
            <a:xfrm>
              <a:off x="770496" y="3284813"/>
              <a:ext cx="327489"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73" name="Google Shape;373;p34"/>
            <p:cNvSpPr/>
            <p:nvPr/>
          </p:nvSpPr>
          <p:spPr>
            <a:xfrm>
              <a:off x="1174186" y="1981263"/>
              <a:ext cx="63339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74" name="Google Shape;374;p34"/>
            <p:cNvSpPr/>
            <p:nvPr/>
          </p:nvSpPr>
          <p:spPr>
            <a:xfrm>
              <a:off x="1174186" y="2324113"/>
              <a:ext cx="88477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75" name="Google Shape;375;p34"/>
            <p:cNvSpPr/>
            <p:nvPr/>
          </p:nvSpPr>
          <p:spPr>
            <a:xfrm>
              <a:off x="1205349" y="2633038"/>
              <a:ext cx="1030037"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76" name="Google Shape;376;p34"/>
            <p:cNvSpPr/>
            <p:nvPr/>
          </p:nvSpPr>
          <p:spPr>
            <a:xfrm>
              <a:off x="1205349" y="2977538"/>
              <a:ext cx="1030037"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77" name="Google Shape;377;p34"/>
            <p:cNvSpPr/>
            <p:nvPr/>
          </p:nvSpPr>
          <p:spPr>
            <a:xfrm>
              <a:off x="1205349" y="3284813"/>
              <a:ext cx="1030037"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78" name="Google Shape;378;p34"/>
            <p:cNvSpPr/>
            <p:nvPr/>
          </p:nvSpPr>
          <p:spPr>
            <a:xfrm>
              <a:off x="1883777" y="1981263"/>
              <a:ext cx="57704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79" name="Google Shape;379;p34"/>
            <p:cNvSpPr/>
            <p:nvPr/>
          </p:nvSpPr>
          <p:spPr>
            <a:xfrm>
              <a:off x="2174096" y="2307150"/>
              <a:ext cx="57704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80" name="Google Shape;380;p34"/>
            <p:cNvSpPr/>
            <p:nvPr/>
          </p:nvSpPr>
          <p:spPr>
            <a:xfrm>
              <a:off x="2342750" y="2633063"/>
              <a:ext cx="354933"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81" name="Google Shape;381;p34"/>
            <p:cNvSpPr/>
            <p:nvPr/>
          </p:nvSpPr>
          <p:spPr>
            <a:xfrm>
              <a:off x="2342750" y="3284863"/>
              <a:ext cx="354933"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82" name="Google Shape;382;p34"/>
            <p:cNvSpPr/>
            <p:nvPr/>
          </p:nvSpPr>
          <p:spPr>
            <a:xfrm>
              <a:off x="349364" y="3962013"/>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83" name="Google Shape;383;p34"/>
            <p:cNvSpPr/>
            <p:nvPr/>
          </p:nvSpPr>
          <p:spPr>
            <a:xfrm>
              <a:off x="731557" y="4245513"/>
              <a:ext cx="327489"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84" name="Google Shape;384;p34"/>
            <p:cNvSpPr/>
            <p:nvPr/>
          </p:nvSpPr>
          <p:spPr>
            <a:xfrm>
              <a:off x="1224956" y="4245513"/>
              <a:ext cx="524349"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85" name="Google Shape;385;p34"/>
            <p:cNvSpPr/>
            <p:nvPr/>
          </p:nvSpPr>
          <p:spPr>
            <a:xfrm>
              <a:off x="1883777" y="4245513"/>
              <a:ext cx="661931"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86" name="Google Shape;386;p34"/>
            <p:cNvSpPr/>
            <p:nvPr/>
          </p:nvSpPr>
          <p:spPr>
            <a:xfrm>
              <a:off x="2634075" y="4245513"/>
              <a:ext cx="241501"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87" name="Google Shape;387;p34"/>
            <p:cNvSpPr/>
            <p:nvPr/>
          </p:nvSpPr>
          <p:spPr>
            <a:xfrm>
              <a:off x="731557" y="4454038"/>
              <a:ext cx="327489"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88" name="Google Shape;388;p34"/>
            <p:cNvSpPr/>
            <p:nvPr/>
          </p:nvSpPr>
          <p:spPr>
            <a:xfrm>
              <a:off x="1224956" y="4454038"/>
              <a:ext cx="833909"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89" name="Google Shape;389;p34"/>
            <p:cNvSpPr/>
            <p:nvPr/>
          </p:nvSpPr>
          <p:spPr>
            <a:xfrm>
              <a:off x="2169156" y="4454038"/>
              <a:ext cx="354933"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90" name="Google Shape;390;p34"/>
            <p:cNvSpPr/>
            <p:nvPr/>
          </p:nvSpPr>
          <p:spPr>
            <a:xfrm>
              <a:off x="1250486" y="7083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1" name="Google Shape;391;p34"/>
            <p:cNvSpPr/>
            <p:nvPr/>
          </p:nvSpPr>
          <p:spPr>
            <a:xfrm>
              <a:off x="821986" y="10172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2" name="Google Shape;392;p34"/>
            <p:cNvSpPr/>
            <p:nvPr/>
          </p:nvSpPr>
          <p:spPr>
            <a:xfrm>
              <a:off x="1555286" y="10131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3" name="Google Shape;393;p34"/>
            <p:cNvSpPr/>
            <p:nvPr/>
          </p:nvSpPr>
          <p:spPr>
            <a:xfrm>
              <a:off x="821979" y="1343988"/>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4" name="Google Shape;394;p34"/>
            <p:cNvSpPr/>
            <p:nvPr/>
          </p:nvSpPr>
          <p:spPr>
            <a:xfrm>
              <a:off x="1739729" y="1668625"/>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5" name="Google Shape;395;p34"/>
            <p:cNvSpPr/>
            <p:nvPr/>
          </p:nvSpPr>
          <p:spPr>
            <a:xfrm>
              <a:off x="2342754" y="2977538"/>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6" name="Google Shape;396;p34"/>
            <p:cNvSpPr/>
            <p:nvPr/>
          </p:nvSpPr>
          <p:spPr>
            <a:xfrm>
              <a:off x="2537025" y="1981263"/>
              <a:ext cx="327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7" name="Google Shape;397;p34"/>
            <p:cNvSpPr/>
            <p:nvPr/>
          </p:nvSpPr>
          <p:spPr>
            <a:xfrm>
              <a:off x="2805050" y="2633038"/>
              <a:ext cx="327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8" name="Google Shape;398;p34"/>
            <p:cNvSpPr/>
            <p:nvPr/>
          </p:nvSpPr>
          <p:spPr>
            <a:xfrm>
              <a:off x="2634386" y="44561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9" name="Google Shape;399;p34"/>
            <p:cNvSpPr/>
            <p:nvPr/>
          </p:nvSpPr>
          <p:spPr>
            <a:xfrm>
              <a:off x="770511" y="3936575"/>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00" name="Google Shape;400;p34"/>
            <p:cNvSpPr/>
            <p:nvPr/>
          </p:nvSpPr>
          <p:spPr>
            <a:xfrm>
              <a:off x="770511" y="3706475"/>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401" name="Google Shape;401;p34"/>
          <p:cNvSpPr txBox="1"/>
          <p:nvPr/>
        </p:nvSpPr>
        <p:spPr>
          <a:xfrm>
            <a:off x="8854201" y="5162812"/>
            <a:ext cx="692400" cy="1161600"/>
          </a:xfrm>
          <a:prstGeom prst="rect">
            <a:avLst/>
          </a:prstGeom>
          <a:noFill/>
          <a:ln>
            <a:noFill/>
          </a:ln>
        </p:spPr>
        <p:txBody>
          <a:bodyPr spcFirstLastPara="1" wrap="square" lIns="121900" tIns="121900" rIns="121900" bIns="121900" anchor="t" anchorCtr="0">
            <a:noAutofit/>
          </a:bodyPr>
          <a:lstStyle/>
          <a:p>
            <a:r>
              <a:rPr lang="en" sz="6667" dirty="0">
                <a:solidFill>
                  <a:schemeClr val="accent3"/>
                </a:solidFill>
                <a:latin typeface="Comfortaa"/>
                <a:ea typeface="Comfortaa"/>
                <a:cs typeface="Comfortaa"/>
                <a:sym typeface="Comfortaa"/>
              </a:rPr>
              <a:t>}</a:t>
            </a:r>
            <a:endParaRPr sz="6667" dirty="0">
              <a:solidFill>
                <a:schemeClr val="accent3"/>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2AE2DD26-B17A-503C-A9CA-D2B6DDAE5AF0}"/>
              </a:ext>
            </a:extLst>
          </p:cNvPr>
          <p:cNvSpPr txBox="1"/>
          <p:nvPr/>
        </p:nvSpPr>
        <p:spPr>
          <a:xfrm>
            <a:off x="5387008" y="2407058"/>
            <a:ext cx="6411925" cy="2000548"/>
          </a:xfrm>
          <a:prstGeom prst="rect">
            <a:avLst/>
          </a:prstGeom>
          <a:noFill/>
        </p:spPr>
        <p:txBody>
          <a:bodyPr wrap="square" rtlCol="0">
            <a:spAutoFit/>
          </a:bodyPr>
          <a:lstStyle/>
          <a:p>
            <a:r>
              <a:rPr lang="en-US" sz="1600" dirty="0">
                <a:latin typeface="Source Code Pro" panose="020B0509030403020204" pitchFamily="49" charset="0"/>
                <a:ea typeface="Source Code Pro" panose="020B0509030403020204" pitchFamily="49" charset="0"/>
              </a:rPr>
              <a:t>What was the most </a:t>
            </a:r>
            <a:br>
              <a:rPr lang="en-US" sz="1600" dirty="0">
                <a:latin typeface="Source Code Pro" panose="020B0509030403020204" pitchFamily="49" charset="0"/>
                <a:ea typeface="Source Code Pro" panose="020B0509030403020204" pitchFamily="49" charset="0"/>
              </a:rPr>
            </a:br>
            <a:r>
              <a:rPr lang="en-US" sz="6000" dirty="0">
                <a:solidFill>
                  <a:schemeClr val="accent5">
                    <a:lumMod val="50000"/>
                  </a:schemeClr>
                </a:solidFill>
                <a:latin typeface="Source Code Pro" panose="020B0509030403020204" pitchFamily="49" charset="0"/>
                <a:ea typeface="Source Code Pro" panose="020B0509030403020204" pitchFamily="49" charset="0"/>
              </a:rPr>
              <a:t>confusing</a:t>
            </a:r>
            <a:r>
              <a:rPr lang="en-US" sz="1600" dirty="0">
                <a:latin typeface="Source Code Pro" panose="020B0509030403020204" pitchFamily="49" charset="0"/>
                <a:ea typeface="Source Code Pro" panose="020B0509030403020204" pitchFamily="49" charset="0"/>
              </a:rPr>
              <a:t> </a:t>
            </a:r>
            <a:br>
              <a:rPr lang="en-US" sz="1600" dirty="0">
                <a:latin typeface="Source Code Pro" panose="020B0509030403020204" pitchFamily="49" charset="0"/>
                <a:ea typeface="Source Code Pro" panose="020B0509030403020204" pitchFamily="49" charset="0"/>
              </a:rPr>
            </a:br>
            <a:r>
              <a:rPr lang="en-US" sz="1600" dirty="0">
                <a:latin typeface="Source Code Pro" panose="020B0509030403020204" pitchFamily="49" charset="0"/>
                <a:ea typeface="Source Code Pro" panose="020B0509030403020204" pitchFamily="49" charset="0"/>
              </a:rPr>
              <a:t>part of today's lab?</a:t>
            </a:r>
            <a:br>
              <a:rPr lang="en-US" sz="1600" dirty="0">
                <a:latin typeface="Source Code Pro" panose="020B0509030403020204" pitchFamily="49" charset="0"/>
                <a:ea typeface="Source Code Pro" panose="020B0509030403020204" pitchFamily="49" charset="0"/>
              </a:rPr>
            </a:br>
            <a:br>
              <a:rPr lang="en-US" sz="1600" dirty="0">
                <a:latin typeface="Source Code Pro" panose="020B0509030403020204" pitchFamily="49" charset="0"/>
                <a:ea typeface="Source Code Pro" panose="020B0509030403020204" pitchFamily="49" charset="0"/>
              </a:rPr>
            </a:br>
            <a:endParaRPr lang="en-US" sz="1600" dirty="0">
              <a:latin typeface="Source Code Pro" panose="020B0509030403020204" pitchFamily="49" charset="0"/>
              <a:ea typeface="Source Code Pro" panose="020B0509030403020204" pitchFamily="49"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ay 6">
  <a:themeElements>
    <a:clrScheme name="Simple Light">
      <a:dk1>
        <a:srgbClr val="E7E7E7"/>
      </a:dk1>
      <a:lt1>
        <a:srgbClr val="10111A"/>
      </a:lt1>
      <a:dk2>
        <a:srgbClr val="FD4A4A"/>
      </a:dk2>
      <a:lt2>
        <a:srgbClr val="EC7955"/>
      </a:lt2>
      <a:accent1>
        <a:srgbClr val="E81A81"/>
      </a:accent1>
      <a:accent2>
        <a:srgbClr val="94EE6B"/>
      </a:accent2>
      <a:accent3>
        <a:srgbClr val="4CAE97"/>
      </a:accent3>
      <a:accent4>
        <a:srgbClr val="BD64B5"/>
      </a:accent4>
      <a:accent5>
        <a:srgbClr val="FFFF99"/>
      </a:accent5>
      <a:accent6>
        <a:srgbClr val="2C293A"/>
      </a:accent6>
      <a:hlink>
        <a:srgbClr val="F8F8F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ay 6" id="{035ED6D3-E824-4B6B-AAF7-CA8C606A2217}" vid="{7F810BC9-F9DE-4B77-994F-C9059B10EE5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1196</Words>
  <Application>Microsoft Office PowerPoint</Application>
  <PresentationFormat>Widescreen</PresentationFormat>
  <Paragraphs>131</Paragraphs>
  <Slides>16</Slides>
  <Notes>16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16</vt:i4>
      </vt:variant>
    </vt:vector>
  </HeadingPairs>
  <TitlesOfParts>
    <vt:vector size="28" baseType="lpstr">
      <vt:lpstr>Arial</vt:lpstr>
      <vt:lpstr>Bebas Neue</vt:lpstr>
      <vt:lpstr>Calibri</vt:lpstr>
      <vt:lpstr>Calibri Light</vt:lpstr>
      <vt:lpstr>Comfortaa</vt:lpstr>
      <vt:lpstr>Fira Code</vt:lpstr>
      <vt:lpstr>Nunito Light</vt:lpstr>
      <vt:lpstr>PT Sans</vt:lpstr>
      <vt:lpstr>Source Code Pro</vt:lpstr>
      <vt:lpstr>Source Code Pro Medium</vt:lpstr>
      <vt:lpstr>Office Theme</vt:lpstr>
      <vt:lpstr>day 6</vt:lpstr>
      <vt:lpstr>Artificial Intelligence (Machine Learning &amp; Deep Learning)</vt:lpstr>
      <vt:lpstr>PowerPoint Presentation</vt:lpstr>
      <vt:lpstr>Contents of Day 8</vt:lpstr>
      <vt:lpstr>Today Objective - Flexibility &amp; Strict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Thank You for Your Focus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Master Mind</dc:creator>
  <cp:lastModifiedBy>Master Mind</cp:lastModifiedBy>
  <cp:revision>5</cp:revision>
  <dcterms:created xsi:type="dcterms:W3CDTF">2026-02-26T21:19:01Z</dcterms:created>
  <dcterms:modified xsi:type="dcterms:W3CDTF">2026-02-26T23:15:09Z</dcterms:modified>
</cp:coreProperties>
</file>
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Supervised Learning &amp; The Math of Gradient Descent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21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841052085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Supervised ML (Regression vs. Classification).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Labeled Data, Hypothesis, Cost Function, &amp; Optimizer.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How a Gradient Descent actually finds the math.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Supervised Machine Learning - 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means teaching an algorithm by providing it with an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Answer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Key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feed the algorithm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historical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where the final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outcome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already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known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learns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rules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predict future outcomes.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most common type of machine learning used in industry today.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Two Types of 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Type 1: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Regression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Predicting a continuous number (any value).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RAM usage, monthly revenue, house price, temperature.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answer can be 14.5 GB or $12,400.50 - any decimal number.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Type 2: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Classification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Predicting a category or label (discrete choice).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Safe or DDoS attack, spam or legitimate email, approved or rejected.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answer is a strict category: [0] or [1].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4 Components of Supervised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supervised learning model has the same four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pillars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1: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Labeled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(X and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historical records you feed the algorithm.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inputs (number of API requests)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 = true answer/label (CPU load was 85%)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2: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Hypothesis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(h(x))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algorithm's guessing engine.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linear regression: y = mx + b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Where m is the weight and b is the intercept.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3: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Cost</a:t>
            </a:r>
            <a:r>
              <a:rPr sz="1400" dirty="0">
                <a:solidFill>
                  <a:schemeClr val="accent1"/>
                </a:solidFill>
                <a:latin typeface="Source Code Pro"/>
              </a:rPr>
              <a:t>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Function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penalty meter that measures how wrong the guess is.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Mean Squared Error (MSE) calculates error for each prediction.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Component 4: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Optimizer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mechanic that adjusts the weights.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Gradient Descent tells the algorithm how to improve.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Understanding the Hypothesis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hypothesis is the algorithm's mathematical equation for making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univariate linear regression (one variable):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 = mx + b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Breakdown: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y = prediction (what we're trying to guess)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x = input variable (feature)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 = weight/slope (how much x influences 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 = intercept (baseline value when x=0)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algorithm's job is to find the perfect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Cost Function - Measuring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cost function calculates how wrong the algorithm's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Mean Squared Error (MSE) is the most common: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= (1/n) × Σ(actual - predicted)²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Algorithm makes a prediction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Cost function compares to actual value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Calculate the error/penalty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Return the total error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cost function of 5.0 means average prediction error is about 2.2 units.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cost function of 0.1 means the predictions are very accurate.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Lower cost = better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Gradient Descent - The Mountain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you're blindfolded on a mountainside trying to find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valley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Your goal: Find the bottom (lowest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Feel the ground slope with your foot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Take a step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downward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Recalculate the slope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Take another step downward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5. Repeat until the ground is flat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At the flat point: You've found the global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minimum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(perfect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exactly how gradient descent finds optimal m and b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values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Learning Rate - Step Size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learning rate (α) controls how big each step is.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tx2"/>
                </a:solidFill>
                <a:latin typeface="Source Code Pro"/>
              </a:rPr>
              <a:t>Too Big Learning Rate: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jump over the valley and climb the other mountain.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overshoots and never converges.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crashes or gives terrible results.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2"/>
                </a:solidFill>
                <a:latin typeface="Source Code Pro"/>
              </a:rPr>
              <a:t>Too Small Learning Rate: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take millimeter steps toward the valley.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takes hours or days to converge.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is slow and inefficient.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chemeClr val="accent3"/>
                </a:solidFill>
                <a:latin typeface="Source Code Pro"/>
              </a:rPr>
              <a:t>Just Right Learning Rate: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reach the valley floor quickly and smoothly.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converges in reasonable time.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what we want in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practice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Gradient Descent Algorithm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repeats these steps: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Start with random m and b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values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Calculate predictions using current equation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y_pred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m*x + b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Calculate the cost (error) using MSE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MSE = (1/n) × Σ(y_actual - y_pred)²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Calculate the gradient (slope) of the cost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function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Adjust m and b in the direction that decreases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cost</a:t>
            </a:r>
          </a:p>
          <a:p>
            <a:pPr algn="l"/>
            <a:endParaRPr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6: Repeat steps 2-5 until the cost stops improving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gradually "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descends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toward the optimal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solution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Gradient Descent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Gradient descent works because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calculus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tells us which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direction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derivative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cost function shows: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Is the slope positive or negative?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How steep is it?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Which direction decreases error fastest?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By following the negative gradient (downward slope), the algorithm guaranteed finds a local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minimum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linear regression, there's only one minimum, so it finds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global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minimum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Training Loop - 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1: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Start: m=0.5, b=0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terrible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1000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2: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m=0.7, b=10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bad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800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3: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m=1.2, b=25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okay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200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00B0F0"/>
                </a:solidFill>
                <a:latin typeface="Source Code Pro"/>
              </a:rPr>
              <a:t>Iteration 10: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m=1.8, b=50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good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50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00B0F0"/>
                </a:solidFill>
                <a:latin typeface="Source Code Pro"/>
              </a:rPr>
              <a:t>Iteration 100: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Adjust: m=2.1, b=45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Predictions: excellent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Cost: 5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Stop. Algorithm has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converged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Regression Example - Predicting House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data: Historical house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prices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(X): Square footage (2000, 2500, 3000 sq ft)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(y): Sale price ($300k, $350k, $400k)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Process: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Feed algorithm the historical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Algorithm guesses: price = 100*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+ 10000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Cost function calculates error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Gradient descent adjusts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weights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Repeat until accuracy is good enough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equation: price = 150*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- 50000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now predicts new house prices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accurately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Classification Example - Detecting DDoS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data: Historical network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traffic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(X): Number of requests per second, packet size, source IPs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(y): [0 = Safe traffic] or [1 = DDoS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attack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Process: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Feed algorithm labeled historical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traffic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Algorithm learns patterns of DDoS behavior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Cost function (binary cross-entropy) measures accuracy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Gradient descent adjusts decision boundary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Repeat until model 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accurate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Final model: Classifies new traffic as Safe or DDoS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attack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Used in production to block malicious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traffic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Differences - Regression vs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Regression: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is a continuous number (any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price, temperature, RAM usage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 function: Mean Squared Error (MSE)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Evaluation: MAE, RMSE, R²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Classification: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is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category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(discrete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choice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spam or not, attack or safe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Cost function: Binary Cross-Entropy or categorical cross-entropy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Evaluation: Accuracy, precision, recall, F1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use the same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pillars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optimize differently.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Universal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supervised machine learning algorithm follows this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pattern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Get labeled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(X = inputs, y = outputs)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Choose a </a:t>
            </a:r>
            <a:r>
              <a:rPr sz="1400" b="1" dirty="0">
                <a:solidFill>
                  <a:schemeClr val="tx2"/>
                </a:solidFill>
                <a:latin typeface="Source Code Pro"/>
              </a:rPr>
              <a:t>hypothesis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(equation to learn)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Define a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cost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00B0F0"/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(measure error)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Use an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(gradient descent or similar)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5. Train: repeat 2-4 until cost converges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6. Evaluate on test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7. Deploy and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new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works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Linear Regression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Logistic Regression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Decision Trees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Neural Networks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All supervised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Mistakes in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1: Learning rate too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high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Algorithm bounces around and never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converges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2: Learning rate too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low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Algorithm converges but takes forever.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3: Training on labeled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testing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looks perfect but fails on new data.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4: Not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normalizing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Large values dominate, algorithm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crashes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learns badly.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5: Stopping too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early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Algorithm hasn't converged yet, model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suboptimal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Summary of 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Supervised learning teaches algorithms using an answer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key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types: Regression (continuous numbers) and Classification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algorithm has four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pillars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labeled data, hypothesis, cost function,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Gradient descent finds the best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stepping downward through error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algorithm converges when cost stops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improving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Now you understand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blueprint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supervised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Next: Implement linear regression in Python.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Then: Learn classification algorithms.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Then: Explore neural networks and deep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principles you learned here apply to ALL supervised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1722</Words>
  <Application>Microsoft Office PowerPoint</Application>
  <PresentationFormat>Widescreen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21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25</cp:revision>
  <dcterms:created xsi:type="dcterms:W3CDTF">2026-03-05T18:59:57Z</dcterms:created>
  <dcterms:modified xsi:type="dcterms:W3CDTF">2026-03-12T22:36:47Z</dcterms:modified>
</cp:coreProperties>
</file>
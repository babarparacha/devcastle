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2"/>
  </p:notesMasterIdLst>
  <p:sldIdLst>
    <p:sldId id="258" r:id="rId3"/>
    <p:sldId id="257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59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8228210-EAD9-1A8D-C840-FF57AD0A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6C3E3B3-F697-DFDB-41CB-49F93DABB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DBA2213-4EFA-DF86-E859-41D6E20CF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991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47D2D6-767F-54E9-4E0C-E8EEB9A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388EE08-AD46-DA0E-B9BD-23A262A1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4473CD0-3D3F-0384-B40E-75B80A74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4131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0BA6BD1-B2D4-C396-AF88-440B001A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B82ED8F-9109-FFEB-7820-EF0A4EF3B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6E6DD81-5216-B9FA-16F6-2EF37BF4F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88274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13FC809-0D17-7B3E-1818-7A26F9AD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412D07DF-73A7-E840-CFAB-5D4630B04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6F50135-1E8B-6928-FD83-39F60D991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80887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ECD325D4-6394-CC3B-07B1-B73993A8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51A509B-CD0F-4E82-407D-E3F2CA428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083E11B3-4491-021D-E1AF-4FAE1BAE2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89246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C1CC233-1712-B0C6-B05B-2090A4A1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5CE528F-DE11-BF7D-7015-47529ED76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088856FF-1401-D755-F7CC-A5714C8F7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47384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35274D5-0F56-9A58-6473-CE68B06A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E0E97F0-FE51-CBF5-D654-1568AB8D9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17CAFC6-BB00-4778-979E-5632B3E94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420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894978E-246C-9B0C-6AF7-A54EB99A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29E7434-AE15-3B6C-8599-3C18CF00B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9A22F75-2D9F-1078-D30A-6A33A9C89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40649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F3DED1C-4639-0C1A-D7DF-05D997EE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C2636C8-3B0F-E720-561D-AC48EF18A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944EFCA-05A4-AA0F-D3DA-F3E2DD0A2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77297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8E1809E-2BD6-2B74-784D-36DABCBF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5EB6F8-32AC-2DB7-7571-A5E82CBBD2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0CAD8610-0F51-F76F-8ABA-17C20443C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89926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4254EA5-3E95-6B59-DC66-77839367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B24DCF7-2566-2F7A-25A1-9A45CB8A3C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D87B29D-1D31-6DD5-F180-0ABE51123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12265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BCDE02A-D6A5-57B5-771E-88C41346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6A2BC2D-9E21-BCCA-F8C6-5DA6F36EB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342613F-3C1D-59BD-4CB0-C29D64EB8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34732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5BC8A9F-0DE1-DDF8-4127-CA1F8F18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390BCEA-F3A9-423E-824D-A6314B44C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2FC320B-C609-7408-2254-56061F620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52214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Univariate Linear Regression with &amp; without Vectorization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22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249194249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Multivariate Linear Regression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Optimization &amp; Performance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Non-Vectorized (Loops) vs. Vectorized (NumPy) Execution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Slow Way - Without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Concept: Standard Python for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loops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process one row at a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time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Math: dm/dj = (1/n) × Σ((m·xi + b) - yi) · xi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Problem: Processing 100,000 rows = 100,000 isolated CPU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instructions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Fast Way - With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Concept: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NumPy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bypasses Python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loops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processing flat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arrays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simultaneously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Math: dm/dj = (1/n) × Σ(Error ⊙ X)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Entire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array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multiplied in one stroke, training time drops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milliseconds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FCF17-0308-D006-6C36-D55D8F309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41" y="3690039"/>
            <a:ext cx="253400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94CEECC-7D96-2CD0-D9EA-8825054C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254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7B45628-350C-26E3-F8E8-AAE1ABF9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646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EFDD785-AE2F-AC72-9382-F7E847D1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232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849EDB3-A92D-6452-2025-B16BDC64A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203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F672066-3F99-B7CE-90F9-A0BF6D38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765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AB7E332-7689-AF51-AE45-73CF788C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42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E9398C1-F46A-1D34-6ECE-3F483F4F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176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B678E28-F540-C3B9-045B-802C7307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701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BBEBD29-C2D9-22D6-B15E-38976281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884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C983D38-63E0-EC94-6884-7CE42304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24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672B02E-4716-D5EE-8FE4-07C0A69D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10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6FEEFEA-9D15-64D9-9DE5-BAF746BE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84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BBFF1F6-BE1F-8984-CFAC-82DF66B0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3254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245</Words>
  <Application>Microsoft Office PowerPoint</Application>
  <PresentationFormat>Widescreen</PresentationFormat>
  <Paragraphs>37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20</cp:revision>
  <dcterms:created xsi:type="dcterms:W3CDTF">2026-03-05T18:59:57Z</dcterms:created>
  <dcterms:modified xsi:type="dcterms:W3CDTF">2026-03-13T22:37:46Z</dcterms:modified>
</cp:coreProperties>
</file>
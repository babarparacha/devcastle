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8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60" d="100"/>
          <a:sy n="60" d="100"/>
        </p:scale>
        <p:origin x="34" y="12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D73905-37E5-4AAC-B7E4-EAE98B28B13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0E0729-70F0-4BF3-9388-6ED577807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77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1FE8E1D-AF0E-59E5-1CF0-0CB2BC40A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F6349265-5EC2-688A-70F5-3F5D3DD154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CB32FDA-D98A-CE84-AFFA-F53E6AFAC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0131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174B84FE-9C07-F04D-73EF-4AF03AD5A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A71D6C1-6632-F179-BB7D-2A08688A30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73CB4C6-D647-804B-49A9-16A89AECC1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7571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20351F5-B0DB-BC5A-FCED-F957EC140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69D81D4-9218-C466-E3CD-1C65172A8D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F8D024A-92C9-7A71-D3A1-F408B86821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882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ABB447A0-CD23-DE87-6756-08D59CD62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3E3D392-DED4-8557-280C-B2F0748B08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DEA3A21A-93C6-D728-E49B-A59E025FBF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74739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7F3554B-D741-3F71-E143-ABE91B6A8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2E9B06B-B574-5474-9BA6-FC19A764A7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F81CC48-137D-D07E-1953-5859B400DC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9667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1967BD20-2202-ABB2-C294-79AEBB2AD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8D9E285-9C1E-25B6-FCF3-374D8FCF82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708DEA8-2262-CCE1-CBE4-17B4782F06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26535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415697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7578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7690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7603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7797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47928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4084221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6753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89727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1414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01787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93972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72652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04485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97385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88323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170586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09695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331671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33007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0585082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747765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90368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642947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70589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272804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Learning NumPy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8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Finding Relationships: Correlation, Visualization, &amp; Probability</a:t>
            </a: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235424020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Creating Arrays (Lists, Built-ins, Random).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Array Attributes (shape, dtype) &amp; Methods (reshape, argmax).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Operations (Copy, Append, Sort, Concat, Split).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01" name="Google Shape;301;p32"/>
          <p:cNvSpPr txBox="1"/>
          <p:nvPr/>
        </p:nvSpPr>
        <p:spPr>
          <a:xfrm>
            <a:off x="3400552" y="5830867"/>
            <a:ext cx="5875200" cy="136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Important:</a:t>
            </a:r>
            <a:b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Use of AI for solving given task is not allowed.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Cellphones must be put on silent.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endParaRPr lang="en-US"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8242EDF-68DE-7B01-A011-A02AD2D5E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E4AB9BE4-FBB2-46A0-29D0-42CDEB40CE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0CE1C392-ADAB-CB31-4EE1-C4DD40120E5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0333" y="19004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dirty="0">
                <a:solidFill>
                  <a:schemeClr val="tx1"/>
                </a:solidFill>
              </a:rPr>
              <a:t>CREATING ARRAYS</a:t>
            </a:r>
          </a:p>
          <a:p>
            <a:pPr marL="0" indent="0"/>
            <a:r>
              <a:rPr lang="en-US" sz="1600" b="1" dirty="0">
                <a:solidFill>
                  <a:schemeClr val="accent2"/>
                </a:solidFill>
              </a:rPr>
              <a:t>np.array()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convert Python lists or tuples into NumPy arrays for faster computation and mathematical operations.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np.zeros()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create a pre-allocated array filled with zeros.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4"/>
                </a:solidFill>
              </a:rPr>
              <a:t>np.arange()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generate evenly spaced numeric sequences.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np.random.randint() </a:t>
            </a:r>
            <a:r>
              <a:rPr lang="en-US" sz="1600" dirty="0">
                <a:solidFill>
                  <a:schemeClr val="accent1"/>
                </a:solidFill>
              </a:rPr>
              <a:t>/ </a:t>
            </a:r>
            <a:r>
              <a:rPr lang="en-US" sz="1600" b="1" dirty="0">
                <a:solidFill>
                  <a:schemeClr val="accent1"/>
                </a:solidFill>
              </a:rPr>
              <a:t>np.random.rand()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generate random test data </a:t>
            </a:r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BEDD5137-BDF6-BE81-E0A8-19E89B92D60A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A5D0B2A4-53D6-6D6F-78CE-4622CA2216B6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BE86406B-5857-C076-2752-D51501DB24B1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D18003-AAFA-C8D5-FF62-088195344861}"/>
              </a:ext>
            </a:extLst>
          </p:cNvPr>
          <p:cNvSpPr txBox="1"/>
          <p:nvPr/>
        </p:nvSpPr>
        <p:spPr>
          <a:xfrm>
            <a:off x="5470493" y="1579018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CREATING ARRAYS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36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1641D2D-E3F5-CE38-FF35-A6DC71F48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2AD0B32C-4380-D0A5-6180-05F99D417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481196EF-DCC2-435C-14D6-D4B0C736037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43666" y="1582174"/>
            <a:ext cx="11704667" cy="495755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b="1" dirty="0">
                <a:solidFill>
                  <a:schemeClr val="tx2"/>
                </a:solidFill>
              </a:rPr>
              <a:t>.ndim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check how many dimensions the array has.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</a:t>
            </a:r>
            <a:r>
              <a:rPr lang="en-US" sz="1600" dirty="0">
                <a:solidFill>
                  <a:schemeClr val="tx1"/>
                </a:solidFill>
              </a:rPr>
              <a:t> Checking if data is 1D (list), 2D (table), or 3D (image tensor).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.shape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see number of rows and columns.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Validating dataset structure before ML model training.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Ensuring matrices are compatible for multiplication.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4"/>
                </a:solidFill>
              </a:rPr>
              <a:t>.size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know total number of elements.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Checking dataset size before statistical analysis.Verifying data completeness.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bg2"/>
                </a:solidFill>
              </a:rPr>
              <a:t>.dtype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check data type of array elements.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Ensuring numeric type before mathematical operations.Preventing type errors in financial calculations.</a:t>
            </a:r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B0C4ED36-AFA6-8EC7-A62B-BB6F465D7D41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C7F5D0E4-0CE8-98AC-BD3B-8C5EF53BE95B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E0AD1F76-13E2-504F-467B-53A277E58CD9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6B70C4-B0A6-B965-FBD1-9B54C5D19C5C}"/>
              </a:ext>
            </a:extLst>
          </p:cNvPr>
          <p:cNvSpPr txBox="1"/>
          <p:nvPr/>
        </p:nvSpPr>
        <p:spPr>
          <a:xfrm>
            <a:off x="5470493" y="1579018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ARRAY ATTRIBUTES</a:t>
            </a:r>
          </a:p>
        </p:txBody>
      </p:sp>
    </p:spTree>
    <p:extLst>
      <p:ext uri="{BB962C8B-B14F-4D97-AF65-F5344CB8AC3E}">
        <p14:creationId xmlns:p14="http://schemas.microsoft.com/office/powerpoint/2010/main" val="3897757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A6C168-89D9-9C0C-C8F3-47413519E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FD14B305-06D5-E890-E824-E093AE52EA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F5354FA5-D696-D9DB-84D8-4138873B898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43666" y="1582174"/>
            <a:ext cx="11704667" cy="495755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reshape()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change structure without changing data.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Converting flat dataset into matrix. Reshaping image pixels into 2D format.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Preparing features for ML models.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max() / min()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find highest and lowest values.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Highest salary in company dataset. Lowest stock price in trading period.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tx2"/>
                </a:solidFill>
              </a:rPr>
              <a:t>argmax() / argmin()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find index position of extreme values. 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Finding which student scored highest. Identifying which day had highest sales.</a:t>
            </a:r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B8800228-8235-2C91-D591-9856F556DD3C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DE724AB3-DEE3-CFF4-135A-D0282259034F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0A5F9AEE-9A3D-D39A-34C1-155FB35B837E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9F3701-1BA0-76D2-151D-122892D4A237}"/>
              </a:ext>
            </a:extLst>
          </p:cNvPr>
          <p:cNvSpPr txBox="1"/>
          <p:nvPr/>
        </p:nvSpPr>
        <p:spPr>
          <a:xfrm>
            <a:off x="5470493" y="1579018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ARRAY METHODS</a:t>
            </a:r>
          </a:p>
        </p:txBody>
      </p:sp>
    </p:spTree>
    <p:extLst>
      <p:ext uri="{BB962C8B-B14F-4D97-AF65-F5344CB8AC3E}">
        <p14:creationId xmlns:p14="http://schemas.microsoft.com/office/powerpoint/2010/main" val="2388814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02EB2B4-4575-6EAF-D533-1C075AA29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DCA8CDD6-1B23-A4DC-F6E7-4651AA2DF5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7149654D-CA0B-6430-8E8D-3B3E49E72DF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43666" y="1582174"/>
            <a:ext cx="11704667" cy="495755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b="1" dirty="0">
              <a:solidFill>
                <a:schemeClr val="accent3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copy()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create independent duplicate of array.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Preserving original dataset before transformation. Creating backup before cleaning data.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np.append()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add new values at the end.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Adding new student record. Adding new transaction to dataset.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 err="1">
                <a:solidFill>
                  <a:schemeClr val="tx2"/>
                </a:solidFill>
              </a:rPr>
              <a:t>np.insert</a:t>
            </a:r>
            <a:r>
              <a:rPr lang="en-US" sz="1600" b="1" dirty="0">
                <a:solidFill>
                  <a:schemeClr val="tx2"/>
                </a:solidFill>
              </a:rPr>
              <a:t>()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insert value at specific position.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Inserting corrected data entry. Adding missing value at exact index.</a:t>
            </a: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32CD68C2-D274-7D3F-CE51-A65F17B3503D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7149616E-9ED3-E6A3-DDAF-41620D4B872A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876986-25AA-6E97-E697-99A6CABB2BB6}"/>
              </a:ext>
            </a:extLst>
          </p:cNvPr>
          <p:cNvSpPr txBox="1"/>
          <p:nvPr/>
        </p:nvSpPr>
        <p:spPr>
          <a:xfrm>
            <a:off x="5470493" y="1579018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ARRAY METHODS</a:t>
            </a:r>
          </a:p>
        </p:txBody>
      </p:sp>
    </p:spTree>
    <p:extLst>
      <p:ext uri="{BB962C8B-B14F-4D97-AF65-F5344CB8AC3E}">
        <p14:creationId xmlns:p14="http://schemas.microsoft.com/office/powerpoint/2010/main" val="3672319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9AC8762B-9918-C126-3A9F-51A1194C2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0E18FFA8-6EA5-DD34-6716-38AEDF0775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68D389F6-A296-0DF2-272E-3CCB79D97A9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43666" y="1582174"/>
            <a:ext cx="11704667" cy="495755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b="1" dirty="0">
              <a:solidFill>
                <a:schemeClr val="accent3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np.sort()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arrange data in ascending order.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Ranking students. Sorting stock prices. Preparing ordered reports.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np.delete()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remove elements by index.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Removing corrupted data. Deleting invalid transactions. Cleaning missing values.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D2613D31-CABE-9C5E-9816-AC8CDB087ABC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BDFE9AEB-088E-ED53-A503-0D5780FE7407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F8FC08-FC07-31F4-462C-1000FFF42599}"/>
              </a:ext>
            </a:extLst>
          </p:cNvPr>
          <p:cNvSpPr txBox="1"/>
          <p:nvPr/>
        </p:nvSpPr>
        <p:spPr>
          <a:xfrm>
            <a:off x="5470493" y="1579018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SORTING &amp; DELETING</a:t>
            </a:r>
          </a:p>
        </p:txBody>
      </p:sp>
    </p:spTree>
    <p:extLst>
      <p:ext uri="{BB962C8B-B14F-4D97-AF65-F5344CB8AC3E}">
        <p14:creationId xmlns:p14="http://schemas.microsoft.com/office/powerpoint/2010/main" val="764948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62681936-C844-D912-68C0-BC1A41B41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6FCFC00F-7A7A-10E3-8D3D-007FA80F23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FC83288D-6ECD-6F76-5D03-7B1EB08FC54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43666" y="1582174"/>
            <a:ext cx="11704667" cy="495755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b="1" dirty="0">
              <a:solidFill>
                <a:schemeClr val="accent3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np.concatenate()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combine multiple arrays.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Merging datasets from two branches. Combining training and validation data. Joining monthly reports.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np.array_split()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divide array into smaller parts.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Usage: </a:t>
            </a:r>
            <a:r>
              <a:rPr lang="en-US" sz="1600" dirty="0">
                <a:solidFill>
                  <a:schemeClr val="tx1"/>
                </a:solidFill>
              </a:rPr>
              <a:t>Splitting dataset into training/testing sets. Dividing workload into batches. Creating mini-batches in ML.</a:t>
            </a: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6EF5C6DD-4516-1100-C0C7-C2C98FDBEC24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D3627FD5-7B84-98ED-5829-1E8025054DED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13EFF4-3912-0D14-D754-57F3C358A17D}"/>
              </a:ext>
            </a:extLst>
          </p:cNvPr>
          <p:cNvSpPr txBox="1"/>
          <p:nvPr/>
        </p:nvSpPr>
        <p:spPr>
          <a:xfrm>
            <a:off x="5470493" y="1579018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CONCATENATE &amp; SPLIT</a:t>
            </a:r>
          </a:p>
        </p:txBody>
      </p:sp>
    </p:spTree>
    <p:extLst>
      <p:ext uri="{BB962C8B-B14F-4D97-AF65-F5344CB8AC3E}">
        <p14:creationId xmlns:p14="http://schemas.microsoft.com/office/powerpoint/2010/main" val="1251931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675</Words>
  <Application>Microsoft Office PowerPoint</Application>
  <PresentationFormat>Widescreen</PresentationFormat>
  <Paragraphs>116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day 6</vt:lpstr>
      <vt:lpstr>Artificial Intelligence (Machine Learning &amp; Deep Learning)</vt:lpstr>
      <vt:lpstr>Contents of Day 8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Master Mind</cp:lastModifiedBy>
  <cp:revision>6</cp:revision>
  <dcterms:created xsi:type="dcterms:W3CDTF">2026-03-03T18:34:41Z</dcterms:created>
  <dcterms:modified xsi:type="dcterms:W3CDTF">2026-03-03T20:26:45Z</dcterms:modified>
</cp:coreProperties>
</file>
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4"/>
  </p:notesMasterIdLst>
  <p:sldIdLst>
    <p:sldId id="258" r:id="rId3"/>
    <p:sldId id="257" r:id="rId4"/>
    <p:sldId id="266" r:id="rId5"/>
    <p:sldId id="267" r:id="rId6"/>
    <p:sldId id="268" r:id="rId7"/>
    <p:sldId id="269" r:id="rId8"/>
    <p:sldId id="270" r:id="rId9"/>
    <p:sldId id="271" r:id="rId10"/>
    <p:sldId id="272" r:id="rId11"/>
    <p:sldId id="273" r:id="rId12"/>
    <p:sldId id="259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16" autoAdjust="0"/>
    <p:restoredTop sz="94660"/>
  </p:normalViewPr>
  <p:slideViewPr>
    <p:cSldViewPr snapToGrid="0">
      <p:cViewPr varScale="1">
        <p:scale>
          <a:sx n="60" d="100"/>
          <a:sy n="60" d="100"/>
        </p:scale>
        <p:origin x="34" y="120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presProps" Target="pres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95E76F-59F4-41BF-BABF-5F4E5457363B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C08B434-08D1-4C4C-AE20-BB75D62E85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90087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236" name="Google Shape;236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213be7910b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295" name="Google Shape;295;g213be7910ba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41FE8E1D-AF0E-59E5-1CF0-0CB2BC40A0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F6349265-5EC2-688A-70F5-3F5D3DD154E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ECB32FDA-D98A-CE84-AFFA-F53E6AFAC55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1701311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7208EC81-3544-C179-ECE9-BA7805E161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2E9A7BCC-89B9-C96F-9771-C156318C281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AF496B49-46AA-0919-D4B1-61338E3D217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94848333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F352D665-704C-280D-2D22-98F35487C8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F4FF64F6-D018-E772-7933-80F6261106C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BC10A544-5E52-18C0-52B5-CF6B9FF8752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6951698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36B1EA6C-C5BF-98E1-E0D9-BD5BCB6437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08846694-A1FC-9D5B-9CBB-4AA6A05BC64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97FFF038-0BA5-8FBF-1A2B-0749435EE00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6771091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FBF4C504-1ED9-7152-4EA4-82DFC982D6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949D01CA-A471-1F21-577B-021BBDECCC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44378118-BA6B-DEC0-CC21-4345B750A50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75750925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F2AC24A2-15CE-2A9A-4528-351375CF85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2A167C16-2A80-4212-07FB-DCB8AB76314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0F10340D-9BA5-976E-0162-53036734991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57441183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A94E1E2E-9301-4413-1C60-8D3636F132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E122AA8A-E459-45F4-B595-F4AA69AD5E2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4A4FA828-7AE3-8113-44FA-80824706DE8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186945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24EC23DA-D39C-EE88-5777-7BCEBD492B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503C49FD-EC7C-3958-D7E8-B922D31BD3E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94ABE22D-5D5D-84A8-C751-0AFBA42C297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2157954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54dda1946d_6_2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350" name="Google Shape;350;g54dda1946d_6_2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4EB9AC-0403-40B2-7FB8-0FE1E1D152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14FCCE4-3543-A107-8906-74D3E5BC47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0A4E10-71C4-59B0-3F70-19C0BBE5EA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D595C2-3AD9-49FF-A535-AE916E5B2553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B143FA-4D87-B325-38CD-949D437565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20C79D-90F0-3B65-3C1A-079913A068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4CC18-D068-4A01-86CE-A214154740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31221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E73100-0FA9-2769-C055-5C9F31BA5B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E20D01-AA8C-2299-C93C-5EA47AEB38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D1093F-2718-AD19-CA74-D3EE0DC61C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D595C2-3AD9-49FF-A535-AE916E5B2553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56A830-0703-9E16-098F-692BBE48D6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D1E7E1-E45F-D3B3-065F-47AF493840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4CC18-D068-4A01-86CE-A214154740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95451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C7009F-4480-609D-CDC6-6B170D3AD2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D9161B-3871-8883-498D-D2C8E27DCB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0970FF-23EC-3C2B-5F8B-A8A83E14A3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D595C2-3AD9-49FF-A535-AE916E5B2553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2A22E2-1A98-9251-27FD-5D8E33432D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591A7D-73AA-15AA-D167-6DDAE26A17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4CC18-D068-4A01-86CE-A214154740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60734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29BD19-7D3F-2562-8704-7F1F18A6F0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A113F5-1AF7-4A7F-D251-004199FBDB6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2CB1AD-EDEA-00FE-B94C-9D7A33A118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57AD1B-0895-3B00-C125-49435320A3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D595C2-3AD9-49FF-A535-AE916E5B2553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A94E5F-1E65-836B-2063-9F688B21E3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85D434-6A21-1A14-ACA5-286E7F0B26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4CC18-D068-4A01-86CE-A214154740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39493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826513-72B8-8671-B43A-9C8BF773B0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FEEB59-14FA-83EB-18C8-4D78F901BC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489B22-9199-82FC-BB55-FB14BCF9F6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5962E93-F513-2325-17DD-E9F3D8C56CB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AAC87DA-AA16-B6B9-AB0D-3F84E908AC5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21DF7C8-5DAA-B6AE-74F8-F6E85D87F6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D595C2-3AD9-49FF-A535-AE916E5B2553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A879069-7B60-52A1-3EFC-11AF214662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263D0AE-1047-04E4-C7F7-7D591D232B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4CC18-D068-4A01-86CE-A214154740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04598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493BBE-3E1D-CC27-E524-AA0A0509B9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E17069E-874B-2F67-AFBB-44D444010E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D595C2-3AD9-49FF-A535-AE916E5B2553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6954D5-3611-3E2B-255D-AD0CAAC875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EF96BB-271A-788E-3B92-9E0D7B4CE4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4CC18-D068-4A01-86CE-A214154740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52875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8408DA-9327-8C7F-1096-8663293D92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D595C2-3AD9-49FF-A535-AE916E5B2553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D6E5616-EB55-58C2-2D44-E59A258A62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668D2A-A143-C186-A295-B30FFDE7B0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4CC18-D068-4A01-86CE-A214154740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07646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869098-E0AC-D401-5EEC-0F5350117A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42B8C0-7630-854E-9399-21F40ECD3E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E30B5A-F1D9-593F-0C0E-A89A36FBEA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A04FE3-95EF-BA3D-9974-5AEEBD8E3D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D595C2-3AD9-49FF-A535-AE916E5B2553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9F1125-994E-3F18-C73A-F9431917D7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6F8D8E-F065-B5B4-06F6-D34AA4FB71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4CC18-D068-4A01-86CE-A214154740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46023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BDC37E-9ECA-EBAA-D5D8-A6C6E8D2EF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5E3578-530F-17CB-E1B9-448F9F4FA2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5832B7-0989-9210-07A0-E1ECD65512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A9EDE9-0C25-C0D7-BD54-B2E7B2AF44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D595C2-3AD9-49FF-A535-AE916E5B2553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A86434-1D2F-3CCF-4609-64A0916FA8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D3A5F9-7080-B0B4-CB55-B60FA02648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4CC18-D068-4A01-86CE-A214154740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1969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D2069E-24E1-7983-9048-F8437D2431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51EE410-F975-CB2B-2843-D676E22466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6443FD-308E-E705-7229-466AE0A2FD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D595C2-3AD9-49FF-A535-AE916E5B2553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D24B53-5CED-AAE1-38B9-5536E35837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496845-4125-2E89-3BF6-10A1CD1CDE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4CC18-D068-4A01-86CE-A214154740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06123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789CDDA-C5F3-06D6-E5C6-BE19D4F462E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9BF100F-12B7-D495-27A9-F529639920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28B343-05D0-F3F0-C79D-B262718AAC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D595C2-3AD9-49FF-A535-AE916E5B2553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FF558B-F5F9-5449-F4AF-04E0FF9009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73D5DC-2C65-DC94-DFC3-9F03778145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4CC18-D068-4A01-86CE-A214154740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35173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title"/>
          </p:nvPr>
        </p:nvSpPr>
        <p:spPr>
          <a:xfrm>
            <a:off x="2047651" y="3021933"/>
            <a:ext cx="8847600" cy="1603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5333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title" idx="2" hasCustomPrompt="1"/>
          </p:nvPr>
        </p:nvSpPr>
        <p:spPr>
          <a:xfrm>
            <a:off x="1317484" y="1800733"/>
            <a:ext cx="2202800" cy="1221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4" name="Google Shape;14;p3"/>
          <p:cNvSpPr txBox="1">
            <a:spLocks noGrp="1"/>
          </p:cNvSpPr>
          <p:nvPr>
            <p:ph type="subTitle" idx="1"/>
          </p:nvPr>
        </p:nvSpPr>
        <p:spPr>
          <a:xfrm>
            <a:off x="2773533" y="4625133"/>
            <a:ext cx="8058400" cy="37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21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" name="Google Shape;15;p3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6" name="Google Shape;16;p3"/>
          <p:cNvGrpSpPr/>
          <p:nvPr/>
        </p:nvGrpSpPr>
        <p:grpSpPr>
          <a:xfrm>
            <a:off x="11085100" y="470668"/>
            <a:ext cx="630800" cy="248667"/>
            <a:chOff x="7059675" y="514525"/>
            <a:chExt cx="473100" cy="186500"/>
          </a:xfrm>
        </p:grpSpPr>
        <p:cxnSp>
          <p:nvCxnSpPr>
            <p:cNvPr id="17" name="Google Shape;17;p3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" name="Google Shape;18;p3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" name="Google Shape;19;p3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5409138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22" name="Google Shape;22;p4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23" name="Google Shape;23;p4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" name="Google Shape;24;p4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" name="Google Shape;25;p4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26" name="Google Shape;26;p4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body" idx="1"/>
          </p:nvPr>
        </p:nvSpPr>
        <p:spPr>
          <a:xfrm>
            <a:off x="960000" y="1621000"/>
            <a:ext cx="10272000" cy="375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70" lvl="0" indent="-423312" rtl="0"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 sz="1600"/>
            </a:lvl1pPr>
            <a:lvl2pPr marL="1219140" lvl="1" indent="-42331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marL="1828709" lvl="2" indent="-42331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marL="2438278" lvl="3" indent="-42331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marL="3047848" lvl="4" indent="-42331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marL="3657418" lvl="5" indent="-42331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marL="4266987" lvl="6" indent="-42331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marL="4876557" lvl="7" indent="-42331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marL="5486126" lvl="8" indent="-42331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1935043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30" name="Google Shape;30;p5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31" name="Google Shape;31;p5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2" name="Google Shape;32;p5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3" name="Google Shape;33;p5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34" name="Google Shape;34;p5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subTitle" idx="1"/>
          </p:nvPr>
        </p:nvSpPr>
        <p:spPr>
          <a:xfrm>
            <a:off x="7056729" y="4843465"/>
            <a:ext cx="3566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1867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subTitle" idx="2"/>
          </p:nvPr>
        </p:nvSpPr>
        <p:spPr>
          <a:xfrm>
            <a:off x="2114269" y="4843465"/>
            <a:ext cx="3566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1867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subTitle" idx="3"/>
          </p:nvPr>
        </p:nvSpPr>
        <p:spPr>
          <a:xfrm>
            <a:off x="6651249" y="4267600"/>
            <a:ext cx="3566800" cy="76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subTitle" idx="4"/>
          </p:nvPr>
        </p:nvSpPr>
        <p:spPr>
          <a:xfrm>
            <a:off x="1708483" y="4267600"/>
            <a:ext cx="3566800" cy="76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1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520605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6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41" name="Google Shape;41;p6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42" name="Google Shape;42;p6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3" name="Google Shape;43;p6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4" name="Google Shape;44;p6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45" name="Google Shape;45;p6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02736111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/>
          <p:nvPr/>
        </p:nvSpPr>
        <p:spPr>
          <a:xfrm>
            <a:off x="5018000" y="-2400"/>
            <a:ext cx="71740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56" name="Google Shape;56;p8"/>
          <p:cNvGrpSpPr/>
          <p:nvPr/>
        </p:nvGrpSpPr>
        <p:grpSpPr>
          <a:xfrm>
            <a:off x="10746533" y="595001"/>
            <a:ext cx="630800" cy="248667"/>
            <a:chOff x="7059675" y="514525"/>
            <a:chExt cx="473100" cy="186500"/>
          </a:xfrm>
        </p:grpSpPr>
        <p:cxnSp>
          <p:nvCxnSpPr>
            <p:cNvPr id="57" name="Google Shape;57;p8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8" name="Google Shape;58;p8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9" name="Google Shape;59;p8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60" name="Google Shape;60;p8"/>
          <p:cNvSpPr txBox="1">
            <a:spLocks noGrp="1"/>
          </p:cNvSpPr>
          <p:nvPr>
            <p:ph type="title"/>
          </p:nvPr>
        </p:nvSpPr>
        <p:spPr>
          <a:xfrm>
            <a:off x="5807000" y="1742800"/>
            <a:ext cx="5434000" cy="337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96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21816976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0"/>
          <p:cNvSpPr>
            <a:spLocks noGrp="1"/>
          </p:cNvSpPr>
          <p:nvPr>
            <p:ph type="pic" idx="2"/>
          </p:nvPr>
        </p:nvSpPr>
        <p:spPr>
          <a:xfrm>
            <a:off x="-33" y="-18300"/>
            <a:ext cx="12192000" cy="68764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71" name="Google Shape;71;p10"/>
          <p:cNvSpPr txBox="1">
            <a:spLocks noGrp="1"/>
          </p:cNvSpPr>
          <p:nvPr>
            <p:ph type="title"/>
          </p:nvPr>
        </p:nvSpPr>
        <p:spPr>
          <a:xfrm>
            <a:off x="960000" y="5352600"/>
            <a:ext cx="10272000" cy="7636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3733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39226590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>
            <a:spLocks noGrp="1"/>
          </p:cNvSpPr>
          <p:nvPr>
            <p:ph type="title" hasCustomPrompt="1"/>
          </p:nvPr>
        </p:nvSpPr>
        <p:spPr>
          <a:xfrm>
            <a:off x="1360817" y="1780133"/>
            <a:ext cx="9470400" cy="210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>
                <a:solidFill>
                  <a:schemeClr val="accent4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9pPr>
          </a:lstStyle>
          <a:p>
            <a:r>
              <a:t>xx%</a:t>
            </a:r>
          </a:p>
        </p:txBody>
      </p:sp>
      <p:sp>
        <p:nvSpPr>
          <p:cNvPr id="74" name="Google Shape;74;p11"/>
          <p:cNvSpPr txBox="1">
            <a:spLocks noGrp="1"/>
          </p:cNvSpPr>
          <p:nvPr>
            <p:ph type="subTitle" idx="1"/>
          </p:nvPr>
        </p:nvSpPr>
        <p:spPr>
          <a:xfrm>
            <a:off x="1360784" y="4125967"/>
            <a:ext cx="9470400" cy="6204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5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75" name="Google Shape;75;p11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76" name="Google Shape;76;p11"/>
          <p:cNvGrpSpPr/>
          <p:nvPr/>
        </p:nvGrpSpPr>
        <p:grpSpPr>
          <a:xfrm>
            <a:off x="10746533" y="595001"/>
            <a:ext cx="630800" cy="248667"/>
            <a:chOff x="7059675" y="514525"/>
            <a:chExt cx="473100" cy="186500"/>
          </a:xfrm>
        </p:grpSpPr>
        <p:cxnSp>
          <p:nvCxnSpPr>
            <p:cNvPr id="77" name="Google Shape;77;p11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8" name="Google Shape;78;p11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9" name="Google Shape;79;p11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313254213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3966483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Table of contents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3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83" name="Google Shape;83;p13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84" name="Google Shape;84;p13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5" name="Google Shape;85;p13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6" name="Google Shape;86;p13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87" name="Google Shape;87;p13"/>
          <p:cNvSpPr txBox="1">
            <a:spLocks noGrp="1"/>
          </p:cNvSpPr>
          <p:nvPr>
            <p:ph type="title"/>
          </p:nvPr>
        </p:nvSpPr>
        <p:spPr>
          <a:xfrm>
            <a:off x="950967" y="593367"/>
            <a:ext cx="1028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88" name="Google Shape;88;p13"/>
          <p:cNvSpPr txBox="1">
            <a:spLocks noGrp="1"/>
          </p:cNvSpPr>
          <p:nvPr>
            <p:ph type="subTitle" idx="1"/>
          </p:nvPr>
        </p:nvSpPr>
        <p:spPr>
          <a:xfrm>
            <a:off x="3296000" y="2443933"/>
            <a:ext cx="5612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89" name="Google Shape;89;p13"/>
          <p:cNvSpPr txBox="1">
            <a:spLocks noGrp="1"/>
          </p:cNvSpPr>
          <p:nvPr>
            <p:ph type="subTitle" idx="2"/>
          </p:nvPr>
        </p:nvSpPr>
        <p:spPr>
          <a:xfrm>
            <a:off x="4234001" y="3777903"/>
            <a:ext cx="5612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0" name="Google Shape;90;p13"/>
          <p:cNvSpPr txBox="1">
            <a:spLocks noGrp="1"/>
          </p:cNvSpPr>
          <p:nvPr>
            <p:ph type="subTitle" idx="3"/>
          </p:nvPr>
        </p:nvSpPr>
        <p:spPr>
          <a:xfrm>
            <a:off x="4672036" y="5112331"/>
            <a:ext cx="5612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1" name="Google Shape;91;p13"/>
          <p:cNvSpPr txBox="1">
            <a:spLocks noGrp="1"/>
          </p:cNvSpPr>
          <p:nvPr>
            <p:ph type="title" idx="4" hasCustomPrompt="1"/>
          </p:nvPr>
        </p:nvSpPr>
        <p:spPr>
          <a:xfrm>
            <a:off x="2493200" y="1960700"/>
            <a:ext cx="802800" cy="522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2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92" name="Google Shape;92;p13"/>
          <p:cNvSpPr txBox="1">
            <a:spLocks noGrp="1"/>
          </p:cNvSpPr>
          <p:nvPr>
            <p:ph type="title" idx="5" hasCustomPrompt="1"/>
          </p:nvPr>
        </p:nvSpPr>
        <p:spPr>
          <a:xfrm>
            <a:off x="3431200" y="3309900"/>
            <a:ext cx="802800" cy="522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2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93" name="Google Shape;93;p13"/>
          <p:cNvSpPr txBox="1">
            <a:spLocks noGrp="1"/>
          </p:cNvSpPr>
          <p:nvPr>
            <p:ph type="title" idx="6" hasCustomPrompt="1"/>
          </p:nvPr>
        </p:nvSpPr>
        <p:spPr>
          <a:xfrm>
            <a:off x="3855033" y="4659100"/>
            <a:ext cx="802800" cy="438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2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94" name="Google Shape;94;p13"/>
          <p:cNvSpPr txBox="1">
            <a:spLocks noGrp="1"/>
          </p:cNvSpPr>
          <p:nvPr>
            <p:ph type="subTitle" idx="7"/>
          </p:nvPr>
        </p:nvSpPr>
        <p:spPr>
          <a:xfrm>
            <a:off x="3296000" y="1960700"/>
            <a:ext cx="5612800" cy="64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5" name="Google Shape;95;p13"/>
          <p:cNvSpPr txBox="1">
            <a:spLocks noGrp="1"/>
          </p:cNvSpPr>
          <p:nvPr>
            <p:ph type="subTitle" idx="8"/>
          </p:nvPr>
        </p:nvSpPr>
        <p:spPr>
          <a:xfrm>
            <a:off x="4234000" y="3309900"/>
            <a:ext cx="5612800" cy="64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2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6" name="Google Shape;96;p13"/>
          <p:cNvSpPr txBox="1">
            <a:spLocks noGrp="1"/>
          </p:cNvSpPr>
          <p:nvPr>
            <p:ph type="subTitle" idx="9"/>
          </p:nvPr>
        </p:nvSpPr>
        <p:spPr>
          <a:xfrm>
            <a:off x="4672033" y="4659100"/>
            <a:ext cx="5612800" cy="64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3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91820930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Quote"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4"/>
          <p:cNvSpPr txBox="1">
            <a:spLocks noGrp="1"/>
          </p:cNvSpPr>
          <p:nvPr>
            <p:ph type="title"/>
          </p:nvPr>
        </p:nvSpPr>
        <p:spPr>
          <a:xfrm>
            <a:off x="3583367" y="4619000"/>
            <a:ext cx="7658000" cy="88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99" name="Google Shape;99;p14"/>
          <p:cNvSpPr txBox="1">
            <a:spLocks noGrp="1"/>
          </p:cNvSpPr>
          <p:nvPr>
            <p:ph type="subTitle" idx="1"/>
          </p:nvPr>
        </p:nvSpPr>
        <p:spPr>
          <a:xfrm>
            <a:off x="3583219" y="2134600"/>
            <a:ext cx="7658000" cy="248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3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00" name="Google Shape;100;p14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01" name="Google Shape;101;p14"/>
          <p:cNvGrpSpPr/>
          <p:nvPr/>
        </p:nvGrpSpPr>
        <p:grpSpPr>
          <a:xfrm>
            <a:off x="10746533" y="595001"/>
            <a:ext cx="630800" cy="248667"/>
            <a:chOff x="7059675" y="514525"/>
            <a:chExt cx="473100" cy="186500"/>
          </a:xfrm>
        </p:grpSpPr>
        <p:cxnSp>
          <p:nvCxnSpPr>
            <p:cNvPr id="102" name="Google Shape;102;p14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3" name="Google Shape;103;p14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4" name="Google Shape;104;p14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65455747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Title and text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5"/>
          <p:cNvSpPr/>
          <p:nvPr/>
        </p:nvSpPr>
        <p:spPr>
          <a:xfrm>
            <a:off x="5657333" y="-2400"/>
            <a:ext cx="65348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07" name="Google Shape;107;p15"/>
          <p:cNvGrpSpPr/>
          <p:nvPr/>
        </p:nvGrpSpPr>
        <p:grpSpPr>
          <a:xfrm>
            <a:off x="10746533" y="595001"/>
            <a:ext cx="630800" cy="248667"/>
            <a:chOff x="7059675" y="514525"/>
            <a:chExt cx="473100" cy="186500"/>
          </a:xfrm>
        </p:grpSpPr>
        <p:cxnSp>
          <p:nvCxnSpPr>
            <p:cNvPr id="108" name="Google Shape;108;p15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9" name="Google Shape;109;p15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0" name="Google Shape;110;p15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11" name="Google Shape;111;p15"/>
          <p:cNvSpPr txBox="1">
            <a:spLocks noGrp="1"/>
          </p:cNvSpPr>
          <p:nvPr>
            <p:ph type="title"/>
          </p:nvPr>
        </p:nvSpPr>
        <p:spPr>
          <a:xfrm>
            <a:off x="950967" y="714200"/>
            <a:ext cx="4221200" cy="3171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12" name="Google Shape;112;p15"/>
          <p:cNvSpPr txBox="1">
            <a:spLocks noGrp="1"/>
          </p:cNvSpPr>
          <p:nvPr>
            <p:ph type="subTitle" idx="1"/>
          </p:nvPr>
        </p:nvSpPr>
        <p:spPr>
          <a:xfrm>
            <a:off x="950967" y="3885400"/>
            <a:ext cx="4221200" cy="225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13" name="Google Shape;113;p15"/>
          <p:cNvSpPr>
            <a:spLocks noGrp="1"/>
          </p:cNvSpPr>
          <p:nvPr>
            <p:ph type="pic" idx="2"/>
          </p:nvPr>
        </p:nvSpPr>
        <p:spPr>
          <a:xfrm>
            <a:off x="6377667" y="709417"/>
            <a:ext cx="3880000" cy="54344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07186127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Title and text 1"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6"/>
          <p:cNvSpPr/>
          <p:nvPr/>
        </p:nvSpPr>
        <p:spPr>
          <a:xfrm>
            <a:off x="5657333" y="-2400"/>
            <a:ext cx="65348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6" name="Google Shape;116;p16"/>
          <p:cNvSpPr txBox="1">
            <a:spLocks noGrp="1"/>
          </p:cNvSpPr>
          <p:nvPr>
            <p:ph type="title"/>
          </p:nvPr>
        </p:nvSpPr>
        <p:spPr>
          <a:xfrm>
            <a:off x="950967" y="1870467"/>
            <a:ext cx="4332000" cy="141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17" name="Google Shape;117;p16"/>
          <p:cNvSpPr txBox="1">
            <a:spLocks noGrp="1"/>
          </p:cNvSpPr>
          <p:nvPr>
            <p:ph type="subTitle" idx="1"/>
          </p:nvPr>
        </p:nvSpPr>
        <p:spPr>
          <a:xfrm>
            <a:off x="950967" y="3288067"/>
            <a:ext cx="4332000" cy="186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5198359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Title and text 2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7"/>
          <p:cNvSpPr/>
          <p:nvPr/>
        </p:nvSpPr>
        <p:spPr>
          <a:xfrm>
            <a:off x="0" y="0"/>
            <a:ext cx="65348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0" name="Google Shape;120;p17"/>
          <p:cNvSpPr txBox="1">
            <a:spLocks noGrp="1"/>
          </p:cNvSpPr>
          <p:nvPr>
            <p:ph type="title"/>
          </p:nvPr>
        </p:nvSpPr>
        <p:spPr>
          <a:xfrm>
            <a:off x="6449600" y="2001600"/>
            <a:ext cx="4791200" cy="141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21" name="Google Shape;121;p17"/>
          <p:cNvSpPr txBox="1">
            <a:spLocks noGrp="1"/>
          </p:cNvSpPr>
          <p:nvPr>
            <p:ph type="subTitle" idx="1"/>
          </p:nvPr>
        </p:nvSpPr>
        <p:spPr>
          <a:xfrm>
            <a:off x="6449828" y="3416000"/>
            <a:ext cx="4791200" cy="144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85595693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 and two columns 1"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8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24" name="Google Shape;124;p18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125" name="Google Shape;125;p18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6" name="Google Shape;126;p18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7" name="Google Shape;127;p18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28" name="Google Shape;128;p18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29" name="Google Shape;129;p18"/>
          <p:cNvSpPr txBox="1">
            <a:spLocks noGrp="1"/>
          </p:cNvSpPr>
          <p:nvPr>
            <p:ph type="subTitle" idx="1"/>
          </p:nvPr>
        </p:nvSpPr>
        <p:spPr>
          <a:xfrm>
            <a:off x="6985135" y="2994735"/>
            <a:ext cx="3719200" cy="197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30" name="Google Shape;130;p18"/>
          <p:cNvSpPr txBox="1">
            <a:spLocks noGrp="1"/>
          </p:cNvSpPr>
          <p:nvPr>
            <p:ph type="subTitle" idx="2"/>
          </p:nvPr>
        </p:nvSpPr>
        <p:spPr>
          <a:xfrm>
            <a:off x="2276900" y="2994735"/>
            <a:ext cx="3719200" cy="197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31" name="Google Shape;131;p18"/>
          <p:cNvSpPr txBox="1">
            <a:spLocks noGrp="1"/>
          </p:cNvSpPr>
          <p:nvPr>
            <p:ph type="subTitle" idx="3"/>
          </p:nvPr>
        </p:nvSpPr>
        <p:spPr>
          <a:xfrm>
            <a:off x="1882268" y="2249533"/>
            <a:ext cx="3719200" cy="74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dk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32" name="Google Shape;132;p18"/>
          <p:cNvSpPr txBox="1">
            <a:spLocks noGrp="1"/>
          </p:cNvSpPr>
          <p:nvPr>
            <p:ph type="subTitle" idx="4"/>
          </p:nvPr>
        </p:nvSpPr>
        <p:spPr>
          <a:xfrm>
            <a:off x="6590509" y="2249533"/>
            <a:ext cx="3719200" cy="74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00013464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Title and two columns 2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9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35" name="Google Shape;135;p19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136" name="Google Shape;136;p19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7" name="Google Shape;137;p19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8" name="Google Shape;138;p19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39" name="Google Shape;139;p19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40" name="Google Shape;140;p19"/>
          <p:cNvSpPr txBox="1">
            <a:spLocks noGrp="1"/>
          </p:cNvSpPr>
          <p:nvPr>
            <p:ph type="subTitle" idx="1"/>
          </p:nvPr>
        </p:nvSpPr>
        <p:spPr>
          <a:xfrm>
            <a:off x="6429197" y="1924167"/>
            <a:ext cx="4802800" cy="324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41" name="Google Shape;141;p19"/>
          <p:cNvSpPr txBox="1">
            <a:spLocks noGrp="1"/>
          </p:cNvSpPr>
          <p:nvPr>
            <p:ph type="subTitle" idx="2"/>
          </p:nvPr>
        </p:nvSpPr>
        <p:spPr>
          <a:xfrm>
            <a:off x="858667" y="1924167"/>
            <a:ext cx="4802800" cy="324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1819026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Title and three columns"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0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44" name="Google Shape;144;p20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145" name="Google Shape;145;p20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6" name="Google Shape;146;p20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7" name="Google Shape;147;p20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48" name="Google Shape;148;p20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49" name="Google Shape;149;p20"/>
          <p:cNvSpPr txBox="1">
            <a:spLocks noGrp="1"/>
          </p:cNvSpPr>
          <p:nvPr>
            <p:ph type="subTitle" idx="1"/>
          </p:nvPr>
        </p:nvSpPr>
        <p:spPr>
          <a:xfrm>
            <a:off x="1330267" y="2795167"/>
            <a:ext cx="3164000" cy="181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0" name="Google Shape;150;p20"/>
          <p:cNvSpPr txBox="1">
            <a:spLocks noGrp="1"/>
          </p:cNvSpPr>
          <p:nvPr>
            <p:ph type="subTitle" idx="2"/>
          </p:nvPr>
        </p:nvSpPr>
        <p:spPr>
          <a:xfrm>
            <a:off x="4697316" y="3675167"/>
            <a:ext cx="3164000" cy="181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1" name="Google Shape;151;p20"/>
          <p:cNvSpPr txBox="1">
            <a:spLocks noGrp="1"/>
          </p:cNvSpPr>
          <p:nvPr>
            <p:ph type="subTitle" idx="3"/>
          </p:nvPr>
        </p:nvSpPr>
        <p:spPr>
          <a:xfrm>
            <a:off x="8068311" y="4323467"/>
            <a:ext cx="3164000" cy="181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2" name="Google Shape;152;p20"/>
          <p:cNvSpPr txBox="1">
            <a:spLocks noGrp="1"/>
          </p:cNvSpPr>
          <p:nvPr>
            <p:ph type="subTitle" idx="4"/>
          </p:nvPr>
        </p:nvSpPr>
        <p:spPr>
          <a:xfrm>
            <a:off x="960000" y="1915167"/>
            <a:ext cx="3222400" cy="88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dk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3" name="Google Shape;153;p20"/>
          <p:cNvSpPr txBox="1">
            <a:spLocks noGrp="1"/>
          </p:cNvSpPr>
          <p:nvPr>
            <p:ph type="subTitle" idx="5"/>
          </p:nvPr>
        </p:nvSpPr>
        <p:spPr>
          <a:xfrm>
            <a:off x="4389396" y="2795167"/>
            <a:ext cx="3222400" cy="88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3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4" name="Google Shape;154;p20"/>
          <p:cNvSpPr txBox="1">
            <a:spLocks noGrp="1"/>
          </p:cNvSpPr>
          <p:nvPr>
            <p:ph type="subTitle" idx="6"/>
          </p:nvPr>
        </p:nvSpPr>
        <p:spPr>
          <a:xfrm>
            <a:off x="7822725" y="3443467"/>
            <a:ext cx="3222400" cy="88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5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38510314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Title and four columns"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1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57" name="Google Shape;157;p21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158" name="Google Shape;158;p21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9" name="Google Shape;159;p21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0" name="Google Shape;160;p21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61" name="Google Shape;161;p21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62" name="Google Shape;162;p21"/>
          <p:cNvSpPr txBox="1">
            <a:spLocks noGrp="1"/>
          </p:cNvSpPr>
          <p:nvPr>
            <p:ph type="subTitle" idx="1"/>
          </p:nvPr>
        </p:nvSpPr>
        <p:spPr>
          <a:xfrm>
            <a:off x="4667467" y="2565033"/>
            <a:ext cx="2637600" cy="110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3" name="Google Shape;163;p21"/>
          <p:cNvSpPr txBox="1">
            <a:spLocks noGrp="1"/>
          </p:cNvSpPr>
          <p:nvPr>
            <p:ph type="subTitle" idx="2"/>
          </p:nvPr>
        </p:nvSpPr>
        <p:spPr>
          <a:xfrm>
            <a:off x="8594388" y="2565033"/>
            <a:ext cx="2637600" cy="110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4" name="Google Shape;164;p21"/>
          <p:cNvSpPr txBox="1">
            <a:spLocks noGrp="1"/>
          </p:cNvSpPr>
          <p:nvPr>
            <p:ph type="subTitle" idx="3"/>
          </p:nvPr>
        </p:nvSpPr>
        <p:spPr>
          <a:xfrm>
            <a:off x="4667467" y="4755667"/>
            <a:ext cx="2637600" cy="110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5" name="Google Shape;165;p21"/>
          <p:cNvSpPr txBox="1">
            <a:spLocks noGrp="1"/>
          </p:cNvSpPr>
          <p:nvPr>
            <p:ph type="subTitle" idx="4"/>
          </p:nvPr>
        </p:nvSpPr>
        <p:spPr>
          <a:xfrm>
            <a:off x="8594388" y="4755667"/>
            <a:ext cx="2637600" cy="110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6" name="Google Shape;166;p21"/>
          <p:cNvSpPr txBox="1">
            <a:spLocks noGrp="1"/>
          </p:cNvSpPr>
          <p:nvPr>
            <p:ph type="subTitle" idx="5"/>
          </p:nvPr>
        </p:nvSpPr>
        <p:spPr>
          <a:xfrm>
            <a:off x="4259248" y="1891033"/>
            <a:ext cx="2637600" cy="67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lt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7" name="Google Shape;167;p21"/>
          <p:cNvSpPr txBox="1">
            <a:spLocks noGrp="1"/>
          </p:cNvSpPr>
          <p:nvPr>
            <p:ph type="subTitle" idx="6"/>
          </p:nvPr>
        </p:nvSpPr>
        <p:spPr>
          <a:xfrm>
            <a:off x="4259248" y="4081667"/>
            <a:ext cx="2637600" cy="67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8" name="Google Shape;168;p21"/>
          <p:cNvSpPr txBox="1">
            <a:spLocks noGrp="1"/>
          </p:cNvSpPr>
          <p:nvPr>
            <p:ph type="subTitle" idx="7"/>
          </p:nvPr>
        </p:nvSpPr>
        <p:spPr>
          <a:xfrm>
            <a:off x="8186148" y="1891033"/>
            <a:ext cx="2637600" cy="67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4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9" name="Google Shape;169;p21"/>
          <p:cNvSpPr txBox="1">
            <a:spLocks noGrp="1"/>
          </p:cNvSpPr>
          <p:nvPr>
            <p:ph type="subTitle" idx="8"/>
          </p:nvPr>
        </p:nvSpPr>
        <p:spPr>
          <a:xfrm>
            <a:off x="8186148" y="4081667"/>
            <a:ext cx="2637600" cy="67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5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00039202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Title and six columns"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2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72" name="Google Shape;172;p22"/>
          <p:cNvSpPr txBox="1">
            <a:spLocks noGrp="1"/>
          </p:cNvSpPr>
          <p:nvPr>
            <p:ph type="subTitle" idx="1"/>
          </p:nvPr>
        </p:nvSpPr>
        <p:spPr>
          <a:xfrm>
            <a:off x="1859867" y="2471333"/>
            <a:ext cx="2648000" cy="117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3" name="Google Shape;173;p22"/>
          <p:cNvSpPr txBox="1">
            <a:spLocks noGrp="1"/>
          </p:cNvSpPr>
          <p:nvPr>
            <p:ph type="subTitle" idx="2"/>
          </p:nvPr>
        </p:nvSpPr>
        <p:spPr>
          <a:xfrm>
            <a:off x="5153000" y="2471333"/>
            <a:ext cx="2648000" cy="117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4" name="Google Shape;174;p22"/>
          <p:cNvSpPr txBox="1">
            <a:spLocks noGrp="1"/>
          </p:cNvSpPr>
          <p:nvPr>
            <p:ph type="subTitle" idx="3"/>
          </p:nvPr>
        </p:nvSpPr>
        <p:spPr>
          <a:xfrm>
            <a:off x="1859867" y="4378267"/>
            <a:ext cx="2648000" cy="117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5" name="Google Shape;175;p22"/>
          <p:cNvSpPr txBox="1">
            <a:spLocks noGrp="1"/>
          </p:cNvSpPr>
          <p:nvPr>
            <p:ph type="subTitle" idx="4"/>
          </p:nvPr>
        </p:nvSpPr>
        <p:spPr>
          <a:xfrm>
            <a:off x="5153000" y="4378267"/>
            <a:ext cx="2648000" cy="117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6" name="Google Shape;176;p22"/>
          <p:cNvSpPr txBox="1">
            <a:spLocks noGrp="1"/>
          </p:cNvSpPr>
          <p:nvPr>
            <p:ph type="subTitle" idx="5"/>
          </p:nvPr>
        </p:nvSpPr>
        <p:spPr>
          <a:xfrm>
            <a:off x="8446132" y="2471333"/>
            <a:ext cx="2648000" cy="117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7" name="Google Shape;177;p22"/>
          <p:cNvSpPr txBox="1">
            <a:spLocks noGrp="1"/>
          </p:cNvSpPr>
          <p:nvPr>
            <p:ph type="subTitle" idx="6"/>
          </p:nvPr>
        </p:nvSpPr>
        <p:spPr>
          <a:xfrm>
            <a:off x="8446132" y="4378267"/>
            <a:ext cx="2648000" cy="117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8" name="Google Shape;178;p22"/>
          <p:cNvSpPr txBox="1">
            <a:spLocks noGrp="1"/>
          </p:cNvSpPr>
          <p:nvPr>
            <p:ph type="subTitle" idx="7"/>
          </p:nvPr>
        </p:nvSpPr>
        <p:spPr>
          <a:xfrm>
            <a:off x="1484069" y="1814532"/>
            <a:ext cx="2637600" cy="65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9" name="Google Shape;179;p22"/>
          <p:cNvSpPr txBox="1">
            <a:spLocks noGrp="1"/>
          </p:cNvSpPr>
          <p:nvPr>
            <p:ph type="subTitle" idx="8"/>
          </p:nvPr>
        </p:nvSpPr>
        <p:spPr>
          <a:xfrm>
            <a:off x="4777200" y="1814532"/>
            <a:ext cx="2637600" cy="65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dk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80" name="Google Shape;180;p22"/>
          <p:cNvSpPr txBox="1">
            <a:spLocks noGrp="1"/>
          </p:cNvSpPr>
          <p:nvPr>
            <p:ph type="subTitle" idx="9"/>
          </p:nvPr>
        </p:nvSpPr>
        <p:spPr>
          <a:xfrm>
            <a:off x="8070331" y="1814532"/>
            <a:ext cx="2637600" cy="65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5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81" name="Google Shape;181;p22"/>
          <p:cNvSpPr txBox="1">
            <a:spLocks noGrp="1"/>
          </p:cNvSpPr>
          <p:nvPr>
            <p:ph type="subTitle" idx="13"/>
          </p:nvPr>
        </p:nvSpPr>
        <p:spPr>
          <a:xfrm>
            <a:off x="1484069" y="3721467"/>
            <a:ext cx="2637600" cy="65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1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82" name="Google Shape;182;p22"/>
          <p:cNvSpPr txBox="1">
            <a:spLocks noGrp="1"/>
          </p:cNvSpPr>
          <p:nvPr>
            <p:ph type="subTitle" idx="14"/>
          </p:nvPr>
        </p:nvSpPr>
        <p:spPr>
          <a:xfrm>
            <a:off x="4777200" y="3721467"/>
            <a:ext cx="2637600" cy="65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lt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83" name="Google Shape;183;p22"/>
          <p:cNvSpPr txBox="1">
            <a:spLocks noGrp="1"/>
          </p:cNvSpPr>
          <p:nvPr>
            <p:ph type="subTitle" idx="15"/>
          </p:nvPr>
        </p:nvSpPr>
        <p:spPr>
          <a:xfrm>
            <a:off x="8070331" y="3721467"/>
            <a:ext cx="2637600" cy="65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3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48775513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Numbers and text"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3"/>
          <p:cNvSpPr/>
          <p:nvPr/>
        </p:nvSpPr>
        <p:spPr>
          <a:xfrm>
            <a:off x="5018000" y="-2400"/>
            <a:ext cx="71740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86" name="Google Shape;186;p23"/>
          <p:cNvGrpSpPr/>
          <p:nvPr/>
        </p:nvGrpSpPr>
        <p:grpSpPr>
          <a:xfrm>
            <a:off x="10746533" y="595001"/>
            <a:ext cx="630800" cy="248667"/>
            <a:chOff x="7059675" y="514525"/>
            <a:chExt cx="473100" cy="186500"/>
          </a:xfrm>
        </p:grpSpPr>
        <p:cxnSp>
          <p:nvCxnSpPr>
            <p:cNvPr id="187" name="Google Shape;187;p23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8" name="Google Shape;188;p23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9" name="Google Shape;189;p23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90" name="Google Shape;190;p23"/>
          <p:cNvSpPr txBox="1">
            <a:spLocks noGrp="1"/>
          </p:cNvSpPr>
          <p:nvPr>
            <p:ph type="title" hasCustomPrompt="1"/>
          </p:nvPr>
        </p:nvSpPr>
        <p:spPr>
          <a:xfrm>
            <a:off x="5402633" y="840767"/>
            <a:ext cx="5362800" cy="1025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91" name="Google Shape;191;p23"/>
          <p:cNvSpPr txBox="1">
            <a:spLocks noGrp="1"/>
          </p:cNvSpPr>
          <p:nvPr>
            <p:ph type="subTitle" idx="1"/>
          </p:nvPr>
        </p:nvSpPr>
        <p:spPr>
          <a:xfrm>
            <a:off x="5878073" y="1734227"/>
            <a:ext cx="5362800" cy="79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92" name="Google Shape;192;p23"/>
          <p:cNvSpPr txBox="1">
            <a:spLocks noGrp="1"/>
          </p:cNvSpPr>
          <p:nvPr>
            <p:ph type="title" idx="2" hasCustomPrompt="1"/>
          </p:nvPr>
        </p:nvSpPr>
        <p:spPr>
          <a:xfrm>
            <a:off x="5402633" y="2643787"/>
            <a:ext cx="5362800" cy="1025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93" name="Google Shape;193;p23"/>
          <p:cNvSpPr txBox="1">
            <a:spLocks noGrp="1"/>
          </p:cNvSpPr>
          <p:nvPr>
            <p:ph type="subTitle" idx="3"/>
          </p:nvPr>
        </p:nvSpPr>
        <p:spPr>
          <a:xfrm>
            <a:off x="5878073" y="3537247"/>
            <a:ext cx="5362800" cy="79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94" name="Google Shape;194;p23"/>
          <p:cNvSpPr txBox="1">
            <a:spLocks noGrp="1"/>
          </p:cNvSpPr>
          <p:nvPr>
            <p:ph type="title" idx="4" hasCustomPrompt="1"/>
          </p:nvPr>
        </p:nvSpPr>
        <p:spPr>
          <a:xfrm>
            <a:off x="5402633" y="4446807"/>
            <a:ext cx="5362800" cy="1025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accent5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95" name="Google Shape;195;p23"/>
          <p:cNvSpPr txBox="1">
            <a:spLocks noGrp="1"/>
          </p:cNvSpPr>
          <p:nvPr>
            <p:ph type="subTitle" idx="5"/>
          </p:nvPr>
        </p:nvSpPr>
        <p:spPr>
          <a:xfrm>
            <a:off x="5878073" y="5340267"/>
            <a:ext cx="5362800" cy="79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17495405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1">
  <p:cSld name="Numbers and text 1"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4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98" name="Google Shape;198;p24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199" name="Google Shape;199;p24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0" name="Google Shape;200;p24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1" name="Google Shape;201;p24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202" name="Google Shape;202;p24"/>
          <p:cNvSpPr txBox="1">
            <a:spLocks noGrp="1"/>
          </p:cNvSpPr>
          <p:nvPr>
            <p:ph type="title" hasCustomPrompt="1"/>
          </p:nvPr>
        </p:nvSpPr>
        <p:spPr>
          <a:xfrm>
            <a:off x="1179800" y="2520933"/>
            <a:ext cx="1407600" cy="542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03" name="Google Shape;203;p24"/>
          <p:cNvSpPr txBox="1">
            <a:spLocks noGrp="1"/>
          </p:cNvSpPr>
          <p:nvPr>
            <p:ph type="subTitle" idx="1"/>
          </p:nvPr>
        </p:nvSpPr>
        <p:spPr>
          <a:xfrm>
            <a:off x="1307167" y="4585667"/>
            <a:ext cx="2968000" cy="138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04" name="Google Shape;204;p24"/>
          <p:cNvSpPr txBox="1">
            <a:spLocks noGrp="1"/>
          </p:cNvSpPr>
          <p:nvPr>
            <p:ph type="subTitle" idx="2"/>
          </p:nvPr>
        </p:nvSpPr>
        <p:spPr>
          <a:xfrm>
            <a:off x="960000" y="3875633"/>
            <a:ext cx="3072000" cy="79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accent5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05" name="Google Shape;205;p24"/>
          <p:cNvSpPr txBox="1">
            <a:spLocks noGrp="1"/>
          </p:cNvSpPr>
          <p:nvPr>
            <p:ph type="title" idx="3" hasCustomPrompt="1"/>
          </p:nvPr>
        </p:nvSpPr>
        <p:spPr>
          <a:xfrm>
            <a:off x="4787984" y="2521267"/>
            <a:ext cx="1407600" cy="542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06" name="Google Shape;206;p24"/>
          <p:cNvSpPr txBox="1">
            <a:spLocks noGrp="1"/>
          </p:cNvSpPr>
          <p:nvPr>
            <p:ph type="subTitle" idx="4"/>
          </p:nvPr>
        </p:nvSpPr>
        <p:spPr>
          <a:xfrm>
            <a:off x="4785591" y="4585667"/>
            <a:ext cx="2968000" cy="138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07" name="Google Shape;207;p24"/>
          <p:cNvSpPr txBox="1">
            <a:spLocks noGrp="1"/>
          </p:cNvSpPr>
          <p:nvPr>
            <p:ph type="subTitle" idx="5"/>
          </p:nvPr>
        </p:nvSpPr>
        <p:spPr>
          <a:xfrm>
            <a:off x="4560001" y="3875633"/>
            <a:ext cx="3072000" cy="79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accent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08" name="Google Shape;208;p24"/>
          <p:cNvSpPr txBox="1">
            <a:spLocks noGrp="1"/>
          </p:cNvSpPr>
          <p:nvPr>
            <p:ph type="title" idx="6" hasCustomPrompt="1"/>
          </p:nvPr>
        </p:nvSpPr>
        <p:spPr>
          <a:xfrm>
            <a:off x="8395700" y="2521433"/>
            <a:ext cx="1407600" cy="542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09" name="Google Shape;209;p24"/>
          <p:cNvSpPr txBox="1">
            <a:spLocks noGrp="1"/>
          </p:cNvSpPr>
          <p:nvPr>
            <p:ph type="subTitle" idx="7"/>
          </p:nvPr>
        </p:nvSpPr>
        <p:spPr>
          <a:xfrm>
            <a:off x="8264015" y="4585667"/>
            <a:ext cx="2968000" cy="138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10" name="Google Shape;210;p24"/>
          <p:cNvSpPr txBox="1">
            <a:spLocks noGrp="1"/>
          </p:cNvSpPr>
          <p:nvPr>
            <p:ph type="subTitle" idx="8"/>
          </p:nvPr>
        </p:nvSpPr>
        <p:spPr>
          <a:xfrm>
            <a:off x="8160003" y="3875633"/>
            <a:ext cx="3072000" cy="79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accent4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11" name="Google Shape;211;p24"/>
          <p:cNvSpPr txBox="1">
            <a:spLocks noGrp="1"/>
          </p:cNvSpPr>
          <p:nvPr>
            <p:ph type="title" idx="9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93039010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ackground"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6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218" name="Google Shape;218;p26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219" name="Google Shape;219;p26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0" name="Google Shape;220;p26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1" name="Google Shape;221;p26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</p:spTree>
    <p:extLst>
      <p:ext uri="{BB962C8B-B14F-4D97-AF65-F5344CB8AC3E}">
        <p14:creationId xmlns:p14="http://schemas.microsoft.com/office/powerpoint/2010/main" val="53197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ackground 1"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7"/>
          <p:cNvSpPr/>
          <p:nvPr/>
        </p:nvSpPr>
        <p:spPr>
          <a:xfrm>
            <a:off x="5899667" y="-2400"/>
            <a:ext cx="62924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224" name="Google Shape;224;p27"/>
          <p:cNvGrpSpPr/>
          <p:nvPr/>
        </p:nvGrpSpPr>
        <p:grpSpPr>
          <a:xfrm>
            <a:off x="10924156" y="595001"/>
            <a:ext cx="553275" cy="248667"/>
            <a:chOff x="7059675" y="514525"/>
            <a:chExt cx="473100" cy="186500"/>
          </a:xfrm>
        </p:grpSpPr>
        <p:cxnSp>
          <p:nvCxnSpPr>
            <p:cNvPr id="225" name="Google Shape;225;p27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6" name="Google Shape;226;p27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7" name="Google Shape;227;p27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90091936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3647333" y="1678467"/>
            <a:ext cx="7730000" cy="271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333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3647333" y="4396867"/>
            <a:ext cx="7730000" cy="5876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2133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04804809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5018000" y="-2400"/>
            <a:ext cx="71740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63" name="Google Shape;63;p9"/>
          <p:cNvGrpSpPr/>
          <p:nvPr/>
        </p:nvGrpSpPr>
        <p:grpSpPr>
          <a:xfrm>
            <a:off x="10746533" y="595001"/>
            <a:ext cx="630800" cy="248667"/>
            <a:chOff x="7059675" y="514525"/>
            <a:chExt cx="473100" cy="186500"/>
          </a:xfrm>
        </p:grpSpPr>
        <p:cxnSp>
          <p:nvCxnSpPr>
            <p:cNvPr id="64" name="Google Shape;64;p9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5" name="Google Shape;65;p9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6" name="Google Shape;66;p9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67" name="Google Shape;67;p9"/>
          <p:cNvSpPr txBox="1">
            <a:spLocks noGrp="1"/>
          </p:cNvSpPr>
          <p:nvPr>
            <p:ph type="title"/>
          </p:nvPr>
        </p:nvSpPr>
        <p:spPr>
          <a:xfrm>
            <a:off x="5630800" y="1597933"/>
            <a:ext cx="5608000" cy="2619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 sz="12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68" name="Google Shape;68;p9"/>
          <p:cNvSpPr txBox="1">
            <a:spLocks noGrp="1"/>
          </p:cNvSpPr>
          <p:nvPr>
            <p:ph type="subTitle" idx="1"/>
          </p:nvPr>
        </p:nvSpPr>
        <p:spPr>
          <a:xfrm>
            <a:off x="5630800" y="4217133"/>
            <a:ext cx="5608000" cy="14216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21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6443911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48" name="Google Shape;48;p7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49" name="Google Shape;49;p7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0" name="Google Shape;50;p7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1" name="Google Shape;51;p7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52" name="Google Shape;52;p7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812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subTitle" idx="1"/>
          </p:nvPr>
        </p:nvSpPr>
        <p:spPr>
          <a:xfrm>
            <a:off x="4620300" y="2038667"/>
            <a:ext cx="6620800" cy="410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2943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26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21" Type="http://schemas.openxmlformats.org/officeDocument/2006/relationships/slideLayout" Target="../slideLayouts/slideLayout32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5" Type="http://schemas.openxmlformats.org/officeDocument/2006/relationships/slideLayout" Target="../slideLayouts/slideLayout36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slideLayout" Target="../slideLayouts/slideLayout31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35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23" Type="http://schemas.openxmlformats.org/officeDocument/2006/relationships/slideLayout" Target="../slideLayouts/slideLayout34.xml"/><Relationship Id="rId10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30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Relationship Id="rId22" Type="http://schemas.openxmlformats.org/officeDocument/2006/relationships/slideLayout" Target="../slideLayouts/slideLayout3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43B25CD-B7DB-4A77-F9CD-23E9ACBFF8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B5A0B3-F092-FEA9-3D96-8BDD18BDD1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352BD0-3D7F-A831-1BE1-C3599D5092A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D595C2-3AD9-49FF-A535-AE916E5B2553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3A64E3-47FA-B137-A61E-6A02A6EFE19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5420C1-2441-6A7D-545D-72A61C11FE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D4CC18-D068-4A01-86CE-A214154740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53734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950967" y="593367"/>
            <a:ext cx="102900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950967" y="1536633"/>
            <a:ext cx="102900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●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○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■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●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○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■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●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○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■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21302682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1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r>
              <a:rPr lang="en-US" sz="5400" dirty="0"/>
              <a:t>Artificial Intelligence</a:t>
            </a:r>
            <a:br>
              <a:rPr lang="en-US" sz="6000" dirty="0"/>
            </a:br>
            <a:r>
              <a:rPr lang="en" sz="2800" dirty="0">
                <a:solidFill>
                  <a:schemeClr val="accent4"/>
                </a:solidFill>
              </a:rPr>
              <a:t>(Machine Learning &amp; Deep Learning)</a:t>
            </a:r>
            <a:endParaRPr sz="2800" dirty="0"/>
          </a:p>
        </p:txBody>
      </p:sp>
      <p:sp>
        <p:nvSpPr>
          <p:cNvPr id="239" name="Google Shape;239;p31"/>
          <p:cNvSpPr txBox="1">
            <a:spLocks noGrp="1"/>
          </p:cNvSpPr>
          <p:nvPr>
            <p:ph type="subTitle" idx="1"/>
          </p:nvPr>
        </p:nvSpPr>
        <p:spPr>
          <a:xfrm>
            <a:off x="3217849" y="4473517"/>
            <a:ext cx="8487720" cy="567052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/>
            <a:r>
              <a:rPr lang="en-US" sz="1867" dirty="0"/>
              <a:t>Introduction to NumPy (Syntax &amp; Core Mechanics)</a:t>
            </a:r>
          </a:p>
        </p:txBody>
      </p:sp>
      <p:sp>
        <p:nvSpPr>
          <p:cNvPr id="240" name="Google Shape;240;p31"/>
          <p:cNvSpPr txBox="1"/>
          <p:nvPr/>
        </p:nvSpPr>
        <p:spPr>
          <a:xfrm>
            <a:off x="2796400" y="761333"/>
            <a:ext cx="939600" cy="11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" sz="6667" b="0" i="0" u="none" strike="noStrike" kern="0" cap="none" spc="0" normalizeH="0" baseline="0" noProof="0">
                <a:ln>
                  <a:noFill/>
                </a:ln>
                <a:solidFill>
                  <a:srgbClr val="E81A81"/>
                </a:solidFill>
                <a:effectLst/>
                <a:uLnTx/>
                <a:uFillTx/>
                <a:latin typeface="Comfortaa"/>
                <a:ea typeface="Comfortaa"/>
                <a:cs typeface="Comfortaa"/>
                <a:sym typeface="Comfortaa"/>
              </a:rPr>
              <a:t>{</a:t>
            </a:r>
            <a:endParaRPr kumimoji="0" sz="6667" b="0" i="0" u="none" strike="noStrike" kern="0" cap="none" spc="0" normalizeH="0" baseline="0" noProof="0">
              <a:ln>
                <a:noFill/>
              </a:ln>
              <a:solidFill>
                <a:srgbClr val="E81A81"/>
              </a:solidFill>
              <a:effectLst/>
              <a:uLnTx/>
              <a:uFillTx/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41" name="Google Shape;241;p31"/>
          <p:cNvSpPr txBox="1"/>
          <p:nvPr/>
        </p:nvSpPr>
        <p:spPr>
          <a:xfrm>
            <a:off x="11450667" y="5335900"/>
            <a:ext cx="692400" cy="101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" sz="6667" b="0" i="0" u="none" strike="noStrike" kern="0" cap="none" spc="0" normalizeH="0" baseline="0" noProof="0">
                <a:ln>
                  <a:noFill/>
                </a:ln>
                <a:solidFill>
                  <a:srgbClr val="4CAE97"/>
                </a:solidFill>
                <a:effectLst/>
                <a:uLnTx/>
                <a:uFillTx/>
                <a:latin typeface="Comfortaa"/>
                <a:ea typeface="Comfortaa"/>
                <a:cs typeface="Comfortaa"/>
                <a:sym typeface="Comfortaa"/>
              </a:rPr>
              <a:t>}</a:t>
            </a:r>
            <a:endParaRPr kumimoji="0" sz="6667" b="0" i="0" u="none" strike="noStrike" kern="0" cap="none" spc="0" normalizeH="0" baseline="0" noProof="0">
              <a:ln>
                <a:noFill/>
              </a:ln>
              <a:solidFill>
                <a:srgbClr val="4CAE97"/>
              </a:solidFill>
              <a:effectLst/>
              <a:uLnTx/>
              <a:uFillTx/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42" name="Google Shape;242;p31"/>
          <p:cNvSpPr txBox="1"/>
          <p:nvPr/>
        </p:nvSpPr>
        <p:spPr>
          <a:xfrm>
            <a:off x="3796500" y="5477887"/>
            <a:ext cx="1930000" cy="72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marL="0" marR="0" lvl="0" indent="0" algn="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" sz="6667" b="0" i="0" u="none" strike="noStrike" kern="0" cap="none" spc="0" normalizeH="0" baseline="0" noProof="0">
                <a:ln>
                  <a:noFill/>
                </a:ln>
                <a:solidFill>
                  <a:srgbClr val="94EE6B"/>
                </a:solidFill>
                <a:effectLst/>
                <a:uLnTx/>
                <a:uFillTx/>
                <a:latin typeface="Fira Code"/>
                <a:ea typeface="Fira Code"/>
                <a:cs typeface="Fira Code"/>
                <a:sym typeface="Fira Code"/>
              </a:rPr>
              <a:t>...</a:t>
            </a:r>
            <a:endParaRPr kumimoji="0" sz="6667" b="0" i="0" u="none" strike="noStrike" kern="0" cap="none" spc="0" normalizeH="0" baseline="0" noProof="0">
              <a:ln>
                <a:noFill/>
              </a:ln>
              <a:solidFill>
                <a:srgbClr val="94EE6B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grpSp>
        <p:nvGrpSpPr>
          <p:cNvPr id="243" name="Google Shape;243;p31"/>
          <p:cNvGrpSpPr/>
          <p:nvPr/>
        </p:nvGrpSpPr>
        <p:grpSpPr>
          <a:xfrm>
            <a:off x="10746533" y="595001"/>
            <a:ext cx="630800" cy="248667"/>
            <a:chOff x="7059675" y="514525"/>
            <a:chExt cx="473100" cy="186500"/>
          </a:xfrm>
        </p:grpSpPr>
        <p:cxnSp>
          <p:nvCxnSpPr>
            <p:cNvPr id="244" name="Google Shape;244;p31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5" name="Google Shape;245;p31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6" name="Google Shape;246;p31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247" name="Google Shape;247;p31"/>
          <p:cNvGrpSpPr/>
          <p:nvPr/>
        </p:nvGrpSpPr>
        <p:grpSpPr>
          <a:xfrm>
            <a:off x="340175" y="928586"/>
            <a:ext cx="3170543" cy="5210084"/>
            <a:chOff x="5" y="747463"/>
            <a:chExt cx="2377907" cy="3907563"/>
          </a:xfrm>
        </p:grpSpPr>
        <p:sp>
          <p:nvSpPr>
            <p:cNvPr id="248" name="Google Shape;248;p31"/>
            <p:cNvSpPr/>
            <p:nvPr/>
          </p:nvSpPr>
          <p:spPr>
            <a:xfrm>
              <a:off x="5" y="756038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49" name="Google Shape;249;p31"/>
            <p:cNvSpPr/>
            <p:nvPr/>
          </p:nvSpPr>
          <p:spPr>
            <a:xfrm>
              <a:off x="486329" y="747463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0" name="Google Shape;250;p31"/>
            <p:cNvSpPr/>
            <p:nvPr/>
          </p:nvSpPr>
          <p:spPr>
            <a:xfrm>
              <a:off x="5" y="1068263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1" name="Google Shape;251;p31"/>
            <p:cNvSpPr/>
            <p:nvPr/>
          </p:nvSpPr>
          <p:spPr>
            <a:xfrm>
              <a:off x="5" y="1394975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2" name="Google Shape;252;p31"/>
            <p:cNvSpPr/>
            <p:nvPr/>
          </p:nvSpPr>
          <p:spPr>
            <a:xfrm>
              <a:off x="5" y="1721713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3" name="Google Shape;253;p31"/>
            <p:cNvSpPr/>
            <p:nvPr/>
          </p:nvSpPr>
          <p:spPr>
            <a:xfrm>
              <a:off x="434858" y="1721713"/>
              <a:ext cx="4545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4" name="Google Shape;254;p31"/>
            <p:cNvSpPr/>
            <p:nvPr/>
          </p:nvSpPr>
          <p:spPr>
            <a:xfrm>
              <a:off x="934654" y="1721722"/>
              <a:ext cx="2607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5" name="Google Shape;255;p31"/>
            <p:cNvSpPr/>
            <p:nvPr/>
          </p:nvSpPr>
          <p:spPr>
            <a:xfrm>
              <a:off x="5" y="203228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6" name="Google Shape;256;p31"/>
            <p:cNvSpPr/>
            <p:nvPr/>
          </p:nvSpPr>
          <p:spPr>
            <a:xfrm>
              <a:off x="5" y="237513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7" name="Google Shape;257;p31"/>
            <p:cNvSpPr/>
            <p:nvPr/>
          </p:nvSpPr>
          <p:spPr>
            <a:xfrm>
              <a:off x="5" y="268406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8" name="Google Shape;258;p31"/>
            <p:cNvSpPr/>
            <p:nvPr/>
          </p:nvSpPr>
          <p:spPr>
            <a:xfrm>
              <a:off x="5" y="299298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9" name="Google Shape;259;p31"/>
            <p:cNvSpPr/>
            <p:nvPr/>
          </p:nvSpPr>
          <p:spPr>
            <a:xfrm>
              <a:off x="13726" y="377396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0" name="Google Shape;260;p31"/>
            <p:cNvSpPr/>
            <p:nvPr/>
          </p:nvSpPr>
          <p:spPr>
            <a:xfrm>
              <a:off x="434858" y="203228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1" name="Google Shape;261;p31"/>
            <p:cNvSpPr/>
            <p:nvPr/>
          </p:nvSpPr>
          <p:spPr>
            <a:xfrm>
              <a:off x="395919" y="237513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2" name="Google Shape;262;p31"/>
            <p:cNvSpPr/>
            <p:nvPr/>
          </p:nvSpPr>
          <p:spPr>
            <a:xfrm>
              <a:off x="434858" y="268406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3" name="Google Shape;263;p31"/>
            <p:cNvSpPr/>
            <p:nvPr/>
          </p:nvSpPr>
          <p:spPr>
            <a:xfrm>
              <a:off x="434858" y="3009950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4" name="Google Shape;264;p31"/>
            <p:cNvSpPr/>
            <p:nvPr/>
          </p:nvSpPr>
          <p:spPr>
            <a:xfrm>
              <a:off x="434858" y="333583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5" name="Google Shape;265;p31"/>
            <p:cNvSpPr/>
            <p:nvPr/>
          </p:nvSpPr>
          <p:spPr>
            <a:xfrm>
              <a:off x="838550" y="2032296"/>
              <a:ext cx="4656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6" name="Google Shape;266;p31"/>
            <p:cNvSpPr/>
            <p:nvPr/>
          </p:nvSpPr>
          <p:spPr>
            <a:xfrm>
              <a:off x="838550" y="2375145"/>
              <a:ext cx="6507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7" name="Google Shape;267;p31"/>
            <p:cNvSpPr/>
            <p:nvPr/>
          </p:nvSpPr>
          <p:spPr>
            <a:xfrm>
              <a:off x="861466" y="2684069"/>
              <a:ext cx="7572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8" name="Google Shape;268;p31"/>
            <p:cNvSpPr/>
            <p:nvPr/>
          </p:nvSpPr>
          <p:spPr>
            <a:xfrm>
              <a:off x="861466" y="3028567"/>
              <a:ext cx="7572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9" name="Google Shape;269;p31"/>
            <p:cNvSpPr/>
            <p:nvPr/>
          </p:nvSpPr>
          <p:spPr>
            <a:xfrm>
              <a:off x="861466" y="3335841"/>
              <a:ext cx="7572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0" name="Google Shape;270;p31"/>
            <p:cNvSpPr/>
            <p:nvPr/>
          </p:nvSpPr>
          <p:spPr>
            <a:xfrm>
              <a:off x="1360349" y="2032296"/>
              <a:ext cx="4242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1" name="Google Shape;271;p31"/>
            <p:cNvSpPr/>
            <p:nvPr/>
          </p:nvSpPr>
          <p:spPr>
            <a:xfrm>
              <a:off x="1573836" y="2358182"/>
              <a:ext cx="4242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2" name="Google Shape;272;p31"/>
            <p:cNvSpPr/>
            <p:nvPr/>
          </p:nvSpPr>
          <p:spPr>
            <a:xfrm>
              <a:off x="1697856" y="2684094"/>
              <a:ext cx="2607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3" name="Google Shape;273;p31"/>
            <p:cNvSpPr/>
            <p:nvPr/>
          </p:nvSpPr>
          <p:spPr>
            <a:xfrm>
              <a:off x="1697856" y="3335891"/>
              <a:ext cx="260700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4" name="Google Shape;274;p31"/>
            <p:cNvSpPr/>
            <p:nvPr/>
          </p:nvSpPr>
          <p:spPr>
            <a:xfrm>
              <a:off x="13726" y="401303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5" name="Google Shape;275;p31"/>
            <p:cNvSpPr/>
            <p:nvPr/>
          </p:nvSpPr>
          <p:spPr>
            <a:xfrm>
              <a:off x="395919" y="429653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6" name="Google Shape;276;p31"/>
            <p:cNvSpPr/>
            <p:nvPr/>
          </p:nvSpPr>
          <p:spPr>
            <a:xfrm>
              <a:off x="875884" y="4296538"/>
              <a:ext cx="3855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7" name="Google Shape;277;p31"/>
            <p:cNvSpPr/>
            <p:nvPr/>
          </p:nvSpPr>
          <p:spPr>
            <a:xfrm>
              <a:off x="1360349" y="4296538"/>
              <a:ext cx="486900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8" name="Google Shape;278;p31"/>
            <p:cNvSpPr/>
            <p:nvPr/>
          </p:nvSpPr>
          <p:spPr>
            <a:xfrm>
              <a:off x="1912083" y="4296538"/>
              <a:ext cx="1776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9" name="Google Shape;279;p31"/>
            <p:cNvSpPr/>
            <p:nvPr/>
          </p:nvSpPr>
          <p:spPr>
            <a:xfrm>
              <a:off x="395919" y="450506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0" name="Google Shape;280;p31"/>
            <p:cNvSpPr/>
            <p:nvPr/>
          </p:nvSpPr>
          <p:spPr>
            <a:xfrm>
              <a:off x="875884" y="4505063"/>
              <a:ext cx="6135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1" name="Google Shape;281;p31"/>
            <p:cNvSpPr/>
            <p:nvPr/>
          </p:nvSpPr>
          <p:spPr>
            <a:xfrm>
              <a:off x="1570204" y="4505063"/>
              <a:ext cx="2607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2" name="Google Shape;282;p31"/>
            <p:cNvSpPr/>
            <p:nvPr/>
          </p:nvSpPr>
          <p:spPr>
            <a:xfrm>
              <a:off x="894657" y="759375"/>
              <a:ext cx="4656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3" name="Google Shape;283;p31"/>
            <p:cNvSpPr/>
            <p:nvPr/>
          </p:nvSpPr>
          <p:spPr>
            <a:xfrm>
              <a:off x="486348" y="1068288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4" name="Google Shape;284;p31"/>
            <p:cNvSpPr/>
            <p:nvPr/>
          </p:nvSpPr>
          <p:spPr>
            <a:xfrm>
              <a:off x="1169818" y="1064149"/>
              <a:ext cx="4656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5" name="Google Shape;285;p31"/>
            <p:cNvSpPr/>
            <p:nvPr/>
          </p:nvSpPr>
          <p:spPr>
            <a:xfrm>
              <a:off x="486342" y="1395013"/>
              <a:ext cx="402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6" name="Google Shape;286;p31"/>
            <p:cNvSpPr/>
            <p:nvPr/>
          </p:nvSpPr>
          <p:spPr>
            <a:xfrm>
              <a:off x="1254423" y="1719659"/>
              <a:ext cx="2964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7" name="Google Shape;287;p31"/>
            <p:cNvSpPr/>
            <p:nvPr/>
          </p:nvSpPr>
          <p:spPr>
            <a:xfrm>
              <a:off x="1697859" y="3028567"/>
              <a:ext cx="2964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8" name="Google Shape;288;p31"/>
            <p:cNvSpPr/>
            <p:nvPr/>
          </p:nvSpPr>
          <p:spPr>
            <a:xfrm>
              <a:off x="1840717" y="2032296"/>
              <a:ext cx="240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9" name="Google Shape;289;p31"/>
            <p:cNvSpPr/>
            <p:nvPr/>
          </p:nvSpPr>
          <p:spPr>
            <a:xfrm>
              <a:off x="2037810" y="2684069"/>
              <a:ext cx="240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90" name="Google Shape;290;p31"/>
            <p:cNvSpPr/>
            <p:nvPr/>
          </p:nvSpPr>
          <p:spPr>
            <a:xfrm>
              <a:off x="1912311" y="4507125"/>
              <a:ext cx="4656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91" name="Google Shape;291;p31"/>
            <p:cNvSpPr/>
            <p:nvPr/>
          </p:nvSpPr>
          <p:spPr>
            <a:xfrm>
              <a:off x="434873" y="3987600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92" name="Google Shape;292;p31"/>
            <p:cNvSpPr/>
            <p:nvPr/>
          </p:nvSpPr>
          <p:spPr>
            <a:xfrm>
              <a:off x="434873" y="3757500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3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dirty="0"/>
              <a:t>Contents </a:t>
            </a:r>
            <a:r>
              <a:rPr lang="en" dirty="0">
                <a:solidFill>
                  <a:schemeClr val="accent4"/>
                </a:solidFill>
              </a:rPr>
              <a:t>of Day 14</a:t>
            </a:r>
            <a:endParaRPr dirty="0">
              <a:solidFill>
                <a:schemeClr val="accent4"/>
              </a:solidFill>
            </a:endParaRPr>
          </a:p>
        </p:txBody>
      </p:sp>
      <p:sp>
        <p:nvSpPr>
          <p:cNvPr id="298" name="Google Shape;298;p3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>
              <a:buNone/>
            </a:pPr>
            <a:r>
              <a:rPr lang="en-US" dirty="0"/>
              <a:t>NumPy Indexing, Broadcasting &amp; Universal Functions</a:t>
            </a:r>
          </a:p>
        </p:txBody>
      </p:sp>
      <p:graphicFrame>
        <p:nvGraphicFramePr>
          <p:cNvPr id="299" name="Google Shape;299;p32"/>
          <p:cNvGraphicFramePr/>
          <p:nvPr>
            <p:extLst>
              <p:ext uri="{D42A27DB-BD31-4B8C-83A1-F6EECF244321}">
                <p14:modId xmlns:p14="http://schemas.microsoft.com/office/powerpoint/2010/main" val="524182118"/>
              </p:ext>
            </p:extLst>
          </p:nvPr>
        </p:nvGraphicFramePr>
        <p:xfrm>
          <a:off x="968901" y="2328148"/>
          <a:ext cx="10272000" cy="3563292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326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45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8602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 dirty="0">
                          <a:solidFill>
                            <a:schemeClr val="dk2"/>
                          </a:solidFill>
                          <a:uFill>
                            <a:noFill/>
                          </a:u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Recap &amp; introduction</a:t>
                      </a:r>
                      <a:endParaRPr sz="1500" dirty="0">
                        <a:solidFill>
                          <a:schemeClr val="dk2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Moving from Python OOP to Data Science. Why AI needs data.</a:t>
                      </a: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 dirty="0">
                          <a:solidFill>
                            <a:schemeClr val="accent2"/>
                          </a:solidFill>
                          <a:uFill>
                            <a:noFill/>
                          </a:u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Core Thoery</a:t>
                      </a:r>
                      <a:endParaRPr sz="1500" dirty="0">
                        <a:solidFill>
                          <a:schemeClr val="accent2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Data Loading &amp; Saving (save, loadtxt).</a:t>
                      </a:r>
                    </a:p>
                    <a:p>
                      <a:r>
                        <a:rPr lang="en-US" sz="1300" b="0" dirty="0">
                          <a:solidFill>
                            <a:schemeClr val="tx1"/>
                          </a:solidFill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Indexing 2D Arrays, Logical Selection, &amp; Broadcasting.</a:t>
                      </a:r>
                    </a:p>
                    <a:p>
                      <a:r>
                        <a:rPr lang="en-US" sz="1300" b="0" dirty="0">
                          <a:solidFill>
                            <a:schemeClr val="tx1"/>
                          </a:solidFill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Type Casting (astype).</a:t>
                      </a:r>
                    </a:p>
                    <a:p>
                      <a:r>
                        <a:rPr lang="en-US" sz="1300" b="0" dirty="0">
                          <a:solidFill>
                            <a:schemeClr val="tx1"/>
                          </a:solidFill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Arithmetic Operations &amp; Universal Functions (Ufuncs).</a:t>
                      </a: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602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 dirty="0">
                          <a:solidFill>
                            <a:schemeClr val="accent4"/>
                          </a:solidFill>
                          <a:uFill>
                            <a:noFill/>
                          </a:u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Lab Practice</a:t>
                      </a:r>
                      <a:endParaRPr sz="1500" dirty="0">
                        <a:solidFill>
                          <a:schemeClr val="accent4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US" sz="1300" dirty="0">
                          <a:solidFill>
                            <a:schemeClr val="dk1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Practical coding tasks implementing method</a:t>
                      </a:r>
                      <a:endParaRPr sz="1300" dirty="0">
                        <a:solidFill>
                          <a:schemeClr val="dk1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602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accent5"/>
                          </a:solidFill>
                          <a:uFill>
                            <a:noFill/>
                          </a:u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Advance Lab</a:t>
                      </a:r>
                      <a:endParaRPr sz="1500" dirty="0">
                        <a:solidFill>
                          <a:schemeClr val="accent5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US" sz="1300" dirty="0">
                          <a:solidFill>
                            <a:schemeClr val="dk1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Understanding the logic with real world examples.</a:t>
                      </a: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602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accent1"/>
                          </a:solidFill>
                          <a:uFill>
                            <a:noFill/>
                          </a:u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Wrap-up &amp; Q&amp;A</a:t>
                      </a:r>
                      <a:endParaRPr sz="1500" dirty="0">
                        <a:solidFill>
                          <a:schemeClr val="accent1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dirty="0">
                          <a:solidFill>
                            <a:schemeClr val="dk1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Debugging tips along with Q&amp;A and suggestion</a:t>
                      </a:r>
                      <a:endParaRPr sz="1300" dirty="0">
                        <a:solidFill>
                          <a:schemeClr val="dk1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00" name="Google Shape;300;p32"/>
          <p:cNvSpPr txBox="1"/>
          <p:nvPr/>
        </p:nvSpPr>
        <p:spPr>
          <a:xfrm>
            <a:off x="951099" y="5523067"/>
            <a:ext cx="40852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endParaRPr sz="1467" dirty="0">
              <a:solidFill>
                <a:schemeClr val="accent3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301" name="Google Shape;301;p32"/>
          <p:cNvSpPr txBox="1"/>
          <p:nvPr/>
        </p:nvSpPr>
        <p:spPr>
          <a:xfrm>
            <a:off x="3400552" y="5830867"/>
            <a:ext cx="5875200" cy="13615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1467" dirty="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Important:</a:t>
            </a:r>
            <a:br>
              <a:rPr lang="en" sz="1467" dirty="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</a:br>
            <a:r>
              <a:rPr lang="en-US" sz="1467" dirty="0">
                <a:solidFill>
                  <a:schemeClr val="accent3"/>
                </a:solidFill>
                <a:uFill>
                  <a:noFill/>
                </a:uFill>
                <a:latin typeface="Source Code Pro"/>
                <a:ea typeface="Source Code Pro"/>
                <a:cs typeface="Source Code Pro"/>
                <a:sym typeface="Source Code Pro"/>
              </a:rPr>
              <a:t>Use of AI for solving given task is not allowed.</a:t>
            </a:r>
            <a:br>
              <a:rPr lang="en-US" sz="1467" dirty="0">
                <a:solidFill>
                  <a:schemeClr val="accent3"/>
                </a:solidFill>
                <a:uFill>
                  <a:noFill/>
                </a:uFill>
                <a:latin typeface="Source Code Pro"/>
                <a:ea typeface="Source Code Pro"/>
                <a:cs typeface="Source Code Pro"/>
                <a:sym typeface="Source Code Pro"/>
              </a:rPr>
            </a:br>
            <a:r>
              <a:rPr lang="en-US" sz="1467" dirty="0">
                <a:solidFill>
                  <a:schemeClr val="accent3"/>
                </a:solidFill>
                <a:uFill>
                  <a:noFill/>
                </a:uFill>
                <a:latin typeface="Source Code Pro"/>
                <a:ea typeface="Source Code Pro"/>
                <a:cs typeface="Source Code Pro"/>
                <a:sym typeface="Source Code Pro"/>
              </a:rPr>
              <a:t>Cellphones must be put on silent.</a:t>
            </a:r>
            <a:br>
              <a:rPr lang="en-US" sz="1467" dirty="0">
                <a:solidFill>
                  <a:schemeClr val="accent3"/>
                </a:solidFill>
                <a:uFill>
                  <a:noFill/>
                </a:uFill>
                <a:latin typeface="Source Code Pro"/>
                <a:ea typeface="Source Code Pro"/>
                <a:cs typeface="Source Code Pro"/>
                <a:sym typeface="Source Code Pro"/>
              </a:rPr>
            </a:br>
            <a:br>
              <a:rPr lang="en-US" sz="1467" dirty="0">
                <a:solidFill>
                  <a:schemeClr val="accent3"/>
                </a:solidFill>
                <a:uFill>
                  <a:noFill/>
                </a:uFill>
                <a:latin typeface="Source Code Pro"/>
                <a:ea typeface="Source Code Pro"/>
                <a:cs typeface="Source Code Pro"/>
                <a:sym typeface="Source Code Pro"/>
              </a:rPr>
            </a:br>
            <a:endParaRPr lang="en-US" sz="1467" dirty="0">
              <a:solidFill>
                <a:schemeClr val="accent3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B8242EDF-68DE-7B01-A011-A02AD2D5E8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38">
            <a:extLst>
              <a:ext uri="{FF2B5EF4-FFF2-40B4-BE49-F238E27FC236}">
                <a16:creationId xmlns:a16="http://schemas.microsoft.com/office/drawing/2014/main" id="{E4AB9BE4-FBB2-46A0-29D0-42CDEB40CEA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3200" dirty="0"/>
              <a:t>Core Concept </a:t>
            </a:r>
            <a:r>
              <a:rPr lang="en" sz="3200" dirty="0">
                <a:solidFill>
                  <a:schemeClr val="accent4"/>
                </a:solidFill>
              </a:rPr>
              <a:t>(</a:t>
            </a:r>
            <a:r>
              <a:rPr lang="en-US" sz="3200" dirty="0">
                <a:solidFill>
                  <a:schemeClr val="accent4"/>
                </a:solidFill>
              </a:rPr>
              <a:t>Definition</a:t>
            </a:r>
            <a:r>
              <a:rPr lang="en" sz="3200" dirty="0">
                <a:solidFill>
                  <a:schemeClr val="accent4"/>
                </a:solidFill>
              </a:rPr>
              <a:t> &amp; Rules)</a:t>
            </a:r>
            <a:endParaRPr sz="3200" dirty="0">
              <a:solidFill>
                <a:schemeClr val="accent4"/>
              </a:solidFill>
            </a:endParaRPr>
          </a:p>
        </p:txBody>
      </p:sp>
      <p:sp>
        <p:nvSpPr>
          <p:cNvPr id="499" name="Google Shape;499;p38">
            <a:extLst>
              <a:ext uri="{FF2B5EF4-FFF2-40B4-BE49-F238E27FC236}">
                <a16:creationId xmlns:a16="http://schemas.microsoft.com/office/drawing/2014/main" id="{0CE1C392-ADAB-CB31-4EE1-C4DD40120E5F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360333" y="1900441"/>
            <a:ext cx="11433179" cy="4591383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/>
            <a:r>
              <a:rPr lang="en-US" sz="1600" dirty="0">
                <a:solidFill>
                  <a:schemeClr val="tx1"/>
                </a:solidFill>
              </a:rPr>
              <a:t>CREATING ARRAYS</a:t>
            </a:r>
          </a:p>
          <a:p>
            <a:pPr marL="0" indent="0"/>
            <a:r>
              <a:rPr lang="en-US" sz="1600" b="1" dirty="0">
                <a:solidFill>
                  <a:schemeClr val="accent2"/>
                </a:solidFill>
              </a:rPr>
              <a:t>np.save()</a:t>
            </a:r>
          </a:p>
          <a:p>
            <a:pPr marL="0" indent="0"/>
            <a:r>
              <a:rPr lang="en-US" sz="1600" dirty="0">
                <a:solidFill>
                  <a:schemeClr val="tx1"/>
                </a:solidFill>
              </a:rPr>
              <a:t>To save a NumPy array to disk in binary .npy format.</a:t>
            </a:r>
          </a:p>
          <a:p>
            <a:pPr marL="0" indent="0"/>
            <a:r>
              <a:rPr lang="en-US" sz="1600" dirty="0">
                <a:solidFill>
                  <a:srgbClr val="00B0F0"/>
                </a:solidFill>
              </a:rPr>
              <a:t>Syntax: </a:t>
            </a:r>
            <a:r>
              <a:rPr lang="en-US" sz="1600" dirty="0">
                <a:solidFill>
                  <a:schemeClr val="accent1"/>
                </a:solidFill>
              </a:rPr>
              <a:t>np</a:t>
            </a:r>
            <a:r>
              <a:rPr lang="en-US" sz="1600" dirty="0">
                <a:solidFill>
                  <a:schemeClr val="tx1"/>
                </a:solidFill>
              </a:rPr>
              <a:t>.save(</a:t>
            </a:r>
            <a:r>
              <a:rPr lang="en-US" sz="1600" dirty="0">
                <a:solidFill>
                  <a:schemeClr val="tx2"/>
                </a:solidFill>
              </a:rPr>
              <a:t>filename</a:t>
            </a:r>
            <a:r>
              <a:rPr lang="en-US" sz="1600" dirty="0">
                <a:solidFill>
                  <a:schemeClr val="tx1"/>
                </a:solidFill>
              </a:rPr>
              <a:t>, </a:t>
            </a:r>
            <a:r>
              <a:rPr lang="en-US" sz="1600" dirty="0">
                <a:solidFill>
                  <a:schemeClr val="accent2"/>
                </a:solidFill>
              </a:rPr>
              <a:t>array</a:t>
            </a:r>
            <a:r>
              <a:rPr lang="en-US" sz="1600" dirty="0">
                <a:solidFill>
                  <a:schemeClr val="tx1"/>
                </a:solidFill>
              </a:rPr>
              <a:t>)</a:t>
            </a:r>
          </a:p>
          <a:p>
            <a:pPr marL="0" indent="0"/>
            <a:endParaRPr lang="en-US" sz="1600" dirty="0">
              <a:solidFill>
                <a:schemeClr val="tx1"/>
              </a:solidFill>
            </a:endParaRPr>
          </a:p>
          <a:p>
            <a:pPr marL="0" indent="0"/>
            <a:endParaRPr lang="en-US" sz="1600" dirty="0">
              <a:solidFill>
                <a:schemeClr val="tx1"/>
              </a:solidFill>
            </a:endParaRPr>
          </a:p>
          <a:p>
            <a:pPr marL="0" indent="0"/>
            <a:r>
              <a:rPr lang="en-US" sz="1600" b="1" dirty="0"/>
              <a:t>Usage </a:t>
            </a:r>
            <a:r>
              <a:rPr lang="en-US" sz="1600" b="1" dirty="0">
                <a:solidFill>
                  <a:schemeClr val="tx1"/>
                </a:solidFill>
              </a:rPr>
              <a:t>: </a:t>
            </a:r>
            <a:r>
              <a:rPr lang="en-US" sz="1600" dirty="0">
                <a:solidFill>
                  <a:schemeClr val="tx1"/>
                </a:solidFill>
              </a:rPr>
              <a:t>Saving trained model weights</a:t>
            </a:r>
          </a:p>
          <a:p>
            <a:pPr marL="0" indent="0"/>
            <a:r>
              <a:rPr lang="en-US" sz="1600" dirty="0">
                <a:solidFill>
                  <a:schemeClr val="tx1"/>
                </a:solidFill>
              </a:rPr>
              <a:t>Saving processed dataset</a:t>
            </a:r>
          </a:p>
          <a:p>
            <a:pPr marL="0" indent="0"/>
            <a:r>
              <a:rPr lang="en-US" sz="1600" dirty="0">
                <a:solidFill>
                  <a:schemeClr val="tx1"/>
                </a:solidFill>
              </a:rPr>
              <a:t>Storing intermediate ML results</a:t>
            </a:r>
          </a:p>
          <a:p>
            <a:pPr marL="0" indent="0"/>
            <a:endParaRPr lang="en-US" sz="1600" dirty="0">
              <a:solidFill>
                <a:schemeClr val="tx1"/>
              </a:solidFill>
            </a:endParaRPr>
          </a:p>
          <a:p>
            <a:pPr marL="0" indent="0"/>
            <a:endParaRPr lang="en-US" sz="1600" dirty="0">
              <a:solidFill>
                <a:schemeClr val="tx1"/>
              </a:solidFill>
            </a:endParaRPr>
          </a:p>
          <a:p>
            <a:pPr marL="0" indent="0"/>
            <a:r>
              <a:rPr lang="en-US" sz="1600" b="1" dirty="0">
                <a:solidFill>
                  <a:schemeClr val="accent3"/>
                </a:solidFill>
              </a:rPr>
              <a:t>np.load()</a:t>
            </a:r>
          </a:p>
          <a:p>
            <a:pPr marL="0" indent="0"/>
            <a:r>
              <a:rPr lang="en-US" sz="1600" dirty="0">
                <a:solidFill>
                  <a:schemeClr val="tx1"/>
                </a:solidFill>
              </a:rPr>
              <a:t>To load a previously saved NumPy array.</a:t>
            </a:r>
          </a:p>
          <a:p>
            <a:pPr marL="0" indent="0"/>
            <a:r>
              <a:rPr lang="en-US" sz="1600" dirty="0">
                <a:solidFill>
                  <a:srgbClr val="00B0F0"/>
                </a:solidFill>
              </a:rPr>
              <a:t>Syntax: </a:t>
            </a:r>
            <a:r>
              <a:rPr lang="en-US" sz="1600" dirty="0">
                <a:solidFill>
                  <a:schemeClr val="accent1"/>
                </a:solidFill>
              </a:rPr>
              <a:t>np</a:t>
            </a:r>
            <a:r>
              <a:rPr lang="en-US" sz="1600" dirty="0">
                <a:solidFill>
                  <a:schemeClr val="tx1"/>
                </a:solidFill>
              </a:rPr>
              <a:t>.load(</a:t>
            </a:r>
            <a:r>
              <a:rPr lang="en-US" sz="1600" dirty="0">
                <a:solidFill>
                  <a:schemeClr val="tx2"/>
                </a:solidFill>
              </a:rPr>
              <a:t>filename</a:t>
            </a:r>
            <a:r>
              <a:rPr lang="en-US" sz="1600" dirty="0">
                <a:solidFill>
                  <a:schemeClr val="tx1"/>
                </a:solidFill>
              </a:rPr>
              <a:t>)</a:t>
            </a:r>
          </a:p>
          <a:p>
            <a:pPr marL="0" indent="0"/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9D18003-AAFA-C8D5-FF62-088195344861}"/>
              </a:ext>
            </a:extLst>
          </p:cNvPr>
          <p:cNvSpPr txBox="1"/>
          <p:nvPr/>
        </p:nvSpPr>
        <p:spPr>
          <a:xfrm>
            <a:off x="4606893" y="1531109"/>
            <a:ext cx="93642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Source Code Pro" panose="020B0509030403020204" pitchFamily="49" charset="0"/>
                <a:ea typeface="Source Code Pro" panose="020B0509030403020204" pitchFamily="49" charset="0"/>
              </a:rPr>
              <a:t>DATA LOADING &amp; SAVING</a:t>
            </a:r>
            <a:endParaRPr lang="en-US" dirty="0">
              <a:latin typeface="Source Code Pro" panose="020B0509030403020204" pitchFamily="49" charset="0"/>
              <a:ea typeface="Source Code Pro" panose="020B0509030403020204" pitchFamily="49" charset="0"/>
              <a:cs typeface="Sans Serif Collection" panose="020B050204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7369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95532FCA-EAF8-6D23-8617-0C406545FD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38">
            <a:extLst>
              <a:ext uri="{FF2B5EF4-FFF2-40B4-BE49-F238E27FC236}">
                <a16:creationId xmlns:a16="http://schemas.microsoft.com/office/drawing/2014/main" id="{E3FD3852-485B-A5BD-1FA1-5E655350E48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3200" dirty="0"/>
              <a:t>Core Concept </a:t>
            </a:r>
            <a:r>
              <a:rPr lang="en" sz="3200" dirty="0">
                <a:solidFill>
                  <a:schemeClr val="accent4"/>
                </a:solidFill>
              </a:rPr>
              <a:t>(</a:t>
            </a:r>
            <a:r>
              <a:rPr lang="en-US" sz="3200" dirty="0">
                <a:solidFill>
                  <a:schemeClr val="accent4"/>
                </a:solidFill>
              </a:rPr>
              <a:t>Definition</a:t>
            </a:r>
            <a:r>
              <a:rPr lang="en" sz="3200" dirty="0">
                <a:solidFill>
                  <a:schemeClr val="accent4"/>
                </a:solidFill>
              </a:rPr>
              <a:t> &amp; Rules)</a:t>
            </a:r>
            <a:endParaRPr sz="3200" dirty="0">
              <a:solidFill>
                <a:schemeClr val="accent4"/>
              </a:solidFill>
            </a:endParaRPr>
          </a:p>
        </p:txBody>
      </p:sp>
      <p:sp>
        <p:nvSpPr>
          <p:cNvPr id="499" name="Google Shape;499;p38">
            <a:extLst>
              <a:ext uri="{FF2B5EF4-FFF2-40B4-BE49-F238E27FC236}">
                <a16:creationId xmlns:a16="http://schemas.microsoft.com/office/drawing/2014/main" id="{50021AB5-C5A5-6F5A-D195-0D6ACAAE9F95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360333" y="1900441"/>
            <a:ext cx="11433179" cy="4591383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-US" b="1" dirty="0">
                <a:solidFill>
                  <a:schemeClr val="bg2"/>
                </a:solidFill>
              </a:rPr>
              <a:t>np.savetxt()</a:t>
            </a:r>
            <a:r>
              <a:rPr lang="en-US" sz="1600" b="1" dirty="0">
                <a:solidFill>
                  <a:schemeClr val="bg2"/>
                </a:solidFill>
              </a:rPr>
              <a:t> / </a:t>
            </a:r>
            <a:r>
              <a:rPr lang="en-US" b="1" dirty="0">
                <a:solidFill>
                  <a:schemeClr val="bg2"/>
                </a:solidFill>
              </a:rPr>
              <a:t>np.loadtxt()</a:t>
            </a:r>
            <a:endParaRPr lang="en-US" sz="1600" b="1" dirty="0">
              <a:solidFill>
                <a:schemeClr val="bg2"/>
              </a:solidFill>
            </a:endParaRPr>
          </a:p>
          <a:p>
            <a:pPr marL="0" indent="0"/>
            <a:endParaRPr lang="en-US" sz="1600" b="1" dirty="0">
              <a:solidFill>
                <a:schemeClr val="accent2"/>
              </a:solidFill>
            </a:endParaRPr>
          </a:p>
          <a:p>
            <a:pPr marL="0" indent="0"/>
            <a:r>
              <a:rPr lang="en-US" sz="1600" dirty="0">
                <a:solidFill>
                  <a:schemeClr val="tx1"/>
                </a:solidFill>
              </a:rPr>
              <a:t>To save/load arrays in human-readable text format.</a:t>
            </a:r>
          </a:p>
          <a:p>
            <a:pPr marL="0" indent="0"/>
            <a:endParaRPr lang="en-US" sz="1600" b="1" dirty="0">
              <a:solidFill>
                <a:schemeClr val="tx1"/>
              </a:solidFill>
            </a:endParaRPr>
          </a:p>
          <a:p>
            <a:pPr marL="0" indent="0"/>
            <a:r>
              <a:rPr lang="en-US" sz="1600" b="1" dirty="0"/>
              <a:t>Usage </a:t>
            </a:r>
            <a:r>
              <a:rPr lang="en-US" sz="1600" b="1" dirty="0">
                <a:solidFill>
                  <a:schemeClr val="tx1"/>
                </a:solidFill>
              </a:rPr>
              <a:t>: </a:t>
            </a:r>
          </a:p>
          <a:p>
            <a:pPr marL="0" indent="0"/>
            <a:endParaRPr lang="en-US" sz="1600" b="1" dirty="0">
              <a:solidFill>
                <a:schemeClr val="tx1"/>
              </a:solidFill>
            </a:endParaRPr>
          </a:p>
          <a:p>
            <a:pPr marL="0" indent="0"/>
            <a:r>
              <a:rPr lang="en-US" sz="1600" dirty="0">
                <a:solidFill>
                  <a:schemeClr val="tx1"/>
                </a:solidFill>
              </a:rPr>
              <a:t>Exporting data to CSV</a:t>
            </a:r>
          </a:p>
          <a:p>
            <a:pPr marL="0" indent="0"/>
            <a:r>
              <a:rPr lang="en-US" sz="1600" dirty="0">
                <a:solidFill>
                  <a:schemeClr val="tx1"/>
                </a:solidFill>
              </a:rPr>
              <a:t>Sharing dataset with non-Python systems</a:t>
            </a:r>
          </a:p>
          <a:p>
            <a:pPr marL="0" indent="0"/>
            <a:endParaRPr lang="en-US" sz="1600" dirty="0">
              <a:solidFill>
                <a:schemeClr val="tx1"/>
              </a:solidFill>
            </a:endParaRPr>
          </a:p>
          <a:p>
            <a:pPr marL="0" indent="0"/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503" name="Google Shape;503;p38">
            <a:extLst>
              <a:ext uri="{FF2B5EF4-FFF2-40B4-BE49-F238E27FC236}">
                <a16:creationId xmlns:a16="http://schemas.microsoft.com/office/drawing/2014/main" id="{A84059CB-CE47-19C5-4E8C-F0A883E959B1}"/>
              </a:ext>
            </a:extLst>
          </p:cNvPr>
          <p:cNvSpPr txBox="1"/>
          <p:nvPr/>
        </p:nvSpPr>
        <p:spPr>
          <a:xfrm>
            <a:off x="11513559" y="4999533"/>
            <a:ext cx="692400" cy="101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40"/>
            <a:endParaRPr sz="6667" dirty="0">
              <a:solidFill>
                <a:srgbClr val="4CAE97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BBF4093-97DD-97D7-76EE-42D06621B48F}"/>
              </a:ext>
            </a:extLst>
          </p:cNvPr>
          <p:cNvSpPr txBox="1"/>
          <p:nvPr/>
        </p:nvSpPr>
        <p:spPr>
          <a:xfrm>
            <a:off x="4606893" y="1531109"/>
            <a:ext cx="93642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Source Code Pro" panose="020B0509030403020204" pitchFamily="49" charset="0"/>
                <a:ea typeface="Source Code Pro" panose="020B0509030403020204" pitchFamily="49" charset="0"/>
              </a:rPr>
              <a:t>DATA LOADING &amp; SAVING</a:t>
            </a:r>
            <a:endParaRPr lang="en-US" dirty="0">
              <a:latin typeface="Source Code Pro" panose="020B0509030403020204" pitchFamily="49" charset="0"/>
              <a:ea typeface="Source Code Pro" panose="020B0509030403020204" pitchFamily="49" charset="0"/>
              <a:cs typeface="Sans Serif Collection" panose="020B050204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69289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1D8EE999-20A8-58CF-054F-CE4E26FD7B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38">
            <a:extLst>
              <a:ext uri="{FF2B5EF4-FFF2-40B4-BE49-F238E27FC236}">
                <a16:creationId xmlns:a16="http://schemas.microsoft.com/office/drawing/2014/main" id="{9BC1058B-8EBE-A7AD-0910-76F0A53F50C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3200" dirty="0"/>
              <a:t>Core Concept </a:t>
            </a:r>
            <a:r>
              <a:rPr lang="en" sz="3200" dirty="0">
                <a:solidFill>
                  <a:schemeClr val="accent4"/>
                </a:solidFill>
              </a:rPr>
              <a:t>(</a:t>
            </a:r>
            <a:r>
              <a:rPr lang="en-US" sz="3200" dirty="0">
                <a:solidFill>
                  <a:schemeClr val="accent4"/>
                </a:solidFill>
              </a:rPr>
              <a:t>Definition</a:t>
            </a:r>
            <a:r>
              <a:rPr lang="en" sz="3200" dirty="0">
                <a:solidFill>
                  <a:schemeClr val="accent4"/>
                </a:solidFill>
              </a:rPr>
              <a:t> &amp; Rules)</a:t>
            </a:r>
            <a:endParaRPr sz="3200" dirty="0">
              <a:solidFill>
                <a:schemeClr val="accent4"/>
              </a:solidFill>
            </a:endParaRPr>
          </a:p>
        </p:txBody>
      </p:sp>
      <p:sp>
        <p:nvSpPr>
          <p:cNvPr id="499" name="Google Shape;499;p38">
            <a:extLst>
              <a:ext uri="{FF2B5EF4-FFF2-40B4-BE49-F238E27FC236}">
                <a16:creationId xmlns:a16="http://schemas.microsoft.com/office/drawing/2014/main" id="{3AC878DA-E901-F9AC-B0A3-198227EC676C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360333" y="1900441"/>
            <a:ext cx="11433179" cy="4591383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-US" b="1" dirty="0">
                <a:solidFill>
                  <a:schemeClr val="bg2"/>
                </a:solidFill>
              </a:rPr>
              <a:t>Indexing 2D Array</a:t>
            </a:r>
            <a:endParaRPr lang="en-US" sz="1600" b="1" dirty="0">
              <a:solidFill>
                <a:schemeClr val="accent2"/>
              </a:solidFill>
            </a:endParaRPr>
          </a:p>
          <a:p>
            <a:pPr marL="0" indent="0"/>
            <a:r>
              <a:rPr lang="en-US" sz="1600" dirty="0">
                <a:solidFill>
                  <a:schemeClr val="accent4"/>
                </a:solidFill>
              </a:rPr>
              <a:t>arr</a:t>
            </a:r>
            <a:r>
              <a:rPr lang="en-US" sz="1600" dirty="0">
                <a:solidFill>
                  <a:schemeClr val="tx1"/>
                </a:solidFill>
              </a:rPr>
              <a:t>[</a:t>
            </a:r>
            <a:r>
              <a:rPr lang="en-US" sz="1600" dirty="0">
                <a:solidFill>
                  <a:schemeClr val="accent4"/>
                </a:solidFill>
              </a:rPr>
              <a:t>row</a:t>
            </a:r>
            <a:r>
              <a:rPr lang="en-US" sz="1600" dirty="0">
                <a:solidFill>
                  <a:schemeClr val="tx1"/>
                </a:solidFill>
              </a:rPr>
              <a:t>, </a:t>
            </a:r>
            <a:r>
              <a:rPr lang="en-US" sz="1600" dirty="0">
                <a:solidFill>
                  <a:schemeClr val="accent4"/>
                </a:solidFill>
              </a:rPr>
              <a:t>column</a:t>
            </a:r>
            <a:r>
              <a:rPr lang="en-US" sz="1600" dirty="0">
                <a:solidFill>
                  <a:schemeClr val="tx1"/>
                </a:solidFill>
              </a:rPr>
              <a:t>]</a:t>
            </a:r>
          </a:p>
          <a:p>
            <a:pPr marL="0" indent="0"/>
            <a:r>
              <a:rPr lang="en-US" sz="1600" dirty="0">
                <a:solidFill>
                  <a:schemeClr val="accent4"/>
                </a:solidFill>
              </a:rPr>
              <a:t>arr</a:t>
            </a:r>
            <a:r>
              <a:rPr lang="en-US" sz="1600" dirty="0">
                <a:solidFill>
                  <a:schemeClr val="tx1"/>
                </a:solidFill>
              </a:rPr>
              <a:t>[</a:t>
            </a:r>
            <a:r>
              <a:rPr lang="en-US" sz="1600" dirty="0">
                <a:solidFill>
                  <a:schemeClr val="tx2"/>
                </a:solidFill>
              </a:rPr>
              <a:t>0</a:t>
            </a:r>
            <a:r>
              <a:rPr lang="en-US" sz="1600" dirty="0">
                <a:solidFill>
                  <a:schemeClr val="tx1"/>
                </a:solidFill>
              </a:rPr>
              <a:t>, </a:t>
            </a:r>
            <a:r>
              <a:rPr lang="en-US" sz="1600" dirty="0">
                <a:solidFill>
                  <a:schemeClr val="tx2"/>
                </a:solidFill>
              </a:rPr>
              <a:t>1</a:t>
            </a:r>
            <a:r>
              <a:rPr lang="en-US" sz="1600" dirty="0">
                <a:solidFill>
                  <a:schemeClr val="tx1"/>
                </a:solidFill>
              </a:rPr>
              <a:t>]</a:t>
            </a:r>
          </a:p>
          <a:p>
            <a:pPr marL="0" indent="0"/>
            <a:endParaRPr lang="en-US" sz="1600" b="1" dirty="0">
              <a:solidFill>
                <a:schemeClr val="tx1"/>
              </a:solidFill>
            </a:endParaRPr>
          </a:p>
          <a:p>
            <a:pPr marL="0" indent="0"/>
            <a:r>
              <a:rPr lang="en-US" sz="1600" b="1" dirty="0"/>
              <a:t>Usage </a:t>
            </a:r>
            <a:r>
              <a:rPr lang="en-US" sz="1600" b="1" dirty="0">
                <a:solidFill>
                  <a:schemeClr val="tx1"/>
                </a:solidFill>
              </a:rPr>
              <a:t>: </a:t>
            </a:r>
          </a:p>
          <a:p>
            <a:pPr marL="0" indent="0"/>
            <a:r>
              <a:rPr lang="en-US" sz="1600" dirty="0">
                <a:solidFill>
                  <a:schemeClr val="tx1"/>
                </a:solidFill>
              </a:rPr>
              <a:t>Accessing specific student’s marks</a:t>
            </a:r>
          </a:p>
          <a:p>
            <a:pPr marL="0" indent="0"/>
            <a:r>
              <a:rPr lang="en-US" sz="1600" dirty="0">
                <a:solidFill>
                  <a:schemeClr val="tx1"/>
                </a:solidFill>
              </a:rPr>
              <a:t>Extracting a feature column in ML</a:t>
            </a:r>
          </a:p>
          <a:p>
            <a:pPr marL="0" indent="0"/>
            <a:endParaRPr lang="en-US" sz="1600" dirty="0">
              <a:solidFill>
                <a:schemeClr val="tx1"/>
              </a:solidFill>
            </a:endParaRPr>
          </a:p>
          <a:p>
            <a:pPr marL="0" indent="0"/>
            <a:r>
              <a:rPr lang="en-US" sz="1600" b="1" dirty="0">
                <a:solidFill>
                  <a:schemeClr val="bg2"/>
                </a:solidFill>
              </a:rPr>
              <a:t>Slicing</a:t>
            </a:r>
          </a:p>
          <a:p>
            <a:pPr marL="0" indent="0"/>
            <a:r>
              <a:rPr lang="en-US" sz="1600" dirty="0">
                <a:solidFill>
                  <a:schemeClr val="tx1"/>
                </a:solidFill>
              </a:rPr>
              <a:t>To extract subarrays.</a:t>
            </a:r>
          </a:p>
          <a:p>
            <a:pPr marL="0" indent="0"/>
            <a:r>
              <a:rPr lang="en-US" sz="1600" dirty="0">
                <a:solidFill>
                  <a:schemeClr val="accent4"/>
                </a:solidFill>
              </a:rPr>
              <a:t>arr</a:t>
            </a:r>
            <a:r>
              <a:rPr lang="en-US" sz="1600" dirty="0">
                <a:solidFill>
                  <a:schemeClr val="tx1"/>
                </a:solidFill>
              </a:rPr>
              <a:t>[</a:t>
            </a:r>
            <a:r>
              <a:rPr lang="en-US" sz="1600" dirty="0">
                <a:solidFill>
                  <a:schemeClr val="accent4"/>
                </a:solidFill>
              </a:rPr>
              <a:t>start</a:t>
            </a:r>
            <a:r>
              <a:rPr lang="en-US" sz="1600" dirty="0">
                <a:solidFill>
                  <a:schemeClr val="tx1"/>
                </a:solidFill>
              </a:rPr>
              <a:t>, </a:t>
            </a:r>
            <a:r>
              <a:rPr lang="en-US" sz="1600" dirty="0">
                <a:solidFill>
                  <a:schemeClr val="accent4"/>
                </a:solidFill>
              </a:rPr>
              <a:t>stop</a:t>
            </a:r>
            <a:r>
              <a:rPr lang="en-US" sz="1600" dirty="0">
                <a:solidFill>
                  <a:schemeClr val="tx1"/>
                </a:solidFill>
              </a:rPr>
              <a:t>]</a:t>
            </a:r>
          </a:p>
          <a:p>
            <a:pPr marL="0" indent="0"/>
            <a:r>
              <a:rPr lang="en-US" sz="1600" dirty="0">
                <a:solidFill>
                  <a:schemeClr val="accent4"/>
                </a:solidFill>
              </a:rPr>
              <a:t>arr</a:t>
            </a:r>
            <a:r>
              <a:rPr lang="en-US" sz="1600" dirty="0">
                <a:solidFill>
                  <a:schemeClr val="tx1"/>
                </a:solidFill>
              </a:rPr>
              <a:t>[:, </a:t>
            </a:r>
            <a:r>
              <a:rPr lang="en-US" sz="1600" dirty="0">
                <a:solidFill>
                  <a:schemeClr val="tx2"/>
                </a:solidFill>
              </a:rPr>
              <a:t>1</a:t>
            </a:r>
            <a:r>
              <a:rPr lang="en-US" sz="1600" dirty="0">
                <a:solidFill>
                  <a:schemeClr val="tx1"/>
                </a:solidFill>
              </a:rPr>
              <a:t>]</a:t>
            </a:r>
          </a:p>
          <a:p>
            <a:pPr marL="0" indent="0"/>
            <a:endParaRPr lang="en-US" sz="1600" dirty="0">
              <a:solidFill>
                <a:schemeClr val="tx1"/>
              </a:solidFill>
            </a:endParaRPr>
          </a:p>
          <a:p>
            <a:pPr marL="0" indent="0"/>
            <a:r>
              <a:rPr lang="en-US" sz="1600" b="1" dirty="0"/>
              <a:t>Usage </a:t>
            </a:r>
            <a:r>
              <a:rPr lang="en-US" sz="1600" b="1" dirty="0">
                <a:solidFill>
                  <a:schemeClr val="tx1"/>
                </a:solidFill>
              </a:rPr>
              <a:t>: </a:t>
            </a:r>
            <a:endParaRPr lang="en-US" sz="1600" dirty="0">
              <a:solidFill>
                <a:schemeClr val="tx1"/>
              </a:solidFill>
            </a:endParaRPr>
          </a:p>
          <a:p>
            <a:pPr marL="0" indent="0"/>
            <a:r>
              <a:rPr lang="en-US" sz="1600" dirty="0">
                <a:solidFill>
                  <a:schemeClr val="tx1"/>
                </a:solidFill>
              </a:rPr>
              <a:t>Selecting first 100 rows of dataset</a:t>
            </a:r>
          </a:p>
          <a:p>
            <a:pPr marL="0" indent="0"/>
            <a:r>
              <a:rPr lang="en-US" sz="1600" dirty="0">
                <a:solidFill>
                  <a:schemeClr val="tx1"/>
                </a:solidFill>
              </a:rPr>
              <a:t>Extracting feature columns</a:t>
            </a:r>
          </a:p>
        </p:txBody>
      </p:sp>
      <p:sp>
        <p:nvSpPr>
          <p:cNvPr id="503" name="Google Shape;503;p38">
            <a:extLst>
              <a:ext uri="{FF2B5EF4-FFF2-40B4-BE49-F238E27FC236}">
                <a16:creationId xmlns:a16="http://schemas.microsoft.com/office/drawing/2014/main" id="{EACA77B6-8851-0331-AFF5-75EC56FDB3D5}"/>
              </a:ext>
            </a:extLst>
          </p:cNvPr>
          <p:cNvSpPr txBox="1"/>
          <p:nvPr/>
        </p:nvSpPr>
        <p:spPr>
          <a:xfrm>
            <a:off x="11513559" y="4999533"/>
            <a:ext cx="692400" cy="101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40"/>
            <a:endParaRPr sz="6667" dirty="0">
              <a:solidFill>
                <a:srgbClr val="4CAE97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E742EA7-AC8E-BDB4-7069-F2A247F90AB6}"/>
              </a:ext>
            </a:extLst>
          </p:cNvPr>
          <p:cNvSpPr txBox="1"/>
          <p:nvPr/>
        </p:nvSpPr>
        <p:spPr>
          <a:xfrm>
            <a:off x="4060793" y="1531109"/>
            <a:ext cx="93642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Source Code Pro" panose="020B0509030403020204" pitchFamily="49" charset="0"/>
                <a:ea typeface="Source Code Pro" panose="020B0509030403020204" pitchFamily="49" charset="0"/>
              </a:rPr>
              <a:t>NUMPY INDEXING &amp; SELECTION</a:t>
            </a:r>
          </a:p>
        </p:txBody>
      </p:sp>
      <p:sp>
        <p:nvSpPr>
          <p:cNvPr id="6" name="Google Shape;499;p38">
            <a:extLst>
              <a:ext uri="{FF2B5EF4-FFF2-40B4-BE49-F238E27FC236}">
                <a16:creationId xmlns:a16="http://schemas.microsoft.com/office/drawing/2014/main" id="{315CE8E4-AE9A-CCB0-A881-9E885118DA18}"/>
              </a:ext>
            </a:extLst>
          </p:cNvPr>
          <p:cNvSpPr txBox="1">
            <a:spLocks/>
          </p:cNvSpPr>
          <p:nvPr/>
        </p:nvSpPr>
        <p:spPr>
          <a:xfrm>
            <a:off x="6115077" y="1900440"/>
            <a:ext cx="5556223" cy="45913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None/>
              <a:defRPr sz="1867" b="0" i="0" u="none" strike="noStrike" cap="none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marL="914400" marR="0" lvl="1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None/>
              <a:defRPr sz="1867" b="0" i="0" u="none" strike="noStrike" cap="none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marL="1371600" marR="0" lvl="2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None/>
              <a:defRPr sz="1867" b="0" i="0" u="none" strike="noStrike" cap="none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marL="1828800" marR="0" lvl="3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None/>
              <a:defRPr sz="1867" b="0" i="0" u="none" strike="noStrike" cap="none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marL="2286000" marR="0" lvl="4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None/>
              <a:defRPr sz="1867" b="0" i="0" u="none" strike="noStrike" cap="none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marL="2743200" marR="0" lvl="5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None/>
              <a:defRPr sz="1867" b="0" i="0" u="none" strike="noStrike" cap="none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marL="3200400" marR="0" lvl="6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None/>
              <a:defRPr sz="1867" b="0" i="0" u="none" strike="noStrike" cap="none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marL="3657600" marR="0" lvl="7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None/>
              <a:defRPr sz="1867" b="0" i="0" u="none" strike="noStrike" cap="none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marL="4114800" marR="0" lvl="8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None/>
              <a:defRPr sz="1867" b="0" i="0" u="none" strike="noStrike" cap="none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r>
              <a:rPr lang="en-US" b="1" kern="0" dirty="0">
                <a:solidFill>
                  <a:schemeClr val="bg2"/>
                </a:solidFill>
              </a:rPr>
              <a:t>Logical Selection (Boolean Masking)</a:t>
            </a:r>
          </a:p>
          <a:p>
            <a:r>
              <a:rPr lang="en-US" sz="1600" kern="0" dirty="0">
                <a:solidFill>
                  <a:schemeClr val="tx1"/>
                </a:solidFill>
              </a:rPr>
              <a:t>To filter data based on condition.</a:t>
            </a:r>
          </a:p>
          <a:p>
            <a:r>
              <a:rPr lang="en-US" sz="1600" kern="0" dirty="0">
                <a:solidFill>
                  <a:schemeClr val="accent4"/>
                </a:solidFill>
              </a:rPr>
              <a:t>arr</a:t>
            </a:r>
            <a:r>
              <a:rPr lang="en-US" sz="1600" kern="0" dirty="0">
                <a:solidFill>
                  <a:schemeClr val="tx1"/>
                </a:solidFill>
              </a:rPr>
              <a:t>[</a:t>
            </a:r>
            <a:r>
              <a:rPr lang="en-US" sz="1600" kern="0" dirty="0">
                <a:solidFill>
                  <a:schemeClr val="accent4"/>
                </a:solidFill>
              </a:rPr>
              <a:t>arr</a:t>
            </a:r>
            <a:r>
              <a:rPr lang="en-US" sz="1600" kern="0" dirty="0">
                <a:solidFill>
                  <a:schemeClr val="tx1"/>
                </a:solidFill>
              </a:rPr>
              <a:t> &gt; </a:t>
            </a:r>
            <a:r>
              <a:rPr lang="en-US" sz="1600" kern="0" dirty="0">
                <a:solidFill>
                  <a:schemeClr val="tx2"/>
                </a:solidFill>
              </a:rPr>
              <a:t>50</a:t>
            </a:r>
            <a:r>
              <a:rPr lang="en-US" sz="1600" kern="0" dirty="0">
                <a:solidFill>
                  <a:schemeClr val="tx1"/>
                </a:solidFill>
              </a:rPr>
              <a:t>]</a:t>
            </a:r>
          </a:p>
          <a:p>
            <a:pPr marL="0" indent="0"/>
            <a:endParaRPr lang="en-US" sz="1600" b="1" kern="0" dirty="0">
              <a:solidFill>
                <a:schemeClr val="tx1"/>
              </a:solidFill>
            </a:endParaRPr>
          </a:p>
          <a:p>
            <a:pPr marL="0" indent="0"/>
            <a:r>
              <a:rPr lang="en-US" sz="1600" b="1" kern="0" dirty="0"/>
              <a:t>Usage </a:t>
            </a:r>
            <a:r>
              <a:rPr lang="en-US" sz="1600" b="1" kern="0" dirty="0">
                <a:solidFill>
                  <a:schemeClr val="tx1"/>
                </a:solidFill>
              </a:rPr>
              <a:t>: </a:t>
            </a:r>
          </a:p>
          <a:p>
            <a:pPr marL="0" indent="0"/>
            <a:r>
              <a:rPr lang="en-US" sz="1600" kern="0" dirty="0">
                <a:solidFill>
                  <a:schemeClr val="tx1"/>
                </a:solidFill>
              </a:rPr>
              <a:t>Selecting students with marks &gt; 70</a:t>
            </a:r>
          </a:p>
          <a:p>
            <a:pPr marL="0" indent="0"/>
            <a:r>
              <a:rPr lang="en-US" sz="1600" kern="0" dirty="0">
                <a:solidFill>
                  <a:schemeClr val="tx1"/>
                </a:solidFill>
              </a:rPr>
              <a:t>Filtering transactions above threshold</a:t>
            </a:r>
          </a:p>
        </p:txBody>
      </p:sp>
    </p:spTree>
    <p:extLst>
      <p:ext uri="{BB962C8B-B14F-4D97-AF65-F5344CB8AC3E}">
        <p14:creationId xmlns:p14="http://schemas.microsoft.com/office/powerpoint/2010/main" val="37225087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977DEE4A-2BAA-6E3D-7F42-55C5A12993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38">
            <a:extLst>
              <a:ext uri="{FF2B5EF4-FFF2-40B4-BE49-F238E27FC236}">
                <a16:creationId xmlns:a16="http://schemas.microsoft.com/office/drawing/2014/main" id="{35A30CD3-9B82-CBB6-6D3A-1506F221C4B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3200" dirty="0"/>
              <a:t>Core Concept </a:t>
            </a:r>
            <a:r>
              <a:rPr lang="en" sz="3200" dirty="0">
                <a:solidFill>
                  <a:schemeClr val="accent4"/>
                </a:solidFill>
              </a:rPr>
              <a:t>(</a:t>
            </a:r>
            <a:r>
              <a:rPr lang="en-US" sz="3200" dirty="0">
                <a:solidFill>
                  <a:schemeClr val="accent4"/>
                </a:solidFill>
              </a:rPr>
              <a:t>Definition</a:t>
            </a:r>
            <a:r>
              <a:rPr lang="en" sz="3200" dirty="0">
                <a:solidFill>
                  <a:schemeClr val="accent4"/>
                </a:solidFill>
              </a:rPr>
              <a:t> &amp; Rules)</a:t>
            </a:r>
            <a:endParaRPr sz="3200" dirty="0">
              <a:solidFill>
                <a:schemeClr val="accent4"/>
              </a:solidFill>
            </a:endParaRPr>
          </a:p>
        </p:txBody>
      </p:sp>
      <p:sp>
        <p:nvSpPr>
          <p:cNvPr id="499" name="Google Shape;499;p38">
            <a:extLst>
              <a:ext uri="{FF2B5EF4-FFF2-40B4-BE49-F238E27FC236}">
                <a16:creationId xmlns:a16="http://schemas.microsoft.com/office/drawing/2014/main" id="{398BA644-6CAB-0EE8-6900-167CFCACC798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360333" y="1900441"/>
            <a:ext cx="11433179" cy="4591383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-US" b="1" dirty="0">
                <a:solidFill>
                  <a:schemeClr val="bg2"/>
                </a:solidFill>
              </a:rPr>
              <a:t>Broadcasting</a:t>
            </a:r>
            <a:endParaRPr lang="en-US" sz="1600" b="1" dirty="0">
              <a:solidFill>
                <a:schemeClr val="accent2"/>
              </a:solidFill>
            </a:endParaRPr>
          </a:p>
          <a:p>
            <a:pPr marL="0" indent="0"/>
            <a:r>
              <a:rPr lang="en-US" sz="1600" dirty="0">
                <a:solidFill>
                  <a:schemeClr val="tx1"/>
                </a:solidFill>
              </a:rPr>
              <a:t>Automatic expansion of smaller array to match larger array shape during operations.</a:t>
            </a:r>
          </a:p>
          <a:p>
            <a:pPr marL="0" indent="0"/>
            <a:endParaRPr lang="en-US" sz="1600" b="1" dirty="0">
              <a:solidFill>
                <a:schemeClr val="tx1"/>
              </a:solidFill>
            </a:endParaRPr>
          </a:p>
          <a:p>
            <a:pPr marL="0" indent="0"/>
            <a:r>
              <a:rPr lang="en-US" sz="1600" dirty="0">
                <a:solidFill>
                  <a:schemeClr val="tx1"/>
                </a:solidFill>
              </a:rPr>
              <a:t>To perform vectorized operations without loops.</a:t>
            </a:r>
          </a:p>
          <a:p>
            <a:pPr marL="0" indent="0"/>
            <a:endParaRPr lang="en-US" sz="1600" dirty="0">
              <a:solidFill>
                <a:schemeClr val="tx1"/>
              </a:solidFill>
            </a:endParaRPr>
          </a:p>
          <a:p>
            <a:pPr marL="0" indent="0"/>
            <a:r>
              <a:rPr lang="en-US" sz="1600" dirty="0">
                <a:solidFill>
                  <a:schemeClr val="accent4"/>
                </a:solidFill>
              </a:rPr>
              <a:t>arr</a:t>
            </a:r>
            <a:r>
              <a:rPr lang="en-US" sz="1600" dirty="0">
                <a:solidFill>
                  <a:schemeClr val="tx1"/>
                </a:solidFill>
              </a:rPr>
              <a:t> + </a:t>
            </a:r>
            <a:r>
              <a:rPr lang="en-US" sz="1600" dirty="0">
                <a:solidFill>
                  <a:schemeClr val="tx2"/>
                </a:solidFill>
              </a:rPr>
              <a:t>5</a:t>
            </a:r>
          </a:p>
          <a:p>
            <a:pPr marL="0" indent="0"/>
            <a:endParaRPr lang="en-US" sz="1600" dirty="0">
              <a:solidFill>
                <a:schemeClr val="tx1"/>
              </a:solidFill>
            </a:endParaRPr>
          </a:p>
          <a:p>
            <a:pPr marL="0" indent="0"/>
            <a:r>
              <a:rPr lang="en-US" sz="1600" b="1" dirty="0"/>
              <a:t>Usage </a:t>
            </a:r>
            <a:r>
              <a:rPr lang="en-US" sz="1600" b="1" dirty="0">
                <a:solidFill>
                  <a:schemeClr val="tx1"/>
                </a:solidFill>
              </a:rPr>
              <a:t>: </a:t>
            </a:r>
          </a:p>
          <a:p>
            <a:pPr marL="0" indent="0"/>
            <a:endParaRPr lang="en-US" sz="1600" b="1" dirty="0">
              <a:solidFill>
                <a:schemeClr val="tx1"/>
              </a:solidFill>
            </a:endParaRPr>
          </a:p>
          <a:p>
            <a:pPr marL="0" indent="0"/>
            <a:r>
              <a:rPr lang="en-US" sz="1600" dirty="0">
                <a:solidFill>
                  <a:schemeClr val="tx1"/>
                </a:solidFill>
              </a:rPr>
              <a:t>Adding bonus marks to all students</a:t>
            </a:r>
          </a:p>
          <a:p>
            <a:pPr marL="0" indent="0"/>
            <a:r>
              <a:rPr lang="en-US" sz="1600" dirty="0">
                <a:solidFill>
                  <a:schemeClr val="tx1"/>
                </a:solidFill>
              </a:rPr>
              <a:t>Normalizing dataset</a:t>
            </a:r>
          </a:p>
          <a:p>
            <a:pPr marL="0" indent="0"/>
            <a:r>
              <a:rPr lang="en-US" sz="1600" dirty="0">
                <a:solidFill>
                  <a:schemeClr val="tx1"/>
                </a:solidFill>
              </a:rPr>
              <a:t>Scaling image pixels</a:t>
            </a:r>
          </a:p>
        </p:txBody>
      </p:sp>
      <p:sp>
        <p:nvSpPr>
          <p:cNvPr id="503" name="Google Shape;503;p38">
            <a:extLst>
              <a:ext uri="{FF2B5EF4-FFF2-40B4-BE49-F238E27FC236}">
                <a16:creationId xmlns:a16="http://schemas.microsoft.com/office/drawing/2014/main" id="{A75261BF-D863-2DFC-DF72-B2466F145D11}"/>
              </a:ext>
            </a:extLst>
          </p:cNvPr>
          <p:cNvSpPr txBox="1"/>
          <p:nvPr/>
        </p:nvSpPr>
        <p:spPr>
          <a:xfrm>
            <a:off x="11513559" y="4999533"/>
            <a:ext cx="692400" cy="101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40"/>
            <a:endParaRPr sz="6667" dirty="0">
              <a:solidFill>
                <a:srgbClr val="4CAE97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96DE179-2899-124B-F92C-5E750EA6F73B}"/>
              </a:ext>
            </a:extLst>
          </p:cNvPr>
          <p:cNvSpPr txBox="1"/>
          <p:nvPr/>
        </p:nvSpPr>
        <p:spPr>
          <a:xfrm>
            <a:off x="4606893" y="1531109"/>
            <a:ext cx="93642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Source Code Pro" panose="020B0509030403020204" pitchFamily="49" charset="0"/>
                <a:ea typeface="Source Code Pro" panose="020B0509030403020204" pitchFamily="49" charset="0"/>
              </a:rPr>
              <a:t>BROADCASTING</a:t>
            </a:r>
            <a:endParaRPr lang="en-US" dirty="0">
              <a:latin typeface="Source Code Pro" panose="020B0509030403020204" pitchFamily="49" charset="0"/>
              <a:ea typeface="Source Code Pro" panose="020B0509030403020204" pitchFamily="49" charset="0"/>
              <a:cs typeface="Sans Serif Collection" panose="020B050204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95834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DE6E67F1-EA0A-2626-52DD-968C0DFB7A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38">
            <a:extLst>
              <a:ext uri="{FF2B5EF4-FFF2-40B4-BE49-F238E27FC236}">
                <a16:creationId xmlns:a16="http://schemas.microsoft.com/office/drawing/2014/main" id="{E9B5CA79-EA74-6683-7006-2A56F461DD7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3200" dirty="0"/>
              <a:t>Core Concept </a:t>
            </a:r>
            <a:r>
              <a:rPr lang="en" sz="3200" dirty="0">
                <a:solidFill>
                  <a:schemeClr val="accent4"/>
                </a:solidFill>
              </a:rPr>
              <a:t>(</a:t>
            </a:r>
            <a:r>
              <a:rPr lang="en-US" sz="3200" dirty="0">
                <a:solidFill>
                  <a:schemeClr val="accent4"/>
                </a:solidFill>
              </a:rPr>
              <a:t>Definition</a:t>
            </a:r>
            <a:r>
              <a:rPr lang="en" sz="3200" dirty="0">
                <a:solidFill>
                  <a:schemeClr val="accent4"/>
                </a:solidFill>
              </a:rPr>
              <a:t> &amp; Rules)</a:t>
            </a:r>
            <a:endParaRPr sz="3200" dirty="0">
              <a:solidFill>
                <a:schemeClr val="accent4"/>
              </a:solidFill>
            </a:endParaRPr>
          </a:p>
        </p:txBody>
      </p:sp>
      <p:sp>
        <p:nvSpPr>
          <p:cNvPr id="499" name="Google Shape;499;p38">
            <a:extLst>
              <a:ext uri="{FF2B5EF4-FFF2-40B4-BE49-F238E27FC236}">
                <a16:creationId xmlns:a16="http://schemas.microsoft.com/office/drawing/2014/main" id="{919EA0AA-616D-F6A7-2AAF-AD005EBA6613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360333" y="1900441"/>
            <a:ext cx="11433179" cy="4591383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-US" b="1" dirty="0">
                <a:solidFill>
                  <a:schemeClr val="bg2"/>
                </a:solidFill>
              </a:rPr>
              <a:t>astype()</a:t>
            </a:r>
          </a:p>
          <a:p>
            <a:r>
              <a:rPr lang="en-US" sz="1600" dirty="0">
                <a:solidFill>
                  <a:schemeClr val="tx1"/>
                </a:solidFill>
              </a:rPr>
              <a:t>To convert array data type.</a:t>
            </a:r>
          </a:p>
          <a:p>
            <a:endParaRPr lang="en-US" sz="1600" dirty="0">
              <a:solidFill>
                <a:schemeClr val="tx1"/>
              </a:solidFill>
            </a:endParaRPr>
          </a:p>
          <a:p>
            <a:pPr marL="0" indent="0"/>
            <a:r>
              <a:rPr lang="en-US" sz="1600" dirty="0">
                <a:solidFill>
                  <a:schemeClr val="accent4"/>
                </a:solidFill>
              </a:rPr>
              <a:t>arr.</a:t>
            </a:r>
            <a:r>
              <a:rPr lang="en-US" sz="1600" dirty="0">
                <a:solidFill>
                  <a:schemeClr val="tx1"/>
                </a:solidFill>
              </a:rPr>
              <a:t>astype(</a:t>
            </a:r>
            <a:r>
              <a:rPr lang="en-US" sz="1600" dirty="0">
                <a:solidFill>
                  <a:schemeClr val="accent4"/>
                </a:solidFill>
              </a:rPr>
              <a:t>new_type</a:t>
            </a:r>
            <a:r>
              <a:rPr lang="en-US" sz="1600" dirty="0">
                <a:solidFill>
                  <a:schemeClr val="tx1"/>
                </a:solidFill>
              </a:rPr>
              <a:t>)</a:t>
            </a:r>
          </a:p>
          <a:p>
            <a:pPr marL="0" indent="0"/>
            <a:endParaRPr lang="en-US" sz="1600" dirty="0">
              <a:solidFill>
                <a:schemeClr val="tx1"/>
              </a:solidFill>
            </a:endParaRPr>
          </a:p>
          <a:p>
            <a:pPr marL="0" indent="0"/>
            <a:r>
              <a:rPr lang="en-US" sz="1600" b="1" dirty="0"/>
              <a:t>Usage </a:t>
            </a:r>
            <a:r>
              <a:rPr lang="en-US" sz="1600" b="1" dirty="0">
                <a:solidFill>
                  <a:schemeClr val="tx1"/>
                </a:solidFill>
              </a:rPr>
              <a:t>: </a:t>
            </a:r>
          </a:p>
          <a:p>
            <a:pPr marL="0" indent="0"/>
            <a:endParaRPr lang="en-US" sz="1600" b="1" dirty="0">
              <a:solidFill>
                <a:schemeClr val="tx1"/>
              </a:solidFill>
            </a:endParaRPr>
          </a:p>
          <a:p>
            <a:pPr marL="0" indent="0"/>
            <a:r>
              <a:rPr lang="en-US" sz="1600" dirty="0">
                <a:solidFill>
                  <a:schemeClr val="tx1"/>
                </a:solidFill>
              </a:rPr>
              <a:t>Converting float to int</a:t>
            </a:r>
          </a:p>
          <a:p>
            <a:pPr marL="0" indent="0"/>
            <a:r>
              <a:rPr lang="en-US" sz="1600" dirty="0">
                <a:solidFill>
                  <a:schemeClr val="tx1"/>
                </a:solidFill>
              </a:rPr>
              <a:t>Converting int to float for division</a:t>
            </a:r>
          </a:p>
          <a:p>
            <a:pPr marL="0" indent="0"/>
            <a:r>
              <a:rPr lang="en-US" sz="1600" dirty="0">
                <a:solidFill>
                  <a:schemeClr val="tx1"/>
                </a:solidFill>
              </a:rPr>
              <a:t>Preparing dataset for ML model requirements</a:t>
            </a:r>
          </a:p>
        </p:txBody>
      </p:sp>
      <p:sp>
        <p:nvSpPr>
          <p:cNvPr id="503" name="Google Shape;503;p38">
            <a:extLst>
              <a:ext uri="{FF2B5EF4-FFF2-40B4-BE49-F238E27FC236}">
                <a16:creationId xmlns:a16="http://schemas.microsoft.com/office/drawing/2014/main" id="{1780BBE0-D120-0701-50C2-7840FF138C58}"/>
              </a:ext>
            </a:extLst>
          </p:cNvPr>
          <p:cNvSpPr txBox="1"/>
          <p:nvPr/>
        </p:nvSpPr>
        <p:spPr>
          <a:xfrm>
            <a:off x="11513559" y="4999533"/>
            <a:ext cx="692400" cy="101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40"/>
            <a:endParaRPr sz="6667" dirty="0">
              <a:solidFill>
                <a:srgbClr val="4CAE97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25D8866-0B96-8EC6-6DDD-DC73F354371C}"/>
              </a:ext>
            </a:extLst>
          </p:cNvPr>
          <p:cNvSpPr txBox="1"/>
          <p:nvPr/>
        </p:nvSpPr>
        <p:spPr>
          <a:xfrm>
            <a:off x="4606893" y="1531109"/>
            <a:ext cx="93642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Source Code Pro" panose="020B0509030403020204" pitchFamily="49" charset="0"/>
                <a:ea typeface="Source Code Pro" panose="020B0509030403020204" pitchFamily="49" charset="0"/>
              </a:rPr>
              <a:t>TYPE CASTING</a:t>
            </a:r>
            <a:endParaRPr lang="en-US" dirty="0">
              <a:latin typeface="Source Code Pro" panose="020B0509030403020204" pitchFamily="49" charset="0"/>
              <a:ea typeface="Source Code Pro" panose="020B0509030403020204" pitchFamily="49" charset="0"/>
              <a:cs typeface="Sans Serif Collection" panose="020B050204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45182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C9EF52A7-52DC-CB3F-70B4-68B3283286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38">
            <a:extLst>
              <a:ext uri="{FF2B5EF4-FFF2-40B4-BE49-F238E27FC236}">
                <a16:creationId xmlns:a16="http://schemas.microsoft.com/office/drawing/2014/main" id="{79E8D5F5-DD83-9A26-35E6-A067D6ABA69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3200" dirty="0"/>
              <a:t>Core Concept </a:t>
            </a:r>
            <a:r>
              <a:rPr lang="en" sz="3200" dirty="0">
                <a:solidFill>
                  <a:schemeClr val="accent4"/>
                </a:solidFill>
              </a:rPr>
              <a:t>(</a:t>
            </a:r>
            <a:r>
              <a:rPr lang="en-US" sz="3200" dirty="0">
                <a:solidFill>
                  <a:schemeClr val="accent4"/>
                </a:solidFill>
              </a:rPr>
              <a:t>Definition</a:t>
            </a:r>
            <a:r>
              <a:rPr lang="en" sz="3200" dirty="0">
                <a:solidFill>
                  <a:schemeClr val="accent4"/>
                </a:solidFill>
              </a:rPr>
              <a:t> &amp; Rules)</a:t>
            </a:r>
            <a:endParaRPr sz="3200" dirty="0">
              <a:solidFill>
                <a:schemeClr val="accent4"/>
              </a:solidFill>
            </a:endParaRPr>
          </a:p>
        </p:txBody>
      </p:sp>
      <p:sp>
        <p:nvSpPr>
          <p:cNvPr id="499" name="Google Shape;499;p38">
            <a:extLst>
              <a:ext uri="{FF2B5EF4-FFF2-40B4-BE49-F238E27FC236}">
                <a16:creationId xmlns:a16="http://schemas.microsoft.com/office/drawing/2014/main" id="{C9227AE7-D584-044D-C284-6A7ECB029765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360333" y="1900441"/>
            <a:ext cx="11433179" cy="4591383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-US" sz="1600" dirty="0">
                <a:solidFill>
                  <a:schemeClr val="tx1"/>
                </a:solidFill>
              </a:rPr>
              <a:t>All operations are element-wise.</a:t>
            </a:r>
          </a:p>
          <a:p>
            <a:r>
              <a:rPr lang="en-US" sz="1600" dirty="0"/>
              <a:t>To perform fast vectorized mathematical computation.</a:t>
            </a:r>
          </a:p>
          <a:p>
            <a:r>
              <a:rPr lang="en-US" sz="1600" b="1" dirty="0"/>
              <a:t>Usage </a:t>
            </a:r>
            <a:r>
              <a:rPr lang="en-US" sz="1600" b="1" dirty="0">
                <a:solidFill>
                  <a:schemeClr val="tx1"/>
                </a:solidFill>
              </a:rPr>
              <a:t>: </a:t>
            </a:r>
          </a:p>
          <a:p>
            <a:r>
              <a:rPr lang="en-US" sz="1600" dirty="0">
                <a:solidFill>
                  <a:schemeClr val="tx1"/>
                </a:solidFill>
              </a:rPr>
              <a:t>Feature scaling</a:t>
            </a:r>
          </a:p>
          <a:p>
            <a:r>
              <a:rPr lang="en-US" sz="1600" dirty="0">
                <a:solidFill>
                  <a:schemeClr val="tx1"/>
                </a:solidFill>
              </a:rPr>
              <a:t>Financial calculations</a:t>
            </a:r>
          </a:p>
          <a:p>
            <a:r>
              <a:rPr lang="en-US" sz="1600" dirty="0">
                <a:solidFill>
                  <a:schemeClr val="tx1"/>
                </a:solidFill>
              </a:rPr>
              <a:t>Statistical computation</a:t>
            </a:r>
          </a:p>
          <a:p>
            <a:endParaRPr lang="en-US" sz="1600" dirty="0">
              <a:solidFill>
                <a:schemeClr val="tx1"/>
              </a:solidFill>
            </a:endParaRPr>
          </a:p>
          <a:p>
            <a:endParaRPr lang="en-US" sz="1600" dirty="0">
              <a:solidFill>
                <a:schemeClr val="tx1"/>
              </a:solidFill>
            </a:endParaRPr>
          </a:p>
          <a:p>
            <a:endParaRPr lang="en-US" sz="1600" dirty="0">
              <a:solidFill>
                <a:schemeClr val="tx1"/>
              </a:solidFill>
            </a:endParaRPr>
          </a:p>
          <a:p>
            <a:pPr marL="0" indent="0"/>
            <a:r>
              <a:rPr lang="en-US" sz="1600" dirty="0">
                <a:solidFill>
                  <a:schemeClr val="accent4"/>
                </a:solidFill>
              </a:rPr>
              <a:t>		a </a:t>
            </a:r>
            <a:r>
              <a:rPr lang="en-US" sz="1600" dirty="0">
                <a:solidFill>
                  <a:schemeClr val="tx1"/>
                </a:solidFill>
              </a:rPr>
              <a:t>+</a:t>
            </a:r>
            <a:r>
              <a:rPr lang="en-US" sz="1600" dirty="0">
                <a:solidFill>
                  <a:schemeClr val="accent4"/>
                </a:solidFill>
              </a:rPr>
              <a:t> b			a </a:t>
            </a:r>
            <a:r>
              <a:rPr lang="en-US" sz="1600" dirty="0">
                <a:solidFill>
                  <a:schemeClr val="tx1"/>
                </a:solidFill>
              </a:rPr>
              <a:t>–</a:t>
            </a:r>
            <a:r>
              <a:rPr lang="en-US" sz="1600" dirty="0">
                <a:solidFill>
                  <a:schemeClr val="accent4"/>
                </a:solidFill>
              </a:rPr>
              <a:t> b			a </a:t>
            </a:r>
            <a:r>
              <a:rPr lang="en-US" sz="1600" dirty="0">
                <a:solidFill>
                  <a:schemeClr val="tx1"/>
                </a:solidFill>
              </a:rPr>
              <a:t>!=</a:t>
            </a:r>
            <a:r>
              <a:rPr lang="en-US" sz="1600" dirty="0">
                <a:solidFill>
                  <a:schemeClr val="accent4"/>
                </a:solidFill>
              </a:rPr>
              <a:t> b</a:t>
            </a:r>
          </a:p>
          <a:p>
            <a:pPr marL="0" indent="0"/>
            <a:endParaRPr lang="en-US" sz="1600" dirty="0">
              <a:solidFill>
                <a:schemeClr val="accent4"/>
              </a:solidFill>
            </a:endParaRPr>
          </a:p>
          <a:p>
            <a:pPr marL="0" indent="0"/>
            <a:r>
              <a:rPr lang="en-US" sz="1600" dirty="0">
                <a:solidFill>
                  <a:schemeClr val="accent4"/>
                </a:solidFill>
              </a:rPr>
              <a:t>		a </a:t>
            </a:r>
            <a:r>
              <a:rPr lang="en-US" sz="1600" dirty="0">
                <a:solidFill>
                  <a:schemeClr val="tx1"/>
                </a:solidFill>
              </a:rPr>
              <a:t>/</a:t>
            </a:r>
            <a:r>
              <a:rPr lang="en-US" sz="1600" dirty="0">
                <a:solidFill>
                  <a:schemeClr val="accent4"/>
                </a:solidFill>
              </a:rPr>
              <a:t> b			a </a:t>
            </a:r>
            <a:r>
              <a:rPr lang="en-US" sz="1600" dirty="0">
                <a:solidFill>
                  <a:schemeClr val="tx1"/>
                </a:solidFill>
              </a:rPr>
              <a:t>**</a:t>
            </a:r>
            <a:r>
              <a:rPr lang="en-US" sz="1600" dirty="0">
                <a:solidFill>
                  <a:schemeClr val="accent4"/>
                </a:solidFill>
              </a:rPr>
              <a:t> b			a </a:t>
            </a:r>
            <a:r>
              <a:rPr lang="en-US" sz="1600" dirty="0">
                <a:solidFill>
                  <a:schemeClr val="tx1"/>
                </a:solidFill>
              </a:rPr>
              <a:t>&gt;</a:t>
            </a:r>
            <a:r>
              <a:rPr lang="en-US" sz="1600" dirty="0">
                <a:solidFill>
                  <a:schemeClr val="accent4"/>
                </a:solidFill>
              </a:rPr>
              <a:t> b</a:t>
            </a:r>
          </a:p>
          <a:p>
            <a:pPr marL="0" indent="0"/>
            <a:endParaRPr lang="en-US" sz="1600" dirty="0">
              <a:solidFill>
                <a:schemeClr val="accent4"/>
              </a:solidFill>
            </a:endParaRPr>
          </a:p>
          <a:p>
            <a:pPr marL="0" indent="0"/>
            <a:endParaRPr lang="en-US" sz="1600" dirty="0">
              <a:solidFill>
                <a:schemeClr val="accent4"/>
              </a:solidFill>
            </a:endParaRPr>
          </a:p>
          <a:p>
            <a:pPr marL="0" indent="0"/>
            <a:endParaRPr lang="en-US" sz="1600" dirty="0">
              <a:solidFill>
                <a:schemeClr val="accent4"/>
              </a:solidFill>
            </a:endParaRPr>
          </a:p>
          <a:p>
            <a:pPr marL="0" indent="0"/>
            <a:endParaRPr lang="en-US" sz="1600" dirty="0">
              <a:solidFill>
                <a:schemeClr val="accent4"/>
              </a:solidFill>
            </a:endParaRPr>
          </a:p>
          <a:p>
            <a:pPr marL="0" indent="0"/>
            <a:endParaRPr lang="en-US" sz="1600" dirty="0">
              <a:solidFill>
                <a:schemeClr val="accent4"/>
              </a:solidFill>
            </a:endParaRPr>
          </a:p>
          <a:p>
            <a:pPr marL="0" indent="0"/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503" name="Google Shape;503;p38">
            <a:extLst>
              <a:ext uri="{FF2B5EF4-FFF2-40B4-BE49-F238E27FC236}">
                <a16:creationId xmlns:a16="http://schemas.microsoft.com/office/drawing/2014/main" id="{08601052-5F8D-F0F1-CBE0-0A1FCACA4418}"/>
              </a:ext>
            </a:extLst>
          </p:cNvPr>
          <p:cNvSpPr txBox="1"/>
          <p:nvPr/>
        </p:nvSpPr>
        <p:spPr>
          <a:xfrm>
            <a:off x="11513559" y="4999533"/>
            <a:ext cx="692400" cy="101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40"/>
            <a:endParaRPr sz="6667" dirty="0">
              <a:solidFill>
                <a:srgbClr val="4CAE97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C7320B9-C2F1-304B-9D7F-38A8E92226DF}"/>
              </a:ext>
            </a:extLst>
          </p:cNvPr>
          <p:cNvSpPr txBox="1"/>
          <p:nvPr/>
        </p:nvSpPr>
        <p:spPr>
          <a:xfrm>
            <a:off x="4606893" y="1531109"/>
            <a:ext cx="93642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Source Code Pro" panose="020B0509030403020204" pitchFamily="49" charset="0"/>
                <a:ea typeface="Source Code Pro" panose="020B0509030403020204" pitchFamily="49" charset="0"/>
              </a:rPr>
              <a:t>ARITHMETIC OPERATIONS</a:t>
            </a:r>
            <a:endParaRPr lang="en-US" dirty="0">
              <a:latin typeface="Source Code Pro" panose="020B0509030403020204" pitchFamily="49" charset="0"/>
              <a:ea typeface="Source Code Pro" panose="020B0509030403020204" pitchFamily="49" charset="0"/>
              <a:cs typeface="Sans Serif Collection" panose="020B050204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50763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D0B1FDCA-26A9-D40F-E77E-71C486BAE2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38">
            <a:extLst>
              <a:ext uri="{FF2B5EF4-FFF2-40B4-BE49-F238E27FC236}">
                <a16:creationId xmlns:a16="http://schemas.microsoft.com/office/drawing/2014/main" id="{45877538-85BD-7F5B-895F-F563F372C62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3200" dirty="0"/>
              <a:t>Core Concept </a:t>
            </a:r>
            <a:r>
              <a:rPr lang="en" sz="3200" dirty="0">
                <a:solidFill>
                  <a:schemeClr val="accent4"/>
                </a:solidFill>
              </a:rPr>
              <a:t>(</a:t>
            </a:r>
            <a:r>
              <a:rPr lang="en-US" sz="3200" dirty="0">
                <a:solidFill>
                  <a:schemeClr val="accent4"/>
                </a:solidFill>
              </a:rPr>
              <a:t>Definition</a:t>
            </a:r>
            <a:r>
              <a:rPr lang="en" sz="3200" dirty="0">
                <a:solidFill>
                  <a:schemeClr val="accent4"/>
                </a:solidFill>
              </a:rPr>
              <a:t> &amp; Rules)</a:t>
            </a:r>
            <a:endParaRPr sz="3200" dirty="0">
              <a:solidFill>
                <a:schemeClr val="accent4"/>
              </a:solidFill>
            </a:endParaRPr>
          </a:p>
        </p:txBody>
      </p:sp>
      <p:sp>
        <p:nvSpPr>
          <p:cNvPr id="499" name="Google Shape;499;p38">
            <a:extLst>
              <a:ext uri="{FF2B5EF4-FFF2-40B4-BE49-F238E27FC236}">
                <a16:creationId xmlns:a16="http://schemas.microsoft.com/office/drawing/2014/main" id="{94518A4C-9DBE-B9E6-F623-69850EFFF5A5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360333" y="1900441"/>
            <a:ext cx="11433179" cy="4591383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-US" sz="1600" dirty="0"/>
              <a:t>These are built-in mathematical functions that operate element-wise.</a:t>
            </a:r>
          </a:p>
          <a:p>
            <a:r>
              <a:rPr lang="en-US" sz="1600" dirty="0"/>
              <a:t>To apply mathematical transformations efficiently.</a:t>
            </a:r>
          </a:p>
          <a:p>
            <a:endParaRPr lang="en-US" sz="1600" dirty="0"/>
          </a:p>
          <a:p>
            <a:endParaRPr lang="en-US" sz="1600" b="1" dirty="0">
              <a:solidFill>
                <a:schemeClr val="tx1"/>
              </a:solidFill>
            </a:endParaRPr>
          </a:p>
          <a:p>
            <a:pPr marL="0" indent="0"/>
            <a:r>
              <a:rPr lang="en-US" sz="1600" dirty="0">
                <a:solidFill>
                  <a:srgbClr val="00B0F0"/>
                </a:solidFill>
              </a:rPr>
              <a:t>np</a:t>
            </a:r>
            <a:r>
              <a:rPr lang="en-US" sz="1600" dirty="0">
                <a:solidFill>
                  <a:schemeClr val="tx1"/>
                </a:solidFill>
              </a:rPr>
              <a:t>.sqrt()                                                   </a:t>
            </a:r>
          </a:p>
          <a:p>
            <a:pPr marL="0" indent="0"/>
            <a:r>
              <a:rPr lang="en-US" sz="1600" dirty="0">
                <a:solidFill>
                  <a:schemeClr val="tx1"/>
                </a:solidFill>
              </a:rPr>
              <a:t>Square root</a:t>
            </a:r>
          </a:p>
          <a:p>
            <a:pPr marL="0" indent="0"/>
            <a:endParaRPr lang="en-US" sz="1600" dirty="0">
              <a:solidFill>
                <a:schemeClr val="tx1"/>
              </a:solidFill>
            </a:endParaRPr>
          </a:p>
          <a:p>
            <a:pPr marL="0" indent="0"/>
            <a:r>
              <a:rPr lang="en-US" sz="1600" dirty="0">
                <a:solidFill>
                  <a:srgbClr val="00B0F0"/>
                </a:solidFill>
              </a:rPr>
              <a:t>np</a:t>
            </a:r>
            <a:r>
              <a:rPr lang="en-US" sz="1600" dirty="0">
                <a:solidFill>
                  <a:schemeClr val="tx1"/>
                </a:solidFill>
              </a:rPr>
              <a:t>.exp()</a:t>
            </a:r>
          </a:p>
          <a:p>
            <a:pPr marL="0" indent="0"/>
            <a:r>
              <a:rPr lang="en-US" sz="1600" dirty="0">
                <a:solidFill>
                  <a:schemeClr val="tx1"/>
                </a:solidFill>
              </a:rPr>
              <a:t>Exponential (e^x)</a:t>
            </a:r>
          </a:p>
          <a:p>
            <a:pPr marL="0" indent="0"/>
            <a:endParaRPr lang="en-US" sz="1600" dirty="0">
              <a:solidFill>
                <a:schemeClr val="tx1"/>
              </a:solidFill>
            </a:endParaRPr>
          </a:p>
          <a:p>
            <a:pPr marL="0" indent="0"/>
            <a:r>
              <a:rPr lang="en-US" sz="1600" dirty="0">
                <a:solidFill>
                  <a:srgbClr val="00B0F0"/>
                </a:solidFill>
              </a:rPr>
              <a:t>np</a:t>
            </a:r>
            <a:r>
              <a:rPr lang="en-US" sz="1600" dirty="0">
                <a:solidFill>
                  <a:schemeClr val="tx1"/>
                </a:solidFill>
              </a:rPr>
              <a:t>.sin()</a:t>
            </a:r>
          </a:p>
          <a:p>
            <a:pPr marL="0" indent="0"/>
            <a:r>
              <a:rPr lang="en-US" sz="1600" dirty="0">
                <a:solidFill>
                  <a:schemeClr val="tx1"/>
                </a:solidFill>
              </a:rPr>
              <a:t>Sine function</a:t>
            </a:r>
          </a:p>
          <a:p>
            <a:pPr marL="0" indent="0"/>
            <a:endParaRPr lang="en-US" sz="1600" dirty="0">
              <a:solidFill>
                <a:schemeClr val="tx1"/>
              </a:solidFill>
            </a:endParaRPr>
          </a:p>
          <a:p>
            <a:pPr marL="0" indent="0"/>
            <a:r>
              <a:rPr lang="en-US" sz="1600" dirty="0">
                <a:solidFill>
                  <a:srgbClr val="00B0F0"/>
                </a:solidFill>
              </a:rPr>
              <a:t>np</a:t>
            </a:r>
            <a:r>
              <a:rPr lang="en-US" sz="1600" dirty="0">
                <a:solidFill>
                  <a:schemeClr val="tx1"/>
                </a:solidFill>
              </a:rPr>
              <a:t>.max()</a:t>
            </a:r>
          </a:p>
          <a:p>
            <a:pPr marL="0" indent="0"/>
            <a:r>
              <a:rPr lang="en-US" sz="1600" dirty="0">
                <a:solidFill>
                  <a:schemeClr val="tx1"/>
                </a:solidFill>
              </a:rPr>
              <a:t>Maximum value</a:t>
            </a:r>
          </a:p>
          <a:p>
            <a:pPr marL="0" indent="0"/>
            <a:endParaRPr lang="en-US" sz="1600" b="1" dirty="0">
              <a:solidFill>
                <a:schemeClr val="tx1"/>
              </a:solidFill>
            </a:endParaRPr>
          </a:p>
        </p:txBody>
      </p:sp>
      <p:sp>
        <p:nvSpPr>
          <p:cNvPr id="503" name="Google Shape;503;p38">
            <a:extLst>
              <a:ext uri="{FF2B5EF4-FFF2-40B4-BE49-F238E27FC236}">
                <a16:creationId xmlns:a16="http://schemas.microsoft.com/office/drawing/2014/main" id="{4A8C8C07-CD55-9A96-194B-F681B6E7FA16}"/>
              </a:ext>
            </a:extLst>
          </p:cNvPr>
          <p:cNvSpPr txBox="1"/>
          <p:nvPr/>
        </p:nvSpPr>
        <p:spPr>
          <a:xfrm>
            <a:off x="11513559" y="4999533"/>
            <a:ext cx="692400" cy="101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40"/>
            <a:endParaRPr sz="6667" dirty="0">
              <a:solidFill>
                <a:srgbClr val="4CAE97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3A0C79F-89C6-D9BC-F2E2-FCF1F30FC373}"/>
              </a:ext>
            </a:extLst>
          </p:cNvPr>
          <p:cNvSpPr txBox="1"/>
          <p:nvPr/>
        </p:nvSpPr>
        <p:spPr>
          <a:xfrm>
            <a:off x="3552793" y="1489135"/>
            <a:ext cx="93642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Source Code Pro" panose="020B0509030403020204" pitchFamily="49" charset="0"/>
                <a:ea typeface="Source Code Pro" panose="020B0509030403020204" pitchFamily="49" charset="0"/>
              </a:rPr>
              <a:t>UNIVERSAL ARRAY FUNCTIONS (UFUNCs)</a:t>
            </a:r>
            <a:endParaRPr lang="en-US" dirty="0">
              <a:latin typeface="Source Code Pro" panose="020B0509030403020204" pitchFamily="49" charset="0"/>
              <a:ea typeface="Source Code Pro" panose="020B0509030403020204" pitchFamily="49" charset="0"/>
              <a:cs typeface="Sans Serif Collection" panose="020B0502040504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1D50541-1787-5FBC-95CF-9CCCF127389A}"/>
              </a:ext>
            </a:extLst>
          </p:cNvPr>
          <p:cNvSpPr txBox="1"/>
          <p:nvPr/>
        </p:nvSpPr>
        <p:spPr>
          <a:xfrm>
            <a:off x="5313607" y="3633840"/>
            <a:ext cx="5842603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Source Code Pro" panose="020B0509030403020204" pitchFamily="49" charset="0"/>
                <a:ea typeface="Source Code Pro" panose="020B0509030403020204" pitchFamily="49" charset="0"/>
              </a:rPr>
              <a:t>Usage : </a:t>
            </a:r>
          </a:p>
          <a:p>
            <a:endParaRPr lang="en-US" b="1" dirty="0">
              <a:latin typeface="Source Code Pro" panose="020B0509030403020204" pitchFamily="49" charset="0"/>
              <a:ea typeface="Source Code Pro" panose="020B0509030403020204" pitchFamily="49" charset="0"/>
            </a:endParaRPr>
          </a:p>
          <a:p>
            <a: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Activation functions in neural networks</a:t>
            </a:r>
          </a:p>
          <a:p>
            <a: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Scientific calculations</a:t>
            </a:r>
          </a:p>
          <a:p>
            <a: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Signal processing</a:t>
            </a:r>
          </a:p>
          <a:p>
            <a: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Feature engineering</a:t>
            </a:r>
          </a:p>
        </p:txBody>
      </p:sp>
    </p:spTree>
    <p:extLst>
      <p:ext uri="{BB962C8B-B14F-4D97-AF65-F5344CB8AC3E}">
        <p14:creationId xmlns:p14="http://schemas.microsoft.com/office/powerpoint/2010/main" val="42842946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31762D76-C82C-6E22-36BB-228BCE5040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38">
            <a:extLst>
              <a:ext uri="{FF2B5EF4-FFF2-40B4-BE49-F238E27FC236}">
                <a16:creationId xmlns:a16="http://schemas.microsoft.com/office/drawing/2014/main" id="{88D60AAB-4C22-AFF4-C412-658E806904C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3200" dirty="0"/>
              <a:t>Core Concept </a:t>
            </a:r>
            <a:r>
              <a:rPr lang="en" sz="3200" dirty="0">
                <a:solidFill>
                  <a:schemeClr val="accent4"/>
                </a:solidFill>
              </a:rPr>
              <a:t>(</a:t>
            </a:r>
            <a:r>
              <a:rPr lang="en-US" sz="3200" dirty="0">
                <a:solidFill>
                  <a:schemeClr val="accent4"/>
                </a:solidFill>
              </a:rPr>
              <a:t>Definition</a:t>
            </a:r>
            <a:r>
              <a:rPr lang="en" sz="3200" dirty="0">
                <a:solidFill>
                  <a:schemeClr val="accent4"/>
                </a:solidFill>
              </a:rPr>
              <a:t> &amp; Rules)</a:t>
            </a:r>
            <a:endParaRPr sz="3200" dirty="0">
              <a:solidFill>
                <a:schemeClr val="accent4"/>
              </a:solidFill>
            </a:endParaRPr>
          </a:p>
        </p:txBody>
      </p:sp>
      <p:sp>
        <p:nvSpPr>
          <p:cNvPr id="499" name="Google Shape;499;p38">
            <a:extLst>
              <a:ext uri="{FF2B5EF4-FFF2-40B4-BE49-F238E27FC236}">
                <a16:creationId xmlns:a16="http://schemas.microsoft.com/office/drawing/2014/main" id="{16A0E626-19AD-8390-5F73-B5C75D440FDB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0" y="1956802"/>
            <a:ext cx="11433179" cy="4591383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lvl="1"/>
            <a:r>
              <a:rPr lang="en-US" sz="1600" b="1" dirty="0">
                <a:solidFill>
                  <a:srgbClr val="00B0F0"/>
                </a:solidFill>
              </a:rPr>
              <a:t>Data Handling</a:t>
            </a:r>
          </a:p>
          <a:p>
            <a:pPr lvl="1"/>
            <a:r>
              <a:rPr lang="en-US" sz="1600" dirty="0"/>
              <a:t>save, load</a:t>
            </a:r>
          </a:p>
          <a:p>
            <a:pPr lvl="1"/>
            <a:endParaRPr lang="en-US" sz="1600" dirty="0"/>
          </a:p>
          <a:p>
            <a:pPr lvl="1"/>
            <a:endParaRPr lang="en-US" sz="1600" dirty="0"/>
          </a:p>
          <a:p>
            <a:pPr lvl="1"/>
            <a:r>
              <a:rPr lang="en-US" sz="1600" b="1" dirty="0">
                <a:solidFill>
                  <a:schemeClr val="bg2"/>
                </a:solidFill>
              </a:rPr>
              <a:t>Selection</a:t>
            </a:r>
          </a:p>
          <a:p>
            <a:pPr lvl="1"/>
            <a:r>
              <a:rPr lang="en-US" sz="1600" dirty="0"/>
              <a:t>Indexing</a:t>
            </a:r>
          </a:p>
          <a:p>
            <a:pPr lvl="1"/>
            <a:r>
              <a:rPr lang="en-US" sz="1600" dirty="0"/>
              <a:t>Slicing</a:t>
            </a:r>
          </a:p>
          <a:p>
            <a:pPr lvl="1"/>
            <a:r>
              <a:rPr lang="en-US" sz="1600" dirty="0"/>
              <a:t>logical masking</a:t>
            </a:r>
          </a:p>
          <a:p>
            <a:pPr lvl="1"/>
            <a:endParaRPr lang="en-US" sz="1600" dirty="0"/>
          </a:p>
          <a:p>
            <a:pPr lvl="1"/>
            <a:endParaRPr lang="en-US" sz="1600" dirty="0"/>
          </a:p>
          <a:p>
            <a:pPr lvl="1"/>
            <a:r>
              <a:rPr lang="en-US" sz="1600" b="1" dirty="0">
                <a:solidFill>
                  <a:schemeClr val="accent2"/>
                </a:solidFill>
              </a:rPr>
              <a:t>Structure</a:t>
            </a:r>
          </a:p>
          <a:p>
            <a:pPr lvl="1"/>
            <a:r>
              <a:rPr lang="en-US" sz="1600" dirty="0"/>
              <a:t>Broadcasting</a:t>
            </a:r>
          </a:p>
          <a:p>
            <a:pPr lvl="1"/>
            <a:r>
              <a:rPr lang="en-US" sz="1600" dirty="0"/>
              <a:t>type casting</a:t>
            </a:r>
          </a:p>
          <a:p>
            <a:pPr lvl="1"/>
            <a:endParaRPr lang="en-US" sz="1600" dirty="0"/>
          </a:p>
          <a:p>
            <a:pPr lvl="1"/>
            <a:endParaRPr lang="en-US" sz="1600" dirty="0"/>
          </a:p>
          <a:p>
            <a:pPr lvl="1"/>
            <a:r>
              <a:rPr lang="en-US" sz="1600" b="1" dirty="0">
                <a:solidFill>
                  <a:srgbClr val="7030A0"/>
                </a:solidFill>
              </a:rPr>
              <a:t>Computation</a:t>
            </a:r>
          </a:p>
          <a:p>
            <a:pPr lvl="1"/>
            <a:r>
              <a:rPr lang="en-US" sz="1600" dirty="0"/>
              <a:t>arithmetic operations</a:t>
            </a:r>
          </a:p>
          <a:p>
            <a:pPr lvl="1"/>
            <a:r>
              <a:rPr lang="en-US" sz="1600" dirty="0"/>
              <a:t>universal functions</a:t>
            </a:r>
            <a:endParaRPr lang="en-US" sz="1600" b="1" dirty="0">
              <a:solidFill>
                <a:schemeClr val="tx1"/>
              </a:solidFill>
            </a:endParaRPr>
          </a:p>
        </p:txBody>
      </p:sp>
      <p:sp>
        <p:nvSpPr>
          <p:cNvPr id="503" name="Google Shape;503;p38">
            <a:extLst>
              <a:ext uri="{FF2B5EF4-FFF2-40B4-BE49-F238E27FC236}">
                <a16:creationId xmlns:a16="http://schemas.microsoft.com/office/drawing/2014/main" id="{1E1C7265-3374-280C-C4E0-A5B837650B51}"/>
              </a:ext>
            </a:extLst>
          </p:cNvPr>
          <p:cNvSpPr txBox="1"/>
          <p:nvPr/>
        </p:nvSpPr>
        <p:spPr>
          <a:xfrm>
            <a:off x="11513559" y="4999533"/>
            <a:ext cx="692400" cy="101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40"/>
            <a:endParaRPr sz="6667" dirty="0">
              <a:solidFill>
                <a:srgbClr val="4CAE97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7DD8B0E-83E3-13CC-BAF8-75B7753A7ED5}"/>
              </a:ext>
            </a:extLst>
          </p:cNvPr>
          <p:cNvSpPr txBox="1"/>
          <p:nvPr/>
        </p:nvSpPr>
        <p:spPr>
          <a:xfrm>
            <a:off x="4403693" y="1489135"/>
            <a:ext cx="93642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Source Code Pro" panose="020B0509030403020204" pitchFamily="49" charset="0"/>
                <a:ea typeface="Source Code Pro" panose="020B0509030403020204" pitchFamily="49" charset="0"/>
              </a:rPr>
              <a:t>Final Summary Slide</a:t>
            </a:r>
            <a:endParaRPr lang="en-US" dirty="0">
              <a:latin typeface="Source Code Pro" panose="020B0509030403020204" pitchFamily="49" charset="0"/>
              <a:ea typeface="Source Code Pro" panose="020B0509030403020204" pitchFamily="49" charset="0"/>
              <a:cs typeface="Sans Serif Collection" panose="020B050204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38049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34"/>
          <p:cNvSpPr txBox="1">
            <a:spLocks noGrp="1"/>
          </p:cNvSpPr>
          <p:nvPr>
            <p:ph type="title"/>
          </p:nvPr>
        </p:nvSpPr>
        <p:spPr>
          <a:xfrm>
            <a:off x="5662782" y="748501"/>
            <a:ext cx="5544039" cy="706416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lvl="0"/>
            <a:r>
              <a:rPr lang="en-US" sz="1867" dirty="0"/>
              <a:t>Thank You for Your Focus Today!</a:t>
            </a:r>
            <a:endParaRPr sz="1867" dirty="0"/>
          </a:p>
        </p:txBody>
      </p:sp>
      <p:sp>
        <p:nvSpPr>
          <p:cNvPr id="353" name="Google Shape;353;p34"/>
          <p:cNvSpPr txBox="1">
            <a:spLocks noGrp="1"/>
          </p:cNvSpPr>
          <p:nvPr>
            <p:ph type="subTitle" idx="1"/>
          </p:nvPr>
        </p:nvSpPr>
        <p:spPr>
          <a:xfrm>
            <a:off x="5459796" y="4751364"/>
            <a:ext cx="5608000" cy="1740008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/>
            <a:r>
              <a:rPr lang="en-US" sz="1400" dirty="0"/>
              <a:t>Waleed Khan</a:t>
            </a:r>
            <a:br>
              <a:rPr lang="en-US" sz="1400" dirty="0"/>
            </a:br>
            <a:r>
              <a:rPr lang="en-US" sz="1400" dirty="0"/>
              <a:t>(</a:t>
            </a:r>
            <a:r>
              <a:rPr lang="en-US" sz="1200" dirty="0"/>
              <a:t>Robotics Engineer | Senior Python Developer)</a:t>
            </a:r>
            <a:br>
              <a:rPr lang="en-US" sz="1400" dirty="0"/>
            </a:br>
            <a:endParaRPr lang="en-US" sz="1400" dirty="0"/>
          </a:p>
          <a:p>
            <a:pPr marL="0" indent="0"/>
            <a:r>
              <a:rPr lang="en-US" sz="1400" dirty="0"/>
              <a:t>Email: 0xcloudcoder@gmail.com</a:t>
            </a:r>
            <a:br>
              <a:rPr lang="en-US" sz="1867" dirty="0"/>
            </a:br>
            <a:r>
              <a:rPr lang="en-US" sz="1400" dirty="0"/>
              <a:t>Contact: +923126008702</a:t>
            </a:r>
            <a:endParaRPr sz="1400" dirty="0"/>
          </a:p>
        </p:txBody>
      </p:sp>
      <p:sp>
        <p:nvSpPr>
          <p:cNvPr id="354" name="Google Shape;354;p34"/>
          <p:cNvSpPr txBox="1"/>
          <p:nvPr/>
        </p:nvSpPr>
        <p:spPr>
          <a:xfrm>
            <a:off x="11106533" y="5304433"/>
            <a:ext cx="692400" cy="10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12800" dirty="0">
                <a:solidFill>
                  <a:schemeClr val="accent1"/>
                </a:solidFill>
                <a:latin typeface="Comfortaa"/>
                <a:ea typeface="Comfortaa"/>
                <a:cs typeface="Comfortaa"/>
                <a:sym typeface="Comfortaa"/>
              </a:rPr>
              <a:t>*</a:t>
            </a:r>
            <a:endParaRPr sz="12800" dirty="0">
              <a:solidFill>
                <a:schemeClr val="accent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grpSp>
        <p:nvGrpSpPr>
          <p:cNvPr id="355" name="Google Shape;355;p34"/>
          <p:cNvGrpSpPr/>
          <p:nvPr/>
        </p:nvGrpSpPr>
        <p:grpSpPr>
          <a:xfrm>
            <a:off x="447523" y="928586"/>
            <a:ext cx="3909392" cy="5210084"/>
            <a:chOff x="335642" y="696438"/>
            <a:chExt cx="2932044" cy="3907563"/>
          </a:xfrm>
        </p:grpSpPr>
        <p:sp>
          <p:nvSpPr>
            <p:cNvPr id="356" name="Google Shape;356;p34"/>
            <p:cNvSpPr/>
            <p:nvPr/>
          </p:nvSpPr>
          <p:spPr>
            <a:xfrm>
              <a:off x="335642" y="705013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57" name="Google Shape;357;p34"/>
            <p:cNvSpPr/>
            <p:nvPr/>
          </p:nvSpPr>
          <p:spPr>
            <a:xfrm>
              <a:off x="821967" y="696438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58" name="Google Shape;358;p34"/>
            <p:cNvSpPr/>
            <p:nvPr/>
          </p:nvSpPr>
          <p:spPr>
            <a:xfrm>
              <a:off x="335642" y="1017238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59" name="Google Shape;359;p34"/>
            <p:cNvSpPr/>
            <p:nvPr/>
          </p:nvSpPr>
          <p:spPr>
            <a:xfrm>
              <a:off x="335642" y="1343950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0" name="Google Shape;360;p34"/>
            <p:cNvSpPr/>
            <p:nvPr/>
          </p:nvSpPr>
          <p:spPr>
            <a:xfrm>
              <a:off x="335642" y="1670688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1" name="Google Shape;361;p34"/>
            <p:cNvSpPr/>
            <p:nvPr/>
          </p:nvSpPr>
          <p:spPr>
            <a:xfrm>
              <a:off x="770496" y="1670688"/>
              <a:ext cx="45446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2" name="Google Shape;362;p34"/>
            <p:cNvSpPr/>
            <p:nvPr/>
          </p:nvSpPr>
          <p:spPr>
            <a:xfrm>
              <a:off x="1304877" y="1670688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3" name="Google Shape;363;p34"/>
            <p:cNvSpPr/>
            <p:nvPr/>
          </p:nvSpPr>
          <p:spPr>
            <a:xfrm>
              <a:off x="335642" y="198126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4" name="Google Shape;364;p34"/>
            <p:cNvSpPr/>
            <p:nvPr/>
          </p:nvSpPr>
          <p:spPr>
            <a:xfrm>
              <a:off x="335642" y="232411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5" name="Google Shape;365;p34"/>
            <p:cNvSpPr/>
            <p:nvPr/>
          </p:nvSpPr>
          <p:spPr>
            <a:xfrm>
              <a:off x="335642" y="2633038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6" name="Google Shape;366;p34"/>
            <p:cNvSpPr/>
            <p:nvPr/>
          </p:nvSpPr>
          <p:spPr>
            <a:xfrm>
              <a:off x="335642" y="294196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7" name="Google Shape;367;p34"/>
            <p:cNvSpPr/>
            <p:nvPr/>
          </p:nvSpPr>
          <p:spPr>
            <a:xfrm>
              <a:off x="349364" y="3722938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8" name="Google Shape;368;p34"/>
            <p:cNvSpPr/>
            <p:nvPr/>
          </p:nvSpPr>
          <p:spPr>
            <a:xfrm>
              <a:off x="770496" y="198126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9" name="Google Shape;369;p34"/>
            <p:cNvSpPr/>
            <p:nvPr/>
          </p:nvSpPr>
          <p:spPr>
            <a:xfrm>
              <a:off x="731557" y="232411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0" name="Google Shape;370;p34"/>
            <p:cNvSpPr/>
            <p:nvPr/>
          </p:nvSpPr>
          <p:spPr>
            <a:xfrm>
              <a:off x="770496" y="2633038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1" name="Google Shape;371;p34"/>
            <p:cNvSpPr/>
            <p:nvPr/>
          </p:nvSpPr>
          <p:spPr>
            <a:xfrm>
              <a:off x="770496" y="2958925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2" name="Google Shape;372;p34"/>
            <p:cNvSpPr/>
            <p:nvPr/>
          </p:nvSpPr>
          <p:spPr>
            <a:xfrm>
              <a:off x="770496" y="328481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3" name="Google Shape;373;p34"/>
            <p:cNvSpPr/>
            <p:nvPr/>
          </p:nvSpPr>
          <p:spPr>
            <a:xfrm>
              <a:off x="1174186" y="1981263"/>
              <a:ext cx="63339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4" name="Google Shape;374;p34"/>
            <p:cNvSpPr/>
            <p:nvPr/>
          </p:nvSpPr>
          <p:spPr>
            <a:xfrm>
              <a:off x="1174186" y="2324113"/>
              <a:ext cx="88477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5" name="Google Shape;375;p34"/>
            <p:cNvSpPr/>
            <p:nvPr/>
          </p:nvSpPr>
          <p:spPr>
            <a:xfrm>
              <a:off x="1205349" y="2633038"/>
              <a:ext cx="1030037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6" name="Google Shape;376;p34"/>
            <p:cNvSpPr/>
            <p:nvPr/>
          </p:nvSpPr>
          <p:spPr>
            <a:xfrm>
              <a:off x="1205349" y="2977538"/>
              <a:ext cx="1030037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7" name="Google Shape;377;p34"/>
            <p:cNvSpPr/>
            <p:nvPr/>
          </p:nvSpPr>
          <p:spPr>
            <a:xfrm>
              <a:off x="1205349" y="3284813"/>
              <a:ext cx="1030037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8" name="Google Shape;378;p34"/>
            <p:cNvSpPr/>
            <p:nvPr/>
          </p:nvSpPr>
          <p:spPr>
            <a:xfrm>
              <a:off x="1883777" y="1981263"/>
              <a:ext cx="57704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9" name="Google Shape;379;p34"/>
            <p:cNvSpPr/>
            <p:nvPr/>
          </p:nvSpPr>
          <p:spPr>
            <a:xfrm>
              <a:off x="2174096" y="2307150"/>
              <a:ext cx="57704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0" name="Google Shape;380;p34"/>
            <p:cNvSpPr/>
            <p:nvPr/>
          </p:nvSpPr>
          <p:spPr>
            <a:xfrm>
              <a:off x="2342750" y="2633063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1" name="Google Shape;381;p34"/>
            <p:cNvSpPr/>
            <p:nvPr/>
          </p:nvSpPr>
          <p:spPr>
            <a:xfrm>
              <a:off x="2342750" y="3284863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2" name="Google Shape;382;p34"/>
            <p:cNvSpPr/>
            <p:nvPr/>
          </p:nvSpPr>
          <p:spPr>
            <a:xfrm>
              <a:off x="349364" y="396201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3" name="Google Shape;383;p34"/>
            <p:cNvSpPr/>
            <p:nvPr/>
          </p:nvSpPr>
          <p:spPr>
            <a:xfrm>
              <a:off x="731557" y="424551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4" name="Google Shape;384;p34"/>
            <p:cNvSpPr/>
            <p:nvPr/>
          </p:nvSpPr>
          <p:spPr>
            <a:xfrm>
              <a:off x="1224956" y="4245513"/>
              <a:ext cx="524349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5" name="Google Shape;385;p34"/>
            <p:cNvSpPr/>
            <p:nvPr/>
          </p:nvSpPr>
          <p:spPr>
            <a:xfrm>
              <a:off x="1883777" y="4245513"/>
              <a:ext cx="661931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6" name="Google Shape;386;p34"/>
            <p:cNvSpPr/>
            <p:nvPr/>
          </p:nvSpPr>
          <p:spPr>
            <a:xfrm>
              <a:off x="2634075" y="4245513"/>
              <a:ext cx="241501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7" name="Google Shape;387;p34"/>
            <p:cNvSpPr/>
            <p:nvPr/>
          </p:nvSpPr>
          <p:spPr>
            <a:xfrm>
              <a:off x="731557" y="4454038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8" name="Google Shape;388;p34"/>
            <p:cNvSpPr/>
            <p:nvPr/>
          </p:nvSpPr>
          <p:spPr>
            <a:xfrm>
              <a:off x="1224956" y="4454038"/>
              <a:ext cx="833909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9" name="Google Shape;389;p34"/>
            <p:cNvSpPr/>
            <p:nvPr/>
          </p:nvSpPr>
          <p:spPr>
            <a:xfrm>
              <a:off x="2169156" y="4454038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0" name="Google Shape;390;p34"/>
            <p:cNvSpPr/>
            <p:nvPr/>
          </p:nvSpPr>
          <p:spPr>
            <a:xfrm>
              <a:off x="1250486" y="708338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1" name="Google Shape;391;p34"/>
            <p:cNvSpPr/>
            <p:nvPr/>
          </p:nvSpPr>
          <p:spPr>
            <a:xfrm>
              <a:off x="821986" y="1017263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2" name="Google Shape;392;p34"/>
            <p:cNvSpPr/>
            <p:nvPr/>
          </p:nvSpPr>
          <p:spPr>
            <a:xfrm>
              <a:off x="1555286" y="1013138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3" name="Google Shape;393;p34"/>
            <p:cNvSpPr/>
            <p:nvPr/>
          </p:nvSpPr>
          <p:spPr>
            <a:xfrm>
              <a:off x="821979" y="1343988"/>
              <a:ext cx="402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4" name="Google Shape;394;p34"/>
            <p:cNvSpPr/>
            <p:nvPr/>
          </p:nvSpPr>
          <p:spPr>
            <a:xfrm>
              <a:off x="1739729" y="1668625"/>
              <a:ext cx="402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5" name="Google Shape;395;p34"/>
            <p:cNvSpPr/>
            <p:nvPr/>
          </p:nvSpPr>
          <p:spPr>
            <a:xfrm>
              <a:off x="2342754" y="2977538"/>
              <a:ext cx="402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6" name="Google Shape;396;p34"/>
            <p:cNvSpPr/>
            <p:nvPr/>
          </p:nvSpPr>
          <p:spPr>
            <a:xfrm>
              <a:off x="2537025" y="198126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7" name="Google Shape;397;p34"/>
            <p:cNvSpPr/>
            <p:nvPr/>
          </p:nvSpPr>
          <p:spPr>
            <a:xfrm>
              <a:off x="2805050" y="263303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8" name="Google Shape;398;p34"/>
            <p:cNvSpPr/>
            <p:nvPr/>
          </p:nvSpPr>
          <p:spPr>
            <a:xfrm>
              <a:off x="2634386" y="4456100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9" name="Google Shape;399;p34"/>
            <p:cNvSpPr/>
            <p:nvPr/>
          </p:nvSpPr>
          <p:spPr>
            <a:xfrm>
              <a:off x="770511" y="3936575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00" name="Google Shape;400;p34"/>
            <p:cNvSpPr/>
            <p:nvPr/>
          </p:nvSpPr>
          <p:spPr>
            <a:xfrm>
              <a:off x="770511" y="3706475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sp>
        <p:nvSpPr>
          <p:cNvPr id="401" name="Google Shape;401;p34"/>
          <p:cNvSpPr txBox="1"/>
          <p:nvPr/>
        </p:nvSpPr>
        <p:spPr>
          <a:xfrm>
            <a:off x="8854201" y="5162812"/>
            <a:ext cx="692400" cy="11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6667" dirty="0">
                <a:solidFill>
                  <a:schemeClr val="accent3"/>
                </a:solidFill>
                <a:latin typeface="Comfortaa"/>
                <a:ea typeface="Comfortaa"/>
                <a:cs typeface="Comfortaa"/>
                <a:sym typeface="Comfortaa"/>
              </a:rPr>
              <a:t>}</a:t>
            </a:r>
            <a:endParaRPr sz="6667" dirty="0">
              <a:solidFill>
                <a:schemeClr val="accent3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AE2DD26-B17A-503C-A9CA-D2B6DDAE5AF0}"/>
              </a:ext>
            </a:extLst>
          </p:cNvPr>
          <p:cNvSpPr txBox="1"/>
          <p:nvPr/>
        </p:nvSpPr>
        <p:spPr>
          <a:xfrm>
            <a:off x="5387008" y="2407058"/>
            <a:ext cx="6411925" cy="20005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What was the most </a:t>
            </a:r>
            <a:b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</a:rPr>
            </a:br>
            <a:r>
              <a:rPr lang="en-US" sz="6000" dirty="0">
                <a:solidFill>
                  <a:schemeClr val="accent5">
                    <a:lumMod val="50000"/>
                  </a:schemeClr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confusing</a:t>
            </a:r>
            <a: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b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</a:rPr>
            </a:br>
            <a: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part of today's lab?</a:t>
            </a:r>
            <a:b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</a:rPr>
            </a:br>
            <a:b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</a:rPr>
            </a:br>
            <a:endParaRPr lang="en-US" sz="1600" dirty="0">
              <a:latin typeface="Source Code Pro" panose="020B0509030403020204" pitchFamily="49" charset="0"/>
              <a:ea typeface="Source Code Pro" panose="020B0509030403020204" pitchFamily="49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day 6">
  <a:themeElements>
    <a:clrScheme name="Simple Light">
      <a:dk1>
        <a:srgbClr val="E7E7E7"/>
      </a:dk1>
      <a:lt1>
        <a:srgbClr val="10111A"/>
      </a:lt1>
      <a:dk2>
        <a:srgbClr val="FD4A4A"/>
      </a:dk2>
      <a:lt2>
        <a:srgbClr val="EC7955"/>
      </a:lt2>
      <a:accent1>
        <a:srgbClr val="E81A81"/>
      </a:accent1>
      <a:accent2>
        <a:srgbClr val="94EE6B"/>
      </a:accent2>
      <a:accent3>
        <a:srgbClr val="4CAE97"/>
      </a:accent3>
      <a:accent4>
        <a:srgbClr val="BD64B5"/>
      </a:accent4>
      <a:accent5>
        <a:srgbClr val="FFFF99"/>
      </a:accent5>
      <a:accent6>
        <a:srgbClr val="2C293A"/>
      </a:accent6>
      <a:hlink>
        <a:srgbClr val="F8F8F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y 6" id="{035ED6D3-E824-4B6B-AAF7-CA8C606A2217}" vid="{7F810BC9-F9DE-4B77-994F-C9059B10EE55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643</Words>
  <Application>Microsoft Office PowerPoint</Application>
  <PresentationFormat>Widescreen</PresentationFormat>
  <Paragraphs>165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11</vt:i4>
      </vt:variant>
    </vt:vector>
  </HeadingPairs>
  <TitlesOfParts>
    <vt:vector size="23" baseType="lpstr">
      <vt:lpstr>Arial</vt:lpstr>
      <vt:lpstr>Bebas Neue</vt:lpstr>
      <vt:lpstr>Calibri</vt:lpstr>
      <vt:lpstr>Calibri Light</vt:lpstr>
      <vt:lpstr>Comfortaa</vt:lpstr>
      <vt:lpstr>Fira Code</vt:lpstr>
      <vt:lpstr>Nunito Light</vt:lpstr>
      <vt:lpstr>PT Sans</vt:lpstr>
      <vt:lpstr>Source Code Pro</vt:lpstr>
      <vt:lpstr>Source Code Pro Medium</vt:lpstr>
      <vt:lpstr>Office Theme</vt:lpstr>
      <vt:lpstr>day 6</vt:lpstr>
      <vt:lpstr>Artificial Intelligence (Machine Learning &amp; Deep Learning)</vt:lpstr>
      <vt:lpstr>Contents of Day 14</vt:lpstr>
      <vt:lpstr>Core Concept (Definition &amp; Rules)</vt:lpstr>
      <vt:lpstr>Core Concept (Definition &amp; Rules)</vt:lpstr>
      <vt:lpstr>Core Concept (Definition &amp; Rules)</vt:lpstr>
      <vt:lpstr>Core Concept (Definition &amp; Rules)</vt:lpstr>
      <vt:lpstr>Core Concept (Definition &amp; Rules)</vt:lpstr>
      <vt:lpstr>Core Concept (Definition &amp; Rules)</vt:lpstr>
      <vt:lpstr>Core Concept (Definition &amp; Rules)</vt:lpstr>
      <vt:lpstr>Core Concept (Definition &amp; Rules)</vt:lpstr>
      <vt:lpstr>Thank You for Your Focus Today!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Master Mind</dc:creator>
  <cp:lastModifiedBy>Master Mind</cp:lastModifiedBy>
  <cp:revision>6</cp:revision>
  <dcterms:created xsi:type="dcterms:W3CDTF">2026-03-04T21:11:52Z</dcterms:created>
  <dcterms:modified xsi:type="dcterms:W3CDTF">2026-03-04T21:55:37Z</dcterms:modified>
</cp:coreProperties>
</file>
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8" r:id="rId2"/>
    <p:sldId id="271" r:id="rId3"/>
    <p:sldId id="257" r:id="rId4"/>
    <p:sldId id="261" r:id="rId5"/>
    <p:sldId id="263" r:id="rId6"/>
    <p:sldId id="277" r:id="rId7"/>
    <p:sldId id="278" r:id="rId8"/>
    <p:sldId id="280" r:id="rId9"/>
    <p:sldId id="279" r:id="rId10"/>
    <p:sldId id="270" r:id="rId11"/>
    <p:sldId id="281" r:id="rId12"/>
    <p:sldId id="282" r:id="rId13"/>
    <p:sldId id="283" r:id="rId14"/>
    <p:sldId id="284" r:id="rId15"/>
    <p:sldId id="285" r:id="rId16"/>
    <p:sldId id="286" r:id="rId17"/>
    <p:sldId id="287" r:id="rId18"/>
    <p:sldId id="25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varScale="1">
        <p:scale>
          <a:sx n="60" d="100"/>
          <a:sy n="60" d="100"/>
        </p:scale>
        <p:origin x="48" y="12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1080A1-25AF-44F9-B9FC-846B56E8AF93}" type="datetimeFigureOut">
              <a:rPr lang="en-US" smtClean="0"/>
              <a:t>2/25/2026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78644C-CC2A-4074-AD7C-F89233257D10}" type="slidenum">
              <a:rPr lang="en-US" smtClean="0"/>
              <a:t>‹#›</a:t>
            </a:fld>
            <a:endParaRPr lang="en-US"/>
          </a:p>
        </p:txBody>
      </p:sp>
    </p:spTree>
    <p:extLst>
      <p:ext uri="{BB962C8B-B14F-4D97-AF65-F5344CB8AC3E}">
        <p14:creationId xmlns:p14="http://schemas.microsoft.com/office/powerpoint/2010/main" val="23812899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36" name="Google Shape;236;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g54ff9c4cb4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0" name="Google Shape;800;g54ff9c4cb4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213be7910b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95" name="Google Shape;295;g213be7910b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29" name="Google Shape;429;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370183E1-5E85-12DC-3740-0DC692E0344B}"/>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A181C792-C9C6-DE62-9C2E-27937A1BDF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4D0AB646-400F-D172-9CD1-84E709F4C42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57531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E3F3D9D3-5A94-AE09-8AB4-62B4941B7336}"/>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DA7727F4-E1A4-5828-1BB3-2096D49AC0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F7BD190B-724F-EEA6-0F11-7A8C1D4E72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062753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4D9E82F5-C27C-8A89-8144-6F55F08BD983}"/>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C9225201-CE0E-4949-7AD4-0913C789D1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25EC227B-8961-43ED-B7A4-70B1127A25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756506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8659DFD7-0899-16B8-61C5-032839A94774}"/>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20D74CA0-F429-4451-C1FE-38811353A2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3252F1FE-C21D-2AC4-8D2D-D10A46A31D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825884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g2162573e21f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761" name="Google Shape;761;g2162573e21f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a:extLst>
            <a:ext uri="{FF2B5EF4-FFF2-40B4-BE49-F238E27FC236}">
              <a16:creationId xmlns:a16="http://schemas.microsoft.com/office/drawing/2014/main" id="{B8F27115-5910-D8FE-7CBF-B036EC171B06}"/>
            </a:ext>
          </a:extLst>
        </p:cNvPr>
        <p:cNvGrpSpPr/>
        <p:nvPr/>
      </p:nvGrpSpPr>
      <p:grpSpPr>
        <a:xfrm>
          <a:off x="0" y="0"/>
          <a:ext cx="0" cy="0"/>
          <a:chOff x="0" y="0"/>
          <a:chExt cx="0" cy="0"/>
        </a:xfrm>
      </p:grpSpPr>
      <p:sp>
        <p:nvSpPr>
          <p:cNvPr id="760" name="Google Shape;760;g2162573e21f_0_99:notes">
            <a:extLst>
              <a:ext uri="{FF2B5EF4-FFF2-40B4-BE49-F238E27FC236}">
                <a16:creationId xmlns:a16="http://schemas.microsoft.com/office/drawing/2014/main" id="{CF170A16-FF9A-3EDC-2558-7B19931795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761" name="Google Shape;761;g2162573e21f_0_99:notes">
            <a:extLst>
              <a:ext uri="{FF2B5EF4-FFF2-40B4-BE49-F238E27FC236}">
                <a16:creationId xmlns:a16="http://schemas.microsoft.com/office/drawing/2014/main" id="{283CA9E7-7AA4-0DC7-15E2-3D7176AC10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170114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a:extLst>
            <a:ext uri="{FF2B5EF4-FFF2-40B4-BE49-F238E27FC236}">
              <a16:creationId xmlns:a16="http://schemas.microsoft.com/office/drawing/2014/main" id="{6E2102CD-33CA-D0E3-A7E9-C01B5E746B76}"/>
            </a:ext>
          </a:extLst>
        </p:cNvPr>
        <p:cNvGrpSpPr/>
        <p:nvPr/>
      </p:nvGrpSpPr>
      <p:grpSpPr>
        <a:xfrm>
          <a:off x="0" y="0"/>
          <a:ext cx="0" cy="0"/>
          <a:chOff x="0" y="0"/>
          <a:chExt cx="0" cy="0"/>
        </a:xfrm>
      </p:grpSpPr>
      <p:sp>
        <p:nvSpPr>
          <p:cNvPr id="760" name="Google Shape;760;g2162573e21f_0_99:notes">
            <a:extLst>
              <a:ext uri="{FF2B5EF4-FFF2-40B4-BE49-F238E27FC236}">
                <a16:creationId xmlns:a16="http://schemas.microsoft.com/office/drawing/2014/main" id="{E7B66B4C-F59E-F62B-AB81-78D3F64C83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761" name="Google Shape;761;g2162573e21f_0_99:notes">
            <a:extLst>
              <a:ext uri="{FF2B5EF4-FFF2-40B4-BE49-F238E27FC236}">
                <a16:creationId xmlns:a16="http://schemas.microsoft.com/office/drawing/2014/main" id="{78DEED10-674C-D15C-392D-7F3B043EE5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417736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a:extLst>
            <a:ext uri="{FF2B5EF4-FFF2-40B4-BE49-F238E27FC236}">
              <a16:creationId xmlns:a16="http://schemas.microsoft.com/office/drawing/2014/main" id="{ED09ED2E-F42A-35FF-1589-36F0509F6E1E}"/>
            </a:ext>
          </a:extLst>
        </p:cNvPr>
        <p:cNvGrpSpPr/>
        <p:nvPr/>
      </p:nvGrpSpPr>
      <p:grpSpPr>
        <a:xfrm>
          <a:off x="0" y="0"/>
          <a:ext cx="0" cy="0"/>
          <a:chOff x="0" y="0"/>
          <a:chExt cx="0" cy="0"/>
        </a:xfrm>
      </p:grpSpPr>
      <p:sp>
        <p:nvSpPr>
          <p:cNvPr id="760" name="Google Shape;760;g2162573e21f_0_99:notes">
            <a:extLst>
              <a:ext uri="{FF2B5EF4-FFF2-40B4-BE49-F238E27FC236}">
                <a16:creationId xmlns:a16="http://schemas.microsoft.com/office/drawing/2014/main" id="{095C861E-E50C-89ED-6A06-5CCB0753F1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761" name="Google Shape;761;g2162573e21f_0_99:notes">
            <a:extLst>
              <a:ext uri="{FF2B5EF4-FFF2-40B4-BE49-F238E27FC236}">
                <a16:creationId xmlns:a16="http://schemas.microsoft.com/office/drawing/2014/main" id="{31761FA8-F32C-7835-BD84-143AF9C8E8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881570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a:extLst>
            <a:ext uri="{FF2B5EF4-FFF2-40B4-BE49-F238E27FC236}">
              <a16:creationId xmlns:a16="http://schemas.microsoft.com/office/drawing/2014/main" id="{70D9BFBF-87D7-ECEB-C804-CA4CCFC12BC9}"/>
            </a:ext>
          </a:extLst>
        </p:cNvPr>
        <p:cNvGrpSpPr/>
        <p:nvPr/>
      </p:nvGrpSpPr>
      <p:grpSpPr>
        <a:xfrm>
          <a:off x="0" y="0"/>
          <a:ext cx="0" cy="0"/>
          <a:chOff x="0" y="0"/>
          <a:chExt cx="0" cy="0"/>
        </a:xfrm>
      </p:grpSpPr>
      <p:sp>
        <p:nvSpPr>
          <p:cNvPr id="760" name="Google Shape;760;g2162573e21f_0_99:notes">
            <a:extLst>
              <a:ext uri="{FF2B5EF4-FFF2-40B4-BE49-F238E27FC236}">
                <a16:creationId xmlns:a16="http://schemas.microsoft.com/office/drawing/2014/main" id="{62F9A24B-84E1-0BD9-EE8B-3B90E7E072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761" name="Google Shape;761;g2162573e21f_0_99:notes">
            <a:extLst>
              <a:ext uri="{FF2B5EF4-FFF2-40B4-BE49-F238E27FC236}">
                <a16:creationId xmlns:a16="http://schemas.microsoft.com/office/drawing/2014/main" id="{5B6F9A13-C39B-F419-1EE6-072D5E8FC8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014500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a:extLst>
            <a:ext uri="{FF2B5EF4-FFF2-40B4-BE49-F238E27FC236}">
              <a16:creationId xmlns:a16="http://schemas.microsoft.com/office/drawing/2014/main" id="{40B1710D-BD19-25C6-2A19-D6479419C421}"/>
            </a:ext>
          </a:extLst>
        </p:cNvPr>
        <p:cNvGrpSpPr/>
        <p:nvPr/>
      </p:nvGrpSpPr>
      <p:grpSpPr>
        <a:xfrm>
          <a:off x="0" y="0"/>
          <a:ext cx="0" cy="0"/>
          <a:chOff x="0" y="0"/>
          <a:chExt cx="0" cy="0"/>
        </a:xfrm>
      </p:grpSpPr>
      <p:sp>
        <p:nvSpPr>
          <p:cNvPr id="760" name="Google Shape;760;g2162573e21f_0_99:notes">
            <a:extLst>
              <a:ext uri="{FF2B5EF4-FFF2-40B4-BE49-F238E27FC236}">
                <a16:creationId xmlns:a16="http://schemas.microsoft.com/office/drawing/2014/main" id="{578BBD64-12E1-565B-34AF-DAD96366D6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761" name="Google Shape;761;g2162573e21f_0_99:notes">
            <a:extLst>
              <a:ext uri="{FF2B5EF4-FFF2-40B4-BE49-F238E27FC236}">
                <a16:creationId xmlns:a16="http://schemas.microsoft.com/office/drawing/2014/main" id="{E9042A23-D187-E142-C64B-3C6E71AF40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86845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a:extLst>
            <a:ext uri="{FF2B5EF4-FFF2-40B4-BE49-F238E27FC236}">
              <a16:creationId xmlns:a16="http://schemas.microsoft.com/office/drawing/2014/main" id="{BF4F93EC-3720-13F1-DBFD-7FA18167D6AC}"/>
            </a:ext>
          </a:extLst>
        </p:cNvPr>
        <p:cNvGrpSpPr/>
        <p:nvPr/>
      </p:nvGrpSpPr>
      <p:grpSpPr>
        <a:xfrm>
          <a:off x="0" y="0"/>
          <a:ext cx="0" cy="0"/>
          <a:chOff x="0" y="0"/>
          <a:chExt cx="0" cy="0"/>
        </a:xfrm>
      </p:grpSpPr>
      <p:sp>
        <p:nvSpPr>
          <p:cNvPr id="760" name="Google Shape;760;g2162573e21f_0_99:notes">
            <a:extLst>
              <a:ext uri="{FF2B5EF4-FFF2-40B4-BE49-F238E27FC236}">
                <a16:creationId xmlns:a16="http://schemas.microsoft.com/office/drawing/2014/main" id="{3104DEA6-1E2C-D09E-6273-3FB2AFA3E5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761" name="Google Shape;761;g2162573e21f_0_99:notes">
            <a:extLst>
              <a:ext uri="{FF2B5EF4-FFF2-40B4-BE49-F238E27FC236}">
                <a16:creationId xmlns:a16="http://schemas.microsoft.com/office/drawing/2014/main" id="{F785BC5B-D7F6-23DA-8FC7-04536BCF2D3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33699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a:extLst>
            <a:ext uri="{FF2B5EF4-FFF2-40B4-BE49-F238E27FC236}">
              <a16:creationId xmlns:a16="http://schemas.microsoft.com/office/drawing/2014/main" id="{5C3375D4-1C49-B839-D4E4-1892773B42D9}"/>
            </a:ext>
          </a:extLst>
        </p:cNvPr>
        <p:cNvGrpSpPr/>
        <p:nvPr/>
      </p:nvGrpSpPr>
      <p:grpSpPr>
        <a:xfrm>
          <a:off x="0" y="0"/>
          <a:ext cx="0" cy="0"/>
          <a:chOff x="0" y="0"/>
          <a:chExt cx="0" cy="0"/>
        </a:xfrm>
      </p:grpSpPr>
      <p:sp>
        <p:nvSpPr>
          <p:cNvPr id="760" name="Google Shape;760;g2162573e21f_0_99:notes">
            <a:extLst>
              <a:ext uri="{FF2B5EF4-FFF2-40B4-BE49-F238E27FC236}">
                <a16:creationId xmlns:a16="http://schemas.microsoft.com/office/drawing/2014/main" id="{EDCB0DA4-6213-E7A9-6CD1-5ABD49E39C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761" name="Google Shape;761;g2162573e21f_0_99:notes">
            <a:extLst>
              <a:ext uri="{FF2B5EF4-FFF2-40B4-BE49-F238E27FC236}">
                <a16:creationId xmlns:a16="http://schemas.microsoft.com/office/drawing/2014/main" id="{1AB370C0-A46F-F186-EDFD-0B02D80957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708296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54dda1946d_6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2047651" y="3021933"/>
            <a:ext cx="8847600" cy="16032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5333"/>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3" name="Google Shape;13;p3"/>
          <p:cNvSpPr txBox="1">
            <a:spLocks noGrp="1"/>
          </p:cNvSpPr>
          <p:nvPr>
            <p:ph type="title" idx="2" hasCustomPrompt="1"/>
          </p:nvPr>
        </p:nvSpPr>
        <p:spPr>
          <a:xfrm>
            <a:off x="1317484" y="1800733"/>
            <a:ext cx="2202800" cy="12212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8000">
                <a:solidFill>
                  <a:schemeClr val="dk2"/>
                </a:solidFill>
                <a:latin typeface="Fira Code"/>
                <a:ea typeface="Fira Code"/>
                <a:cs typeface="Fira Code"/>
                <a:sym typeface="Fira Code"/>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4" name="Google Shape;14;p3"/>
          <p:cNvSpPr txBox="1">
            <a:spLocks noGrp="1"/>
          </p:cNvSpPr>
          <p:nvPr>
            <p:ph type="subTitle" idx="1"/>
          </p:nvPr>
        </p:nvSpPr>
        <p:spPr>
          <a:xfrm>
            <a:off x="2773533" y="4625133"/>
            <a:ext cx="8058400" cy="3776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1400"/>
              <a:buNone/>
              <a:defRPr sz="2133"/>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 name="Google Shape;15;p3"/>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6" name="Google Shape;16;p3"/>
          <p:cNvGrpSpPr/>
          <p:nvPr/>
        </p:nvGrpSpPr>
        <p:grpSpPr>
          <a:xfrm>
            <a:off x="11085100" y="470667"/>
            <a:ext cx="630800" cy="248667"/>
            <a:chOff x="7059675" y="514525"/>
            <a:chExt cx="473100" cy="186500"/>
          </a:xfrm>
        </p:grpSpPr>
        <p:cxnSp>
          <p:nvCxnSpPr>
            <p:cNvPr id="17" name="Google Shape;17;p3"/>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8" name="Google Shape;18;p3"/>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9" name="Google Shape;19;p3"/>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1516710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0"/>
        <p:cNvGrpSpPr/>
        <p:nvPr/>
      </p:nvGrpSpPr>
      <p:grpSpPr>
        <a:xfrm>
          <a:off x="0" y="0"/>
          <a:ext cx="0" cy="0"/>
          <a:chOff x="0" y="0"/>
          <a:chExt cx="0" cy="0"/>
        </a:xfrm>
      </p:grpSpPr>
      <p:sp>
        <p:nvSpPr>
          <p:cNvPr id="21" name="Google Shape;21;p4"/>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2" name="Google Shape;22;p4"/>
          <p:cNvGrpSpPr/>
          <p:nvPr/>
        </p:nvGrpSpPr>
        <p:grpSpPr>
          <a:xfrm>
            <a:off x="11186383" y="239908"/>
            <a:ext cx="648524" cy="167587"/>
            <a:chOff x="-890300" y="1406550"/>
            <a:chExt cx="806088" cy="208200"/>
          </a:xfrm>
        </p:grpSpPr>
        <p:sp>
          <p:nvSpPr>
            <p:cNvPr id="23" name="Google Shape;23;p4"/>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 name="Google Shape;24;p4"/>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 name="Google Shape;25;p4"/>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6" name="Google Shape;26;p4"/>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7" name="Google Shape;27;p4"/>
          <p:cNvSpPr txBox="1">
            <a:spLocks noGrp="1"/>
          </p:cNvSpPr>
          <p:nvPr>
            <p:ph type="body" idx="1"/>
          </p:nvPr>
        </p:nvSpPr>
        <p:spPr>
          <a:xfrm>
            <a:off x="960000" y="1621000"/>
            <a:ext cx="10272000" cy="37516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SzPts val="1400"/>
              <a:buFont typeface="Nunito Light"/>
              <a:buChar char="●"/>
              <a:defRPr sz="1600"/>
            </a:lvl1pPr>
            <a:lvl2pPr marL="1219170" lvl="1" indent="-423323" rtl="0">
              <a:lnSpc>
                <a:spcPct val="100000"/>
              </a:lnSpc>
              <a:spcBef>
                <a:spcPts val="0"/>
              </a:spcBef>
              <a:spcAft>
                <a:spcPts val="0"/>
              </a:spcAft>
              <a:buSzPts val="1400"/>
              <a:buFont typeface="Nunito Light"/>
              <a:buChar char="○"/>
              <a:defRPr/>
            </a:lvl2pPr>
            <a:lvl3pPr marL="1828754" lvl="2" indent="-423323" rtl="0">
              <a:lnSpc>
                <a:spcPct val="100000"/>
              </a:lnSpc>
              <a:spcBef>
                <a:spcPts val="0"/>
              </a:spcBef>
              <a:spcAft>
                <a:spcPts val="0"/>
              </a:spcAft>
              <a:buSzPts val="1400"/>
              <a:buFont typeface="Nunito Light"/>
              <a:buChar char="■"/>
              <a:defRPr/>
            </a:lvl3pPr>
            <a:lvl4pPr marL="2438339" lvl="3" indent="-423323" rtl="0">
              <a:lnSpc>
                <a:spcPct val="100000"/>
              </a:lnSpc>
              <a:spcBef>
                <a:spcPts val="0"/>
              </a:spcBef>
              <a:spcAft>
                <a:spcPts val="0"/>
              </a:spcAft>
              <a:buSzPts val="1400"/>
              <a:buFont typeface="Nunito Light"/>
              <a:buChar char="●"/>
              <a:defRPr/>
            </a:lvl4pPr>
            <a:lvl5pPr marL="3047924" lvl="4" indent="-423323" rtl="0">
              <a:lnSpc>
                <a:spcPct val="100000"/>
              </a:lnSpc>
              <a:spcBef>
                <a:spcPts val="0"/>
              </a:spcBef>
              <a:spcAft>
                <a:spcPts val="0"/>
              </a:spcAft>
              <a:buSzPts val="1400"/>
              <a:buFont typeface="Nunito Light"/>
              <a:buChar char="○"/>
              <a:defRPr/>
            </a:lvl5pPr>
            <a:lvl6pPr marL="3657509" lvl="5" indent="-423323" rtl="0">
              <a:lnSpc>
                <a:spcPct val="100000"/>
              </a:lnSpc>
              <a:spcBef>
                <a:spcPts val="0"/>
              </a:spcBef>
              <a:spcAft>
                <a:spcPts val="0"/>
              </a:spcAft>
              <a:buSzPts val="1400"/>
              <a:buFont typeface="Nunito Light"/>
              <a:buChar char="■"/>
              <a:defRPr/>
            </a:lvl6pPr>
            <a:lvl7pPr marL="4267093" lvl="6" indent="-423323" rtl="0">
              <a:lnSpc>
                <a:spcPct val="100000"/>
              </a:lnSpc>
              <a:spcBef>
                <a:spcPts val="0"/>
              </a:spcBef>
              <a:spcAft>
                <a:spcPts val="0"/>
              </a:spcAft>
              <a:buSzPts val="1400"/>
              <a:buFont typeface="Nunito Light"/>
              <a:buChar char="●"/>
              <a:defRPr/>
            </a:lvl7pPr>
            <a:lvl8pPr marL="4876678" lvl="7" indent="-423323" rtl="0">
              <a:lnSpc>
                <a:spcPct val="100000"/>
              </a:lnSpc>
              <a:spcBef>
                <a:spcPts val="0"/>
              </a:spcBef>
              <a:spcAft>
                <a:spcPts val="0"/>
              </a:spcAft>
              <a:buSzPts val="1400"/>
              <a:buFont typeface="Nunito Light"/>
              <a:buChar char="○"/>
              <a:defRPr/>
            </a:lvl8pPr>
            <a:lvl9pPr marL="5486263" lvl="8" indent="-423323" rtl="0">
              <a:lnSpc>
                <a:spcPct val="100000"/>
              </a:lnSpc>
              <a:spcBef>
                <a:spcPts val="0"/>
              </a:spcBef>
              <a:spcAft>
                <a:spcPts val="0"/>
              </a:spcAft>
              <a:buSzPts val="1400"/>
              <a:buFont typeface="Nunito Light"/>
              <a:buChar char="■"/>
              <a:defRPr/>
            </a:lvl9pPr>
          </a:lstStyle>
          <a:p>
            <a:endParaRPr/>
          </a:p>
        </p:txBody>
      </p:sp>
    </p:spTree>
    <p:extLst>
      <p:ext uri="{BB962C8B-B14F-4D97-AF65-F5344CB8AC3E}">
        <p14:creationId xmlns:p14="http://schemas.microsoft.com/office/powerpoint/2010/main" val="103762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8"/>
        <p:cNvGrpSpPr/>
        <p:nvPr/>
      </p:nvGrpSpPr>
      <p:grpSpPr>
        <a:xfrm>
          <a:off x="0" y="0"/>
          <a:ext cx="0" cy="0"/>
          <a:chOff x="0" y="0"/>
          <a:chExt cx="0" cy="0"/>
        </a:xfrm>
      </p:grpSpPr>
      <p:sp>
        <p:nvSpPr>
          <p:cNvPr id="29" name="Google Shape;29;p5"/>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30" name="Google Shape;30;p5"/>
          <p:cNvGrpSpPr/>
          <p:nvPr/>
        </p:nvGrpSpPr>
        <p:grpSpPr>
          <a:xfrm>
            <a:off x="11186383" y="239908"/>
            <a:ext cx="648524" cy="167587"/>
            <a:chOff x="-890300" y="1406550"/>
            <a:chExt cx="806088" cy="208200"/>
          </a:xfrm>
        </p:grpSpPr>
        <p:sp>
          <p:nvSpPr>
            <p:cNvPr id="31" name="Google Shape;31;p5"/>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 name="Google Shape;32;p5"/>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 name="Google Shape;33;p5"/>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4" name="Google Shape;34;p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5" name="Google Shape;35;p5"/>
          <p:cNvSpPr txBox="1">
            <a:spLocks noGrp="1"/>
          </p:cNvSpPr>
          <p:nvPr>
            <p:ph type="subTitle" idx="1"/>
          </p:nvPr>
        </p:nvSpPr>
        <p:spPr>
          <a:xfrm>
            <a:off x="7056729" y="4843465"/>
            <a:ext cx="3566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867" b="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endParaRPr/>
          </a:p>
        </p:txBody>
      </p:sp>
      <p:sp>
        <p:nvSpPr>
          <p:cNvPr id="36" name="Google Shape;36;p5"/>
          <p:cNvSpPr txBox="1">
            <a:spLocks noGrp="1"/>
          </p:cNvSpPr>
          <p:nvPr>
            <p:ph type="subTitle" idx="2"/>
          </p:nvPr>
        </p:nvSpPr>
        <p:spPr>
          <a:xfrm>
            <a:off x="2114269" y="4843465"/>
            <a:ext cx="3566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867" b="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endParaRPr/>
          </a:p>
        </p:txBody>
      </p:sp>
      <p:sp>
        <p:nvSpPr>
          <p:cNvPr id="37" name="Google Shape;37;p5"/>
          <p:cNvSpPr txBox="1">
            <a:spLocks noGrp="1"/>
          </p:cNvSpPr>
          <p:nvPr>
            <p:ph type="subTitle" idx="3"/>
          </p:nvPr>
        </p:nvSpPr>
        <p:spPr>
          <a:xfrm>
            <a:off x="6651249" y="4267600"/>
            <a:ext cx="3566800" cy="763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dk1"/>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38" name="Google Shape;38;p5"/>
          <p:cNvSpPr txBox="1">
            <a:spLocks noGrp="1"/>
          </p:cNvSpPr>
          <p:nvPr>
            <p:ph type="subTitle" idx="4"/>
          </p:nvPr>
        </p:nvSpPr>
        <p:spPr>
          <a:xfrm>
            <a:off x="1708483" y="4267600"/>
            <a:ext cx="3566800" cy="763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1"/>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Tree>
    <p:extLst>
      <p:ext uri="{BB962C8B-B14F-4D97-AF65-F5344CB8AC3E}">
        <p14:creationId xmlns:p14="http://schemas.microsoft.com/office/powerpoint/2010/main" val="84790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9"/>
        <p:cNvGrpSpPr/>
        <p:nvPr/>
      </p:nvGrpSpPr>
      <p:grpSpPr>
        <a:xfrm>
          <a:off x="0" y="0"/>
          <a:ext cx="0" cy="0"/>
          <a:chOff x="0" y="0"/>
          <a:chExt cx="0" cy="0"/>
        </a:xfrm>
      </p:grpSpPr>
      <p:sp>
        <p:nvSpPr>
          <p:cNvPr id="40" name="Google Shape;40;p6"/>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1" name="Google Shape;41;p6"/>
          <p:cNvGrpSpPr/>
          <p:nvPr/>
        </p:nvGrpSpPr>
        <p:grpSpPr>
          <a:xfrm>
            <a:off x="11186383" y="239908"/>
            <a:ext cx="648524" cy="167587"/>
            <a:chOff x="-890300" y="1406550"/>
            <a:chExt cx="806088" cy="208200"/>
          </a:xfrm>
        </p:grpSpPr>
        <p:sp>
          <p:nvSpPr>
            <p:cNvPr id="42" name="Google Shape;42;p6"/>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 name="Google Shape;43;p6"/>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 name="Google Shape;44;p6"/>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5" name="Google Shape;45;p6"/>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16975653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6"/>
        <p:cNvGrpSpPr/>
        <p:nvPr/>
      </p:nvGrpSpPr>
      <p:grpSpPr>
        <a:xfrm>
          <a:off x="0" y="0"/>
          <a:ext cx="0" cy="0"/>
          <a:chOff x="0" y="0"/>
          <a:chExt cx="0" cy="0"/>
        </a:xfrm>
      </p:grpSpPr>
      <p:sp>
        <p:nvSpPr>
          <p:cNvPr id="47" name="Google Shape;47;p7"/>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8" name="Google Shape;48;p7"/>
          <p:cNvGrpSpPr/>
          <p:nvPr/>
        </p:nvGrpSpPr>
        <p:grpSpPr>
          <a:xfrm>
            <a:off x="11186383" y="239908"/>
            <a:ext cx="648524" cy="167587"/>
            <a:chOff x="-890300" y="1406550"/>
            <a:chExt cx="806088" cy="208200"/>
          </a:xfrm>
        </p:grpSpPr>
        <p:sp>
          <p:nvSpPr>
            <p:cNvPr id="49" name="Google Shape;49;p7"/>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 name="Google Shape;50;p7"/>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 name="Google Shape;51;p7"/>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2" name="Google Shape;52;p7"/>
          <p:cNvSpPr txBox="1">
            <a:spLocks noGrp="1"/>
          </p:cNvSpPr>
          <p:nvPr>
            <p:ph type="title"/>
          </p:nvPr>
        </p:nvSpPr>
        <p:spPr>
          <a:xfrm>
            <a:off x="960000" y="593367"/>
            <a:ext cx="102812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3" name="Google Shape;53;p7"/>
          <p:cNvSpPr txBox="1">
            <a:spLocks noGrp="1"/>
          </p:cNvSpPr>
          <p:nvPr>
            <p:ph type="subTitle" idx="1"/>
          </p:nvPr>
        </p:nvSpPr>
        <p:spPr>
          <a:xfrm>
            <a:off x="4620300" y="2038667"/>
            <a:ext cx="6620800" cy="41000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Tree>
    <p:extLst>
      <p:ext uri="{BB962C8B-B14F-4D97-AF65-F5344CB8AC3E}">
        <p14:creationId xmlns:p14="http://schemas.microsoft.com/office/powerpoint/2010/main" val="3837861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54"/>
        <p:cNvGrpSpPr/>
        <p:nvPr/>
      </p:nvGrpSpPr>
      <p:grpSpPr>
        <a:xfrm>
          <a:off x="0" y="0"/>
          <a:ext cx="0" cy="0"/>
          <a:chOff x="0" y="0"/>
          <a:chExt cx="0" cy="0"/>
        </a:xfrm>
      </p:grpSpPr>
      <p:sp>
        <p:nvSpPr>
          <p:cNvPr id="55" name="Google Shape;55;p8"/>
          <p:cNvSpPr/>
          <p:nvPr/>
        </p:nvSpPr>
        <p:spPr>
          <a:xfrm>
            <a:off x="5018000" y="-2400"/>
            <a:ext cx="7174000" cy="6858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56" name="Google Shape;56;p8"/>
          <p:cNvGrpSpPr/>
          <p:nvPr/>
        </p:nvGrpSpPr>
        <p:grpSpPr>
          <a:xfrm>
            <a:off x="10746533" y="595000"/>
            <a:ext cx="630800" cy="248667"/>
            <a:chOff x="7059675" y="514525"/>
            <a:chExt cx="473100" cy="186500"/>
          </a:xfrm>
        </p:grpSpPr>
        <p:cxnSp>
          <p:nvCxnSpPr>
            <p:cNvPr id="57" name="Google Shape;57;p8"/>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58" name="Google Shape;58;p8"/>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59" name="Google Shape;59;p8"/>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
        <p:nvSpPr>
          <p:cNvPr id="60" name="Google Shape;60;p8"/>
          <p:cNvSpPr txBox="1">
            <a:spLocks noGrp="1"/>
          </p:cNvSpPr>
          <p:nvPr>
            <p:ph type="title"/>
          </p:nvPr>
        </p:nvSpPr>
        <p:spPr>
          <a:xfrm>
            <a:off x="5807000" y="1742800"/>
            <a:ext cx="5434000" cy="33724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96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Tree>
    <p:extLst>
      <p:ext uri="{BB962C8B-B14F-4D97-AF65-F5344CB8AC3E}">
        <p14:creationId xmlns:p14="http://schemas.microsoft.com/office/powerpoint/2010/main" val="1155372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69"/>
        <p:cNvGrpSpPr/>
        <p:nvPr/>
      </p:nvGrpSpPr>
      <p:grpSpPr>
        <a:xfrm>
          <a:off x="0" y="0"/>
          <a:ext cx="0" cy="0"/>
          <a:chOff x="0" y="0"/>
          <a:chExt cx="0" cy="0"/>
        </a:xfrm>
      </p:grpSpPr>
      <p:sp>
        <p:nvSpPr>
          <p:cNvPr id="70" name="Google Shape;70;p10"/>
          <p:cNvSpPr>
            <a:spLocks noGrp="1"/>
          </p:cNvSpPr>
          <p:nvPr>
            <p:ph type="pic" idx="2"/>
          </p:nvPr>
        </p:nvSpPr>
        <p:spPr>
          <a:xfrm>
            <a:off x="-33" y="-18300"/>
            <a:ext cx="12192000" cy="6876400"/>
          </a:xfrm>
          <a:prstGeom prst="rect">
            <a:avLst/>
          </a:prstGeom>
          <a:noFill/>
          <a:ln>
            <a:noFill/>
          </a:ln>
        </p:spPr>
        <p:txBody>
          <a:bodyPr/>
          <a:lstStyle/>
          <a:p>
            <a:endParaRPr lang="en-US"/>
          </a:p>
        </p:txBody>
      </p:sp>
      <p:sp>
        <p:nvSpPr>
          <p:cNvPr id="71" name="Google Shape;71;p10"/>
          <p:cNvSpPr txBox="1">
            <a:spLocks noGrp="1"/>
          </p:cNvSpPr>
          <p:nvPr>
            <p:ph type="title"/>
          </p:nvPr>
        </p:nvSpPr>
        <p:spPr>
          <a:xfrm>
            <a:off x="960000" y="5352600"/>
            <a:ext cx="10272000" cy="763600"/>
          </a:xfrm>
          <a:prstGeom prst="rect">
            <a:avLst/>
          </a:prstGeom>
          <a:solidFill>
            <a:schemeClr val="accent6"/>
          </a:solidFill>
        </p:spPr>
        <p:txBody>
          <a:bodyPr spcFirstLastPara="1" wrap="square" lIns="91425" tIns="91425" rIns="91425" bIns="91425" anchor="t" anchorCtr="0">
            <a:noAutofit/>
          </a:bodyPr>
          <a:lstStyle>
            <a:lvl1pPr lvl="0" algn="ctr" rtl="0">
              <a:spcBef>
                <a:spcPts val="0"/>
              </a:spcBef>
              <a:spcAft>
                <a:spcPts val="0"/>
              </a:spcAft>
              <a:buSzPts val="3500"/>
              <a:buNone/>
              <a:defRPr sz="3733"/>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extLst>
      <p:ext uri="{BB962C8B-B14F-4D97-AF65-F5344CB8AC3E}">
        <p14:creationId xmlns:p14="http://schemas.microsoft.com/office/powerpoint/2010/main" val="3753127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72"/>
        <p:cNvGrpSpPr/>
        <p:nvPr/>
      </p:nvGrpSpPr>
      <p:grpSpPr>
        <a:xfrm>
          <a:off x="0" y="0"/>
          <a:ext cx="0" cy="0"/>
          <a:chOff x="0" y="0"/>
          <a:chExt cx="0" cy="0"/>
        </a:xfrm>
      </p:grpSpPr>
      <p:sp>
        <p:nvSpPr>
          <p:cNvPr id="73" name="Google Shape;73;p11"/>
          <p:cNvSpPr txBox="1">
            <a:spLocks noGrp="1"/>
          </p:cNvSpPr>
          <p:nvPr>
            <p:ph type="title" hasCustomPrompt="1"/>
          </p:nvPr>
        </p:nvSpPr>
        <p:spPr>
          <a:xfrm>
            <a:off x="1360817" y="1780133"/>
            <a:ext cx="9470400" cy="21044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9600">
                <a:solidFill>
                  <a:schemeClr val="accent4"/>
                </a:solidFill>
              </a:defRPr>
            </a:lvl1pPr>
            <a:lvl2pPr lvl="1" algn="ctr">
              <a:spcBef>
                <a:spcPts val="0"/>
              </a:spcBef>
              <a:spcAft>
                <a:spcPts val="0"/>
              </a:spcAft>
              <a:buSzPts val="9600"/>
              <a:buNone/>
              <a:defRPr sz="12800"/>
            </a:lvl2pPr>
            <a:lvl3pPr lvl="2" algn="ctr">
              <a:spcBef>
                <a:spcPts val="0"/>
              </a:spcBef>
              <a:spcAft>
                <a:spcPts val="0"/>
              </a:spcAft>
              <a:buSzPts val="9600"/>
              <a:buNone/>
              <a:defRPr sz="12800"/>
            </a:lvl3pPr>
            <a:lvl4pPr lvl="3" algn="ctr">
              <a:spcBef>
                <a:spcPts val="0"/>
              </a:spcBef>
              <a:spcAft>
                <a:spcPts val="0"/>
              </a:spcAft>
              <a:buSzPts val="9600"/>
              <a:buNone/>
              <a:defRPr sz="12800"/>
            </a:lvl4pPr>
            <a:lvl5pPr lvl="4" algn="ctr">
              <a:spcBef>
                <a:spcPts val="0"/>
              </a:spcBef>
              <a:spcAft>
                <a:spcPts val="0"/>
              </a:spcAft>
              <a:buSzPts val="9600"/>
              <a:buNone/>
              <a:defRPr sz="12800"/>
            </a:lvl5pPr>
            <a:lvl6pPr lvl="5" algn="ctr">
              <a:spcBef>
                <a:spcPts val="0"/>
              </a:spcBef>
              <a:spcAft>
                <a:spcPts val="0"/>
              </a:spcAft>
              <a:buSzPts val="9600"/>
              <a:buNone/>
              <a:defRPr sz="12800"/>
            </a:lvl6pPr>
            <a:lvl7pPr lvl="6" algn="ctr">
              <a:spcBef>
                <a:spcPts val="0"/>
              </a:spcBef>
              <a:spcAft>
                <a:spcPts val="0"/>
              </a:spcAft>
              <a:buSzPts val="9600"/>
              <a:buNone/>
              <a:defRPr sz="12800"/>
            </a:lvl7pPr>
            <a:lvl8pPr lvl="7" algn="ctr">
              <a:spcBef>
                <a:spcPts val="0"/>
              </a:spcBef>
              <a:spcAft>
                <a:spcPts val="0"/>
              </a:spcAft>
              <a:buSzPts val="9600"/>
              <a:buNone/>
              <a:defRPr sz="12800"/>
            </a:lvl8pPr>
            <a:lvl9pPr lvl="8" algn="ctr">
              <a:spcBef>
                <a:spcPts val="0"/>
              </a:spcBef>
              <a:spcAft>
                <a:spcPts val="0"/>
              </a:spcAft>
              <a:buSzPts val="9600"/>
              <a:buNone/>
              <a:defRPr sz="12800"/>
            </a:lvl9pPr>
          </a:lstStyle>
          <a:p>
            <a:r>
              <a:t>xx%</a:t>
            </a:r>
          </a:p>
        </p:txBody>
      </p:sp>
      <p:sp>
        <p:nvSpPr>
          <p:cNvPr id="74" name="Google Shape;74;p11"/>
          <p:cNvSpPr txBox="1">
            <a:spLocks noGrp="1"/>
          </p:cNvSpPr>
          <p:nvPr>
            <p:ph type="subTitle" idx="1"/>
          </p:nvPr>
        </p:nvSpPr>
        <p:spPr>
          <a:xfrm>
            <a:off x="1360784" y="4125967"/>
            <a:ext cx="9470400" cy="620400"/>
          </a:xfrm>
          <a:prstGeom prst="rect">
            <a:avLst/>
          </a:prstGeom>
          <a:solidFill>
            <a:schemeClr val="accent6"/>
          </a:solidFill>
        </p:spPr>
        <p:txBody>
          <a:bodyPr spcFirstLastPara="1" wrap="square" lIns="91425" tIns="91425" rIns="91425" bIns="91425" anchor="t" anchorCtr="0">
            <a:noAutofit/>
          </a:bodyPr>
          <a:lstStyle>
            <a:lvl1pPr lvl="0" algn="ctr" rtl="0">
              <a:spcBef>
                <a:spcPts val="0"/>
              </a:spcBef>
              <a:spcAft>
                <a:spcPts val="0"/>
              </a:spcAft>
              <a:buSzPts val="1600"/>
              <a:buNone/>
              <a:defRPr sz="25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sp>
        <p:nvSpPr>
          <p:cNvPr id="75" name="Google Shape;75;p11"/>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76" name="Google Shape;76;p11"/>
          <p:cNvGrpSpPr/>
          <p:nvPr/>
        </p:nvGrpSpPr>
        <p:grpSpPr>
          <a:xfrm>
            <a:off x="10746533" y="595000"/>
            <a:ext cx="630800" cy="248667"/>
            <a:chOff x="7059675" y="514525"/>
            <a:chExt cx="473100" cy="186500"/>
          </a:xfrm>
        </p:grpSpPr>
        <p:cxnSp>
          <p:nvCxnSpPr>
            <p:cNvPr id="77" name="Google Shape;77;p11"/>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78" name="Google Shape;78;p11"/>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79" name="Google Shape;79;p11"/>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5547420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80"/>
        <p:cNvGrpSpPr/>
        <p:nvPr/>
      </p:nvGrpSpPr>
      <p:grpSpPr>
        <a:xfrm>
          <a:off x="0" y="0"/>
          <a:ext cx="0" cy="0"/>
          <a:chOff x="0" y="0"/>
          <a:chExt cx="0" cy="0"/>
        </a:xfrm>
      </p:grpSpPr>
    </p:spTree>
    <p:extLst>
      <p:ext uri="{BB962C8B-B14F-4D97-AF65-F5344CB8AC3E}">
        <p14:creationId xmlns:p14="http://schemas.microsoft.com/office/powerpoint/2010/main" val="2249243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81"/>
        <p:cNvGrpSpPr/>
        <p:nvPr/>
      </p:nvGrpSpPr>
      <p:grpSpPr>
        <a:xfrm>
          <a:off x="0" y="0"/>
          <a:ext cx="0" cy="0"/>
          <a:chOff x="0" y="0"/>
          <a:chExt cx="0" cy="0"/>
        </a:xfrm>
      </p:grpSpPr>
      <p:sp>
        <p:nvSpPr>
          <p:cNvPr id="82" name="Google Shape;82;p13"/>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83" name="Google Shape;83;p13"/>
          <p:cNvGrpSpPr/>
          <p:nvPr/>
        </p:nvGrpSpPr>
        <p:grpSpPr>
          <a:xfrm>
            <a:off x="11186383" y="239908"/>
            <a:ext cx="648524" cy="167587"/>
            <a:chOff x="-890300" y="1406550"/>
            <a:chExt cx="806088" cy="208200"/>
          </a:xfrm>
        </p:grpSpPr>
        <p:sp>
          <p:nvSpPr>
            <p:cNvPr id="84" name="Google Shape;84;p13"/>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 name="Google Shape;85;p13"/>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 name="Google Shape;86;p13"/>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87" name="Google Shape;87;p13"/>
          <p:cNvSpPr txBox="1">
            <a:spLocks noGrp="1"/>
          </p:cNvSpPr>
          <p:nvPr>
            <p:ph type="title"/>
          </p:nvPr>
        </p:nvSpPr>
        <p:spPr>
          <a:xfrm>
            <a:off x="950967" y="593367"/>
            <a:ext cx="10280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8" name="Google Shape;88;p13"/>
          <p:cNvSpPr txBox="1">
            <a:spLocks noGrp="1"/>
          </p:cNvSpPr>
          <p:nvPr>
            <p:ph type="subTitle" idx="1"/>
          </p:nvPr>
        </p:nvSpPr>
        <p:spPr>
          <a:xfrm>
            <a:off x="3296000" y="2443933"/>
            <a:ext cx="5612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9" name="Google Shape;89;p13"/>
          <p:cNvSpPr txBox="1">
            <a:spLocks noGrp="1"/>
          </p:cNvSpPr>
          <p:nvPr>
            <p:ph type="subTitle" idx="2"/>
          </p:nvPr>
        </p:nvSpPr>
        <p:spPr>
          <a:xfrm>
            <a:off x="4234001" y="3777903"/>
            <a:ext cx="5612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0" name="Google Shape;90;p13"/>
          <p:cNvSpPr txBox="1">
            <a:spLocks noGrp="1"/>
          </p:cNvSpPr>
          <p:nvPr>
            <p:ph type="subTitle" idx="3"/>
          </p:nvPr>
        </p:nvSpPr>
        <p:spPr>
          <a:xfrm>
            <a:off x="4672036" y="5112331"/>
            <a:ext cx="5612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1" name="Google Shape;91;p13"/>
          <p:cNvSpPr txBox="1">
            <a:spLocks noGrp="1"/>
          </p:cNvSpPr>
          <p:nvPr>
            <p:ph type="title" idx="4" hasCustomPrompt="1"/>
          </p:nvPr>
        </p:nvSpPr>
        <p:spPr>
          <a:xfrm>
            <a:off x="2493200" y="1960700"/>
            <a:ext cx="802800" cy="5220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200">
                <a:solidFill>
                  <a:schemeClr val="dk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92" name="Google Shape;92;p13"/>
          <p:cNvSpPr txBox="1">
            <a:spLocks noGrp="1"/>
          </p:cNvSpPr>
          <p:nvPr>
            <p:ph type="title" idx="5" hasCustomPrompt="1"/>
          </p:nvPr>
        </p:nvSpPr>
        <p:spPr>
          <a:xfrm>
            <a:off x="3431200" y="3309900"/>
            <a:ext cx="802800" cy="5220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200">
                <a:solidFill>
                  <a:schemeClr val="dk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93" name="Google Shape;93;p13"/>
          <p:cNvSpPr txBox="1">
            <a:spLocks noGrp="1"/>
          </p:cNvSpPr>
          <p:nvPr>
            <p:ph type="title" idx="6" hasCustomPrompt="1"/>
          </p:nvPr>
        </p:nvSpPr>
        <p:spPr>
          <a:xfrm>
            <a:off x="3855033" y="4659100"/>
            <a:ext cx="802800" cy="4380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200">
                <a:solidFill>
                  <a:schemeClr val="dk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94" name="Google Shape;94;p13"/>
          <p:cNvSpPr txBox="1">
            <a:spLocks noGrp="1"/>
          </p:cNvSpPr>
          <p:nvPr>
            <p:ph type="subTitle" idx="7"/>
          </p:nvPr>
        </p:nvSpPr>
        <p:spPr>
          <a:xfrm>
            <a:off x="3296000" y="1960700"/>
            <a:ext cx="5612800" cy="64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1"/>
                </a:solidFill>
              </a:defRPr>
            </a:lvl1pPr>
            <a:lvl2pPr lvl="1"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95" name="Google Shape;95;p13"/>
          <p:cNvSpPr txBox="1">
            <a:spLocks noGrp="1"/>
          </p:cNvSpPr>
          <p:nvPr>
            <p:ph type="subTitle" idx="8"/>
          </p:nvPr>
        </p:nvSpPr>
        <p:spPr>
          <a:xfrm>
            <a:off x="4234000" y="3309900"/>
            <a:ext cx="5612800" cy="64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2"/>
                </a:solidFill>
              </a:defRPr>
            </a:lvl1pPr>
            <a:lvl2pPr lvl="1"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96" name="Google Shape;96;p13"/>
          <p:cNvSpPr txBox="1">
            <a:spLocks noGrp="1"/>
          </p:cNvSpPr>
          <p:nvPr>
            <p:ph type="subTitle" idx="9"/>
          </p:nvPr>
        </p:nvSpPr>
        <p:spPr>
          <a:xfrm>
            <a:off x="4672033" y="4659100"/>
            <a:ext cx="5612800" cy="64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3"/>
                </a:solidFill>
              </a:defRPr>
            </a:lvl1pPr>
            <a:lvl2pPr lvl="1"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Tree>
    <p:extLst>
      <p:ext uri="{BB962C8B-B14F-4D97-AF65-F5344CB8AC3E}">
        <p14:creationId xmlns:p14="http://schemas.microsoft.com/office/powerpoint/2010/main" val="6953890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97"/>
        <p:cNvGrpSpPr/>
        <p:nvPr/>
      </p:nvGrpSpPr>
      <p:grpSpPr>
        <a:xfrm>
          <a:off x="0" y="0"/>
          <a:ext cx="0" cy="0"/>
          <a:chOff x="0" y="0"/>
          <a:chExt cx="0" cy="0"/>
        </a:xfrm>
      </p:grpSpPr>
      <p:sp>
        <p:nvSpPr>
          <p:cNvPr id="98" name="Google Shape;98;p14"/>
          <p:cNvSpPr txBox="1">
            <a:spLocks noGrp="1"/>
          </p:cNvSpPr>
          <p:nvPr>
            <p:ph type="title"/>
          </p:nvPr>
        </p:nvSpPr>
        <p:spPr>
          <a:xfrm>
            <a:off x="3583367" y="4619000"/>
            <a:ext cx="7658000" cy="882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a:solidFill>
                  <a:schemeClr val="dk2"/>
                </a:solidFill>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endParaRPr/>
          </a:p>
        </p:txBody>
      </p:sp>
      <p:sp>
        <p:nvSpPr>
          <p:cNvPr id="99" name="Google Shape;99;p14"/>
          <p:cNvSpPr txBox="1">
            <a:spLocks noGrp="1"/>
          </p:cNvSpPr>
          <p:nvPr>
            <p:ph type="subTitle" idx="1"/>
          </p:nvPr>
        </p:nvSpPr>
        <p:spPr>
          <a:xfrm>
            <a:off x="3583219" y="2134600"/>
            <a:ext cx="7658000" cy="24844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sz="3200"/>
            </a:lvl1pPr>
            <a:lvl2pPr lvl="1" algn="ctr" rtl="0">
              <a:lnSpc>
                <a:spcPct val="100000"/>
              </a:lnSpc>
              <a:spcBef>
                <a:spcPts val="0"/>
              </a:spcBef>
              <a:spcAft>
                <a:spcPts val="0"/>
              </a:spcAft>
              <a:buSzPts val="3000"/>
              <a:buNone/>
              <a:defRPr sz="4000"/>
            </a:lvl2pPr>
            <a:lvl3pPr lvl="2" algn="ctr" rtl="0">
              <a:lnSpc>
                <a:spcPct val="100000"/>
              </a:lnSpc>
              <a:spcBef>
                <a:spcPts val="0"/>
              </a:spcBef>
              <a:spcAft>
                <a:spcPts val="0"/>
              </a:spcAft>
              <a:buSzPts val="3000"/>
              <a:buNone/>
              <a:defRPr sz="4000"/>
            </a:lvl3pPr>
            <a:lvl4pPr lvl="3" algn="ctr" rtl="0">
              <a:lnSpc>
                <a:spcPct val="100000"/>
              </a:lnSpc>
              <a:spcBef>
                <a:spcPts val="0"/>
              </a:spcBef>
              <a:spcAft>
                <a:spcPts val="0"/>
              </a:spcAft>
              <a:buSzPts val="3000"/>
              <a:buNone/>
              <a:defRPr sz="4000"/>
            </a:lvl4pPr>
            <a:lvl5pPr lvl="4" algn="ctr" rtl="0">
              <a:lnSpc>
                <a:spcPct val="100000"/>
              </a:lnSpc>
              <a:spcBef>
                <a:spcPts val="0"/>
              </a:spcBef>
              <a:spcAft>
                <a:spcPts val="0"/>
              </a:spcAft>
              <a:buSzPts val="3000"/>
              <a:buNone/>
              <a:defRPr sz="4000"/>
            </a:lvl5pPr>
            <a:lvl6pPr lvl="5" algn="ctr" rtl="0">
              <a:lnSpc>
                <a:spcPct val="100000"/>
              </a:lnSpc>
              <a:spcBef>
                <a:spcPts val="0"/>
              </a:spcBef>
              <a:spcAft>
                <a:spcPts val="0"/>
              </a:spcAft>
              <a:buSzPts val="3000"/>
              <a:buNone/>
              <a:defRPr sz="4000"/>
            </a:lvl6pPr>
            <a:lvl7pPr lvl="6" algn="ctr" rtl="0">
              <a:lnSpc>
                <a:spcPct val="100000"/>
              </a:lnSpc>
              <a:spcBef>
                <a:spcPts val="0"/>
              </a:spcBef>
              <a:spcAft>
                <a:spcPts val="0"/>
              </a:spcAft>
              <a:buSzPts val="3000"/>
              <a:buNone/>
              <a:defRPr sz="4000"/>
            </a:lvl7pPr>
            <a:lvl8pPr lvl="7" algn="ctr" rtl="0">
              <a:lnSpc>
                <a:spcPct val="100000"/>
              </a:lnSpc>
              <a:spcBef>
                <a:spcPts val="0"/>
              </a:spcBef>
              <a:spcAft>
                <a:spcPts val="0"/>
              </a:spcAft>
              <a:buSzPts val="3000"/>
              <a:buNone/>
              <a:defRPr sz="4000"/>
            </a:lvl8pPr>
            <a:lvl9pPr lvl="8" algn="ctr" rtl="0">
              <a:lnSpc>
                <a:spcPct val="100000"/>
              </a:lnSpc>
              <a:spcBef>
                <a:spcPts val="0"/>
              </a:spcBef>
              <a:spcAft>
                <a:spcPts val="0"/>
              </a:spcAft>
              <a:buSzPts val="3000"/>
              <a:buNone/>
              <a:defRPr sz="4000"/>
            </a:lvl9pPr>
          </a:lstStyle>
          <a:p>
            <a:endParaRPr/>
          </a:p>
        </p:txBody>
      </p:sp>
      <p:sp>
        <p:nvSpPr>
          <p:cNvPr id="100" name="Google Shape;100;p14"/>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01" name="Google Shape;101;p14"/>
          <p:cNvGrpSpPr/>
          <p:nvPr/>
        </p:nvGrpSpPr>
        <p:grpSpPr>
          <a:xfrm>
            <a:off x="10746533" y="595000"/>
            <a:ext cx="630800" cy="248667"/>
            <a:chOff x="7059675" y="514525"/>
            <a:chExt cx="473100" cy="186500"/>
          </a:xfrm>
        </p:grpSpPr>
        <p:cxnSp>
          <p:nvCxnSpPr>
            <p:cNvPr id="102" name="Google Shape;102;p14"/>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03" name="Google Shape;103;p14"/>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04" name="Google Shape;104;p14"/>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2635947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05"/>
        <p:cNvGrpSpPr/>
        <p:nvPr/>
      </p:nvGrpSpPr>
      <p:grpSpPr>
        <a:xfrm>
          <a:off x="0" y="0"/>
          <a:ext cx="0" cy="0"/>
          <a:chOff x="0" y="0"/>
          <a:chExt cx="0" cy="0"/>
        </a:xfrm>
      </p:grpSpPr>
      <p:sp>
        <p:nvSpPr>
          <p:cNvPr id="106" name="Google Shape;106;p15"/>
          <p:cNvSpPr/>
          <p:nvPr/>
        </p:nvSpPr>
        <p:spPr>
          <a:xfrm>
            <a:off x="5657333" y="-2400"/>
            <a:ext cx="6534800" cy="6858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07" name="Google Shape;107;p15"/>
          <p:cNvGrpSpPr/>
          <p:nvPr/>
        </p:nvGrpSpPr>
        <p:grpSpPr>
          <a:xfrm>
            <a:off x="10746533" y="595000"/>
            <a:ext cx="630800" cy="248667"/>
            <a:chOff x="7059675" y="514525"/>
            <a:chExt cx="473100" cy="186500"/>
          </a:xfrm>
        </p:grpSpPr>
        <p:cxnSp>
          <p:nvCxnSpPr>
            <p:cNvPr id="108" name="Google Shape;108;p15"/>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09" name="Google Shape;109;p15"/>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10" name="Google Shape;110;p15"/>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
        <p:nvSpPr>
          <p:cNvPr id="111" name="Google Shape;111;p15"/>
          <p:cNvSpPr txBox="1">
            <a:spLocks noGrp="1"/>
          </p:cNvSpPr>
          <p:nvPr>
            <p:ph type="title"/>
          </p:nvPr>
        </p:nvSpPr>
        <p:spPr>
          <a:xfrm>
            <a:off x="950967" y="714200"/>
            <a:ext cx="4221200" cy="31712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2" name="Google Shape;112;p15"/>
          <p:cNvSpPr txBox="1">
            <a:spLocks noGrp="1"/>
          </p:cNvSpPr>
          <p:nvPr>
            <p:ph type="subTitle" idx="1"/>
          </p:nvPr>
        </p:nvSpPr>
        <p:spPr>
          <a:xfrm>
            <a:off x="950967" y="3885400"/>
            <a:ext cx="4221200" cy="225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3" name="Google Shape;113;p15"/>
          <p:cNvSpPr>
            <a:spLocks noGrp="1"/>
          </p:cNvSpPr>
          <p:nvPr>
            <p:ph type="pic" idx="2"/>
          </p:nvPr>
        </p:nvSpPr>
        <p:spPr>
          <a:xfrm>
            <a:off x="6377667" y="709417"/>
            <a:ext cx="3880000" cy="5434400"/>
          </a:xfrm>
          <a:prstGeom prst="rect">
            <a:avLst/>
          </a:prstGeom>
          <a:noFill/>
          <a:ln>
            <a:noFill/>
          </a:ln>
        </p:spPr>
        <p:txBody>
          <a:bodyPr/>
          <a:lstStyle/>
          <a:p>
            <a:endParaRPr lang="en-US"/>
          </a:p>
        </p:txBody>
      </p:sp>
    </p:spTree>
    <p:extLst>
      <p:ext uri="{BB962C8B-B14F-4D97-AF65-F5344CB8AC3E}">
        <p14:creationId xmlns:p14="http://schemas.microsoft.com/office/powerpoint/2010/main" val="19414837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114"/>
        <p:cNvGrpSpPr/>
        <p:nvPr/>
      </p:nvGrpSpPr>
      <p:grpSpPr>
        <a:xfrm>
          <a:off x="0" y="0"/>
          <a:ext cx="0" cy="0"/>
          <a:chOff x="0" y="0"/>
          <a:chExt cx="0" cy="0"/>
        </a:xfrm>
      </p:grpSpPr>
      <p:sp>
        <p:nvSpPr>
          <p:cNvPr id="115" name="Google Shape;115;p16"/>
          <p:cNvSpPr/>
          <p:nvPr/>
        </p:nvSpPr>
        <p:spPr>
          <a:xfrm>
            <a:off x="5657333" y="-2400"/>
            <a:ext cx="6534800" cy="6858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6" name="Google Shape;116;p16"/>
          <p:cNvSpPr txBox="1">
            <a:spLocks noGrp="1"/>
          </p:cNvSpPr>
          <p:nvPr>
            <p:ph type="title"/>
          </p:nvPr>
        </p:nvSpPr>
        <p:spPr>
          <a:xfrm>
            <a:off x="950967" y="1870467"/>
            <a:ext cx="4332000" cy="14176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7" name="Google Shape;117;p16"/>
          <p:cNvSpPr txBox="1">
            <a:spLocks noGrp="1"/>
          </p:cNvSpPr>
          <p:nvPr>
            <p:ph type="subTitle" idx="1"/>
          </p:nvPr>
        </p:nvSpPr>
        <p:spPr>
          <a:xfrm>
            <a:off x="950967" y="3288067"/>
            <a:ext cx="4332000" cy="1866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6679083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118"/>
        <p:cNvGrpSpPr/>
        <p:nvPr/>
      </p:nvGrpSpPr>
      <p:grpSpPr>
        <a:xfrm>
          <a:off x="0" y="0"/>
          <a:ext cx="0" cy="0"/>
          <a:chOff x="0" y="0"/>
          <a:chExt cx="0" cy="0"/>
        </a:xfrm>
      </p:grpSpPr>
      <p:sp>
        <p:nvSpPr>
          <p:cNvPr id="119" name="Google Shape;119;p17"/>
          <p:cNvSpPr/>
          <p:nvPr/>
        </p:nvSpPr>
        <p:spPr>
          <a:xfrm>
            <a:off x="0" y="0"/>
            <a:ext cx="6534800" cy="6858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0" name="Google Shape;120;p17"/>
          <p:cNvSpPr txBox="1">
            <a:spLocks noGrp="1"/>
          </p:cNvSpPr>
          <p:nvPr>
            <p:ph type="title"/>
          </p:nvPr>
        </p:nvSpPr>
        <p:spPr>
          <a:xfrm>
            <a:off x="6449600" y="2001600"/>
            <a:ext cx="4791200" cy="14144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1" name="Google Shape;121;p17"/>
          <p:cNvSpPr txBox="1">
            <a:spLocks noGrp="1"/>
          </p:cNvSpPr>
          <p:nvPr>
            <p:ph type="subTitle" idx="1"/>
          </p:nvPr>
        </p:nvSpPr>
        <p:spPr>
          <a:xfrm>
            <a:off x="6449828" y="3416000"/>
            <a:ext cx="4791200" cy="1440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7716109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122"/>
        <p:cNvGrpSpPr/>
        <p:nvPr/>
      </p:nvGrpSpPr>
      <p:grpSpPr>
        <a:xfrm>
          <a:off x="0" y="0"/>
          <a:ext cx="0" cy="0"/>
          <a:chOff x="0" y="0"/>
          <a:chExt cx="0" cy="0"/>
        </a:xfrm>
      </p:grpSpPr>
      <p:sp>
        <p:nvSpPr>
          <p:cNvPr id="123" name="Google Shape;123;p18"/>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24" name="Google Shape;124;p18"/>
          <p:cNvGrpSpPr/>
          <p:nvPr/>
        </p:nvGrpSpPr>
        <p:grpSpPr>
          <a:xfrm>
            <a:off x="11186383" y="239908"/>
            <a:ext cx="648524" cy="167587"/>
            <a:chOff x="-890300" y="1406550"/>
            <a:chExt cx="806088" cy="208200"/>
          </a:xfrm>
        </p:grpSpPr>
        <p:sp>
          <p:nvSpPr>
            <p:cNvPr id="125" name="Google Shape;125;p18"/>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 name="Google Shape;126;p18"/>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 name="Google Shape;127;p18"/>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28" name="Google Shape;128;p18"/>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9" name="Google Shape;129;p18"/>
          <p:cNvSpPr txBox="1">
            <a:spLocks noGrp="1"/>
          </p:cNvSpPr>
          <p:nvPr>
            <p:ph type="subTitle" idx="1"/>
          </p:nvPr>
        </p:nvSpPr>
        <p:spPr>
          <a:xfrm>
            <a:off x="6985135" y="2994735"/>
            <a:ext cx="3719200" cy="1974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0" name="Google Shape;130;p18"/>
          <p:cNvSpPr txBox="1">
            <a:spLocks noGrp="1"/>
          </p:cNvSpPr>
          <p:nvPr>
            <p:ph type="subTitle" idx="2"/>
          </p:nvPr>
        </p:nvSpPr>
        <p:spPr>
          <a:xfrm>
            <a:off x="2276900" y="2994735"/>
            <a:ext cx="3719200" cy="1974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1" name="Google Shape;131;p18"/>
          <p:cNvSpPr txBox="1">
            <a:spLocks noGrp="1"/>
          </p:cNvSpPr>
          <p:nvPr>
            <p:ph type="subTitle" idx="3"/>
          </p:nvPr>
        </p:nvSpPr>
        <p:spPr>
          <a:xfrm>
            <a:off x="1882268" y="2249533"/>
            <a:ext cx="3719200" cy="745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dk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132" name="Google Shape;132;p18"/>
          <p:cNvSpPr txBox="1">
            <a:spLocks noGrp="1"/>
          </p:cNvSpPr>
          <p:nvPr>
            <p:ph type="subTitle" idx="4"/>
          </p:nvPr>
        </p:nvSpPr>
        <p:spPr>
          <a:xfrm>
            <a:off x="6590509" y="2249533"/>
            <a:ext cx="3719200" cy="745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Tree>
    <p:extLst>
      <p:ext uri="{BB962C8B-B14F-4D97-AF65-F5344CB8AC3E}">
        <p14:creationId xmlns:p14="http://schemas.microsoft.com/office/powerpoint/2010/main" val="30724011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2">
  <p:cSld name="Title and two columns 2">
    <p:spTree>
      <p:nvGrpSpPr>
        <p:cNvPr id="1" name="Shape 133"/>
        <p:cNvGrpSpPr/>
        <p:nvPr/>
      </p:nvGrpSpPr>
      <p:grpSpPr>
        <a:xfrm>
          <a:off x="0" y="0"/>
          <a:ext cx="0" cy="0"/>
          <a:chOff x="0" y="0"/>
          <a:chExt cx="0" cy="0"/>
        </a:xfrm>
      </p:grpSpPr>
      <p:sp>
        <p:nvSpPr>
          <p:cNvPr id="134" name="Google Shape;134;p19"/>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35" name="Google Shape;135;p19"/>
          <p:cNvGrpSpPr/>
          <p:nvPr/>
        </p:nvGrpSpPr>
        <p:grpSpPr>
          <a:xfrm>
            <a:off x="11186383" y="239908"/>
            <a:ext cx="648524" cy="167587"/>
            <a:chOff x="-890300" y="1406550"/>
            <a:chExt cx="806088" cy="208200"/>
          </a:xfrm>
        </p:grpSpPr>
        <p:sp>
          <p:nvSpPr>
            <p:cNvPr id="136" name="Google Shape;136;p19"/>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 name="Google Shape;137;p19"/>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 name="Google Shape;138;p19"/>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9" name="Google Shape;139;p1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0" name="Google Shape;140;p19"/>
          <p:cNvSpPr txBox="1">
            <a:spLocks noGrp="1"/>
          </p:cNvSpPr>
          <p:nvPr>
            <p:ph type="subTitle" idx="1"/>
          </p:nvPr>
        </p:nvSpPr>
        <p:spPr>
          <a:xfrm>
            <a:off x="6429197" y="1924167"/>
            <a:ext cx="4802800" cy="3244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1" name="Google Shape;141;p19"/>
          <p:cNvSpPr txBox="1">
            <a:spLocks noGrp="1"/>
          </p:cNvSpPr>
          <p:nvPr>
            <p:ph type="subTitle" idx="2"/>
          </p:nvPr>
        </p:nvSpPr>
        <p:spPr>
          <a:xfrm>
            <a:off x="858667" y="1924167"/>
            <a:ext cx="4802800" cy="3244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4321481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42"/>
        <p:cNvGrpSpPr/>
        <p:nvPr/>
      </p:nvGrpSpPr>
      <p:grpSpPr>
        <a:xfrm>
          <a:off x="0" y="0"/>
          <a:ext cx="0" cy="0"/>
          <a:chOff x="0" y="0"/>
          <a:chExt cx="0" cy="0"/>
        </a:xfrm>
      </p:grpSpPr>
      <p:sp>
        <p:nvSpPr>
          <p:cNvPr id="143" name="Google Shape;143;p20"/>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44" name="Google Shape;144;p20"/>
          <p:cNvGrpSpPr/>
          <p:nvPr/>
        </p:nvGrpSpPr>
        <p:grpSpPr>
          <a:xfrm>
            <a:off x="11186383" y="239908"/>
            <a:ext cx="648524" cy="167587"/>
            <a:chOff x="-890300" y="1406550"/>
            <a:chExt cx="806088" cy="208200"/>
          </a:xfrm>
        </p:grpSpPr>
        <p:sp>
          <p:nvSpPr>
            <p:cNvPr id="145" name="Google Shape;145;p20"/>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 name="Google Shape;146;p20"/>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 name="Google Shape;147;p20"/>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48" name="Google Shape;148;p20"/>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9" name="Google Shape;149;p20"/>
          <p:cNvSpPr txBox="1">
            <a:spLocks noGrp="1"/>
          </p:cNvSpPr>
          <p:nvPr>
            <p:ph type="subTitle" idx="1"/>
          </p:nvPr>
        </p:nvSpPr>
        <p:spPr>
          <a:xfrm>
            <a:off x="1330267" y="2795167"/>
            <a:ext cx="3164000" cy="1815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0" name="Google Shape;150;p20"/>
          <p:cNvSpPr txBox="1">
            <a:spLocks noGrp="1"/>
          </p:cNvSpPr>
          <p:nvPr>
            <p:ph type="subTitle" idx="2"/>
          </p:nvPr>
        </p:nvSpPr>
        <p:spPr>
          <a:xfrm>
            <a:off x="4697316" y="3675167"/>
            <a:ext cx="3164000" cy="1815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1" name="Google Shape;151;p20"/>
          <p:cNvSpPr txBox="1">
            <a:spLocks noGrp="1"/>
          </p:cNvSpPr>
          <p:nvPr>
            <p:ph type="subTitle" idx="3"/>
          </p:nvPr>
        </p:nvSpPr>
        <p:spPr>
          <a:xfrm>
            <a:off x="8068311" y="4323467"/>
            <a:ext cx="3164000" cy="1815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2" name="Google Shape;152;p20"/>
          <p:cNvSpPr txBox="1">
            <a:spLocks noGrp="1"/>
          </p:cNvSpPr>
          <p:nvPr>
            <p:ph type="subTitle" idx="4"/>
          </p:nvPr>
        </p:nvSpPr>
        <p:spPr>
          <a:xfrm>
            <a:off x="960000" y="1915167"/>
            <a:ext cx="3222400" cy="880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dk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153" name="Google Shape;153;p20"/>
          <p:cNvSpPr txBox="1">
            <a:spLocks noGrp="1"/>
          </p:cNvSpPr>
          <p:nvPr>
            <p:ph type="subTitle" idx="5"/>
          </p:nvPr>
        </p:nvSpPr>
        <p:spPr>
          <a:xfrm>
            <a:off x="4389396" y="2795167"/>
            <a:ext cx="3222400" cy="880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3"/>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154" name="Google Shape;154;p20"/>
          <p:cNvSpPr txBox="1">
            <a:spLocks noGrp="1"/>
          </p:cNvSpPr>
          <p:nvPr>
            <p:ph type="subTitle" idx="6"/>
          </p:nvPr>
        </p:nvSpPr>
        <p:spPr>
          <a:xfrm>
            <a:off x="7822725" y="3443467"/>
            <a:ext cx="3222400" cy="880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5"/>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Tree>
    <p:extLst>
      <p:ext uri="{BB962C8B-B14F-4D97-AF65-F5344CB8AC3E}">
        <p14:creationId xmlns:p14="http://schemas.microsoft.com/office/powerpoint/2010/main" val="28164029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55"/>
        <p:cNvGrpSpPr/>
        <p:nvPr/>
      </p:nvGrpSpPr>
      <p:grpSpPr>
        <a:xfrm>
          <a:off x="0" y="0"/>
          <a:ext cx="0" cy="0"/>
          <a:chOff x="0" y="0"/>
          <a:chExt cx="0" cy="0"/>
        </a:xfrm>
      </p:grpSpPr>
      <p:sp>
        <p:nvSpPr>
          <p:cNvPr id="156" name="Google Shape;156;p21"/>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57" name="Google Shape;157;p21"/>
          <p:cNvGrpSpPr/>
          <p:nvPr/>
        </p:nvGrpSpPr>
        <p:grpSpPr>
          <a:xfrm>
            <a:off x="11186383" y="239908"/>
            <a:ext cx="648524" cy="167587"/>
            <a:chOff x="-890300" y="1406550"/>
            <a:chExt cx="806088" cy="208200"/>
          </a:xfrm>
        </p:grpSpPr>
        <p:sp>
          <p:nvSpPr>
            <p:cNvPr id="158" name="Google Shape;158;p21"/>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 name="Google Shape;159;p21"/>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 name="Google Shape;160;p21"/>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61" name="Google Shape;161;p21"/>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62" name="Google Shape;162;p21"/>
          <p:cNvSpPr txBox="1">
            <a:spLocks noGrp="1"/>
          </p:cNvSpPr>
          <p:nvPr>
            <p:ph type="subTitle" idx="1"/>
          </p:nvPr>
        </p:nvSpPr>
        <p:spPr>
          <a:xfrm>
            <a:off x="4667467" y="2565033"/>
            <a:ext cx="2637600" cy="110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3" name="Google Shape;163;p21"/>
          <p:cNvSpPr txBox="1">
            <a:spLocks noGrp="1"/>
          </p:cNvSpPr>
          <p:nvPr>
            <p:ph type="subTitle" idx="2"/>
          </p:nvPr>
        </p:nvSpPr>
        <p:spPr>
          <a:xfrm>
            <a:off x="8594388" y="2565033"/>
            <a:ext cx="2637600" cy="110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4" name="Google Shape;164;p21"/>
          <p:cNvSpPr txBox="1">
            <a:spLocks noGrp="1"/>
          </p:cNvSpPr>
          <p:nvPr>
            <p:ph type="subTitle" idx="3"/>
          </p:nvPr>
        </p:nvSpPr>
        <p:spPr>
          <a:xfrm>
            <a:off x="4667467" y="4755667"/>
            <a:ext cx="2637600" cy="110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5" name="Google Shape;165;p21"/>
          <p:cNvSpPr txBox="1">
            <a:spLocks noGrp="1"/>
          </p:cNvSpPr>
          <p:nvPr>
            <p:ph type="subTitle" idx="4"/>
          </p:nvPr>
        </p:nvSpPr>
        <p:spPr>
          <a:xfrm>
            <a:off x="8594388" y="4755667"/>
            <a:ext cx="2637600" cy="110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6" name="Google Shape;166;p21"/>
          <p:cNvSpPr txBox="1">
            <a:spLocks noGrp="1"/>
          </p:cNvSpPr>
          <p:nvPr>
            <p:ph type="subTitle" idx="5"/>
          </p:nvPr>
        </p:nvSpPr>
        <p:spPr>
          <a:xfrm>
            <a:off x="4259248" y="1891033"/>
            <a:ext cx="2637600" cy="674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lt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167" name="Google Shape;167;p21"/>
          <p:cNvSpPr txBox="1">
            <a:spLocks noGrp="1"/>
          </p:cNvSpPr>
          <p:nvPr>
            <p:ph type="subTitle" idx="6"/>
          </p:nvPr>
        </p:nvSpPr>
        <p:spPr>
          <a:xfrm>
            <a:off x="4259248" y="4081667"/>
            <a:ext cx="2637600" cy="674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168" name="Google Shape;168;p21"/>
          <p:cNvSpPr txBox="1">
            <a:spLocks noGrp="1"/>
          </p:cNvSpPr>
          <p:nvPr>
            <p:ph type="subTitle" idx="7"/>
          </p:nvPr>
        </p:nvSpPr>
        <p:spPr>
          <a:xfrm>
            <a:off x="8186148" y="1891033"/>
            <a:ext cx="2637600" cy="674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4"/>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169" name="Google Shape;169;p21"/>
          <p:cNvSpPr txBox="1">
            <a:spLocks noGrp="1"/>
          </p:cNvSpPr>
          <p:nvPr>
            <p:ph type="subTitle" idx="8"/>
          </p:nvPr>
        </p:nvSpPr>
        <p:spPr>
          <a:xfrm>
            <a:off x="8186148" y="4081667"/>
            <a:ext cx="2637600" cy="674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5"/>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Tree>
    <p:extLst>
      <p:ext uri="{BB962C8B-B14F-4D97-AF65-F5344CB8AC3E}">
        <p14:creationId xmlns:p14="http://schemas.microsoft.com/office/powerpoint/2010/main" val="5972268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170"/>
        <p:cNvGrpSpPr/>
        <p:nvPr/>
      </p:nvGrpSpPr>
      <p:grpSpPr>
        <a:xfrm>
          <a:off x="0" y="0"/>
          <a:ext cx="0" cy="0"/>
          <a:chOff x="0" y="0"/>
          <a:chExt cx="0" cy="0"/>
        </a:xfrm>
      </p:grpSpPr>
      <p:sp>
        <p:nvSpPr>
          <p:cNvPr id="171" name="Google Shape;171;p22"/>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72" name="Google Shape;172;p22"/>
          <p:cNvSpPr txBox="1">
            <a:spLocks noGrp="1"/>
          </p:cNvSpPr>
          <p:nvPr>
            <p:ph type="subTitle" idx="1"/>
          </p:nvPr>
        </p:nvSpPr>
        <p:spPr>
          <a:xfrm>
            <a:off x="1859867" y="2471333"/>
            <a:ext cx="2648000" cy="117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3" name="Google Shape;173;p22"/>
          <p:cNvSpPr txBox="1">
            <a:spLocks noGrp="1"/>
          </p:cNvSpPr>
          <p:nvPr>
            <p:ph type="subTitle" idx="2"/>
          </p:nvPr>
        </p:nvSpPr>
        <p:spPr>
          <a:xfrm>
            <a:off x="5153000" y="2471333"/>
            <a:ext cx="2648000" cy="117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4" name="Google Shape;174;p22"/>
          <p:cNvSpPr txBox="1">
            <a:spLocks noGrp="1"/>
          </p:cNvSpPr>
          <p:nvPr>
            <p:ph type="subTitle" idx="3"/>
          </p:nvPr>
        </p:nvSpPr>
        <p:spPr>
          <a:xfrm>
            <a:off x="1859867" y="4378267"/>
            <a:ext cx="2648000" cy="117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5" name="Google Shape;175;p22"/>
          <p:cNvSpPr txBox="1">
            <a:spLocks noGrp="1"/>
          </p:cNvSpPr>
          <p:nvPr>
            <p:ph type="subTitle" idx="4"/>
          </p:nvPr>
        </p:nvSpPr>
        <p:spPr>
          <a:xfrm>
            <a:off x="5153000" y="4378267"/>
            <a:ext cx="2648000" cy="117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6" name="Google Shape;176;p22"/>
          <p:cNvSpPr txBox="1">
            <a:spLocks noGrp="1"/>
          </p:cNvSpPr>
          <p:nvPr>
            <p:ph type="subTitle" idx="5"/>
          </p:nvPr>
        </p:nvSpPr>
        <p:spPr>
          <a:xfrm>
            <a:off x="8446132" y="2471333"/>
            <a:ext cx="2648000" cy="117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7" name="Google Shape;177;p22"/>
          <p:cNvSpPr txBox="1">
            <a:spLocks noGrp="1"/>
          </p:cNvSpPr>
          <p:nvPr>
            <p:ph type="subTitle" idx="6"/>
          </p:nvPr>
        </p:nvSpPr>
        <p:spPr>
          <a:xfrm>
            <a:off x="8446132" y="4378267"/>
            <a:ext cx="2648000" cy="117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8" name="Google Shape;178;p22"/>
          <p:cNvSpPr txBox="1">
            <a:spLocks noGrp="1"/>
          </p:cNvSpPr>
          <p:nvPr>
            <p:ph type="subTitle" idx="7"/>
          </p:nvPr>
        </p:nvSpPr>
        <p:spPr>
          <a:xfrm>
            <a:off x="1484069" y="1814532"/>
            <a:ext cx="2637600" cy="65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179" name="Google Shape;179;p22"/>
          <p:cNvSpPr txBox="1">
            <a:spLocks noGrp="1"/>
          </p:cNvSpPr>
          <p:nvPr>
            <p:ph type="subTitle" idx="8"/>
          </p:nvPr>
        </p:nvSpPr>
        <p:spPr>
          <a:xfrm>
            <a:off x="4777200" y="1814532"/>
            <a:ext cx="2637600" cy="65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dk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180" name="Google Shape;180;p22"/>
          <p:cNvSpPr txBox="1">
            <a:spLocks noGrp="1"/>
          </p:cNvSpPr>
          <p:nvPr>
            <p:ph type="subTitle" idx="9"/>
          </p:nvPr>
        </p:nvSpPr>
        <p:spPr>
          <a:xfrm>
            <a:off x="8070331" y="1814532"/>
            <a:ext cx="2637600" cy="65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5"/>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181" name="Google Shape;181;p22"/>
          <p:cNvSpPr txBox="1">
            <a:spLocks noGrp="1"/>
          </p:cNvSpPr>
          <p:nvPr>
            <p:ph type="subTitle" idx="13"/>
          </p:nvPr>
        </p:nvSpPr>
        <p:spPr>
          <a:xfrm>
            <a:off x="1484069" y="3721467"/>
            <a:ext cx="2637600" cy="65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1"/>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182" name="Google Shape;182;p22"/>
          <p:cNvSpPr txBox="1">
            <a:spLocks noGrp="1"/>
          </p:cNvSpPr>
          <p:nvPr>
            <p:ph type="subTitle" idx="14"/>
          </p:nvPr>
        </p:nvSpPr>
        <p:spPr>
          <a:xfrm>
            <a:off x="4777200" y="3721467"/>
            <a:ext cx="2637600" cy="65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lt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
        <p:nvSpPr>
          <p:cNvPr id="183" name="Google Shape;183;p22"/>
          <p:cNvSpPr txBox="1">
            <a:spLocks noGrp="1"/>
          </p:cNvSpPr>
          <p:nvPr>
            <p:ph type="subTitle" idx="15"/>
          </p:nvPr>
        </p:nvSpPr>
        <p:spPr>
          <a:xfrm>
            <a:off x="8070331" y="3721467"/>
            <a:ext cx="2637600" cy="65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3"/>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endParaRPr/>
          </a:p>
        </p:txBody>
      </p:sp>
    </p:spTree>
    <p:extLst>
      <p:ext uri="{BB962C8B-B14F-4D97-AF65-F5344CB8AC3E}">
        <p14:creationId xmlns:p14="http://schemas.microsoft.com/office/powerpoint/2010/main" val="1612750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184"/>
        <p:cNvGrpSpPr/>
        <p:nvPr/>
      </p:nvGrpSpPr>
      <p:grpSpPr>
        <a:xfrm>
          <a:off x="0" y="0"/>
          <a:ext cx="0" cy="0"/>
          <a:chOff x="0" y="0"/>
          <a:chExt cx="0" cy="0"/>
        </a:xfrm>
      </p:grpSpPr>
      <p:sp>
        <p:nvSpPr>
          <p:cNvPr id="185" name="Google Shape;185;p23"/>
          <p:cNvSpPr/>
          <p:nvPr/>
        </p:nvSpPr>
        <p:spPr>
          <a:xfrm>
            <a:off x="5018000" y="-2400"/>
            <a:ext cx="7174000" cy="6858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86" name="Google Shape;186;p23"/>
          <p:cNvGrpSpPr/>
          <p:nvPr/>
        </p:nvGrpSpPr>
        <p:grpSpPr>
          <a:xfrm>
            <a:off x="10746533" y="595000"/>
            <a:ext cx="630800" cy="248667"/>
            <a:chOff x="7059675" y="514525"/>
            <a:chExt cx="473100" cy="186500"/>
          </a:xfrm>
        </p:grpSpPr>
        <p:cxnSp>
          <p:nvCxnSpPr>
            <p:cNvPr id="187" name="Google Shape;187;p23"/>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88" name="Google Shape;188;p23"/>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89" name="Google Shape;189;p23"/>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
        <p:nvSpPr>
          <p:cNvPr id="190" name="Google Shape;190;p23"/>
          <p:cNvSpPr txBox="1">
            <a:spLocks noGrp="1"/>
          </p:cNvSpPr>
          <p:nvPr>
            <p:ph type="title" hasCustomPrompt="1"/>
          </p:nvPr>
        </p:nvSpPr>
        <p:spPr>
          <a:xfrm>
            <a:off x="5402633" y="840767"/>
            <a:ext cx="5362800" cy="10252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6000">
                <a:solidFill>
                  <a:schemeClr val="dk2"/>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91" name="Google Shape;191;p23"/>
          <p:cNvSpPr txBox="1">
            <a:spLocks noGrp="1"/>
          </p:cNvSpPr>
          <p:nvPr>
            <p:ph type="subTitle" idx="1"/>
          </p:nvPr>
        </p:nvSpPr>
        <p:spPr>
          <a:xfrm>
            <a:off x="5878073" y="1734227"/>
            <a:ext cx="5362800" cy="798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400"/>
              <a:buFont typeface="PT Sans"/>
              <a:buNone/>
              <a:defRPr>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9pPr>
          </a:lstStyle>
          <a:p>
            <a:endParaRPr/>
          </a:p>
        </p:txBody>
      </p:sp>
      <p:sp>
        <p:nvSpPr>
          <p:cNvPr id="192" name="Google Shape;192;p23"/>
          <p:cNvSpPr txBox="1">
            <a:spLocks noGrp="1"/>
          </p:cNvSpPr>
          <p:nvPr>
            <p:ph type="title" idx="2" hasCustomPrompt="1"/>
          </p:nvPr>
        </p:nvSpPr>
        <p:spPr>
          <a:xfrm>
            <a:off x="5402633" y="2643787"/>
            <a:ext cx="5362800" cy="10252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6000">
                <a:solidFill>
                  <a:schemeClr val="accent2"/>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93" name="Google Shape;193;p23"/>
          <p:cNvSpPr txBox="1">
            <a:spLocks noGrp="1"/>
          </p:cNvSpPr>
          <p:nvPr>
            <p:ph type="subTitle" idx="3"/>
          </p:nvPr>
        </p:nvSpPr>
        <p:spPr>
          <a:xfrm>
            <a:off x="5878073" y="3537247"/>
            <a:ext cx="5362800" cy="798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400"/>
              <a:buFont typeface="PT Sans"/>
              <a:buNone/>
              <a:defRPr>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9pPr>
          </a:lstStyle>
          <a:p>
            <a:endParaRPr/>
          </a:p>
        </p:txBody>
      </p:sp>
      <p:sp>
        <p:nvSpPr>
          <p:cNvPr id="194" name="Google Shape;194;p23"/>
          <p:cNvSpPr txBox="1">
            <a:spLocks noGrp="1"/>
          </p:cNvSpPr>
          <p:nvPr>
            <p:ph type="title" idx="4" hasCustomPrompt="1"/>
          </p:nvPr>
        </p:nvSpPr>
        <p:spPr>
          <a:xfrm>
            <a:off x="5402633" y="4446807"/>
            <a:ext cx="5362800" cy="10252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6000">
                <a:solidFill>
                  <a:schemeClr val="accent5"/>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95" name="Google Shape;195;p23"/>
          <p:cNvSpPr txBox="1">
            <a:spLocks noGrp="1"/>
          </p:cNvSpPr>
          <p:nvPr>
            <p:ph type="subTitle" idx="5"/>
          </p:nvPr>
        </p:nvSpPr>
        <p:spPr>
          <a:xfrm>
            <a:off x="5878073" y="5340267"/>
            <a:ext cx="5362800" cy="798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400"/>
              <a:buFont typeface="PT Sans"/>
              <a:buNone/>
              <a:defRPr>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9pPr>
          </a:lstStyle>
          <a:p>
            <a:endParaRPr/>
          </a:p>
        </p:txBody>
      </p:sp>
    </p:spTree>
    <p:extLst>
      <p:ext uri="{BB962C8B-B14F-4D97-AF65-F5344CB8AC3E}">
        <p14:creationId xmlns:p14="http://schemas.microsoft.com/office/powerpoint/2010/main" val="9986241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Numbers and text 1">
  <p:cSld name="Numbers and text 1">
    <p:spTree>
      <p:nvGrpSpPr>
        <p:cNvPr id="1" name="Shape 196"/>
        <p:cNvGrpSpPr/>
        <p:nvPr/>
      </p:nvGrpSpPr>
      <p:grpSpPr>
        <a:xfrm>
          <a:off x="0" y="0"/>
          <a:ext cx="0" cy="0"/>
          <a:chOff x="0" y="0"/>
          <a:chExt cx="0" cy="0"/>
        </a:xfrm>
      </p:grpSpPr>
      <p:sp>
        <p:nvSpPr>
          <p:cNvPr id="197" name="Google Shape;197;p24"/>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98" name="Google Shape;198;p24"/>
          <p:cNvGrpSpPr/>
          <p:nvPr/>
        </p:nvGrpSpPr>
        <p:grpSpPr>
          <a:xfrm>
            <a:off x="11186383" y="239908"/>
            <a:ext cx="648524" cy="167587"/>
            <a:chOff x="-890300" y="1406550"/>
            <a:chExt cx="806088" cy="208200"/>
          </a:xfrm>
        </p:grpSpPr>
        <p:sp>
          <p:nvSpPr>
            <p:cNvPr id="199" name="Google Shape;199;p24"/>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 name="Google Shape;200;p24"/>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 name="Google Shape;201;p24"/>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02" name="Google Shape;202;p24"/>
          <p:cNvSpPr txBox="1">
            <a:spLocks noGrp="1"/>
          </p:cNvSpPr>
          <p:nvPr>
            <p:ph type="title" hasCustomPrompt="1"/>
          </p:nvPr>
        </p:nvSpPr>
        <p:spPr>
          <a:xfrm>
            <a:off x="1179800" y="2520933"/>
            <a:ext cx="1407600" cy="542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000">
                <a:solidFill>
                  <a:schemeClr val="dk2"/>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203" name="Google Shape;203;p24"/>
          <p:cNvSpPr txBox="1">
            <a:spLocks noGrp="1"/>
          </p:cNvSpPr>
          <p:nvPr>
            <p:ph type="subTitle" idx="1"/>
          </p:nvPr>
        </p:nvSpPr>
        <p:spPr>
          <a:xfrm>
            <a:off x="1307167" y="4585667"/>
            <a:ext cx="2968000" cy="1386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PT Sans"/>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Font typeface="PT Sans"/>
              <a:buNone/>
              <a:defRPr sz="28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8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8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8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8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800">
                <a:latin typeface="PT Sans"/>
                <a:ea typeface="PT Sans"/>
                <a:cs typeface="PT Sans"/>
                <a:sym typeface="PT Sans"/>
              </a:defRPr>
            </a:lvl9pPr>
          </a:lstStyle>
          <a:p>
            <a:endParaRPr/>
          </a:p>
        </p:txBody>
      </p:sp>
      <p:sp>
        <p:nvSpPr>
          <p:cNvPr id="204" name="Google Shape;204;p24"/>
          <p:cNvSpPr txBox="1">
            <a:spLocks noGrp="1"/>
          </p:cNvSpPr>
          <p:nvPr>
            <p:ph type="subTitle" idx="2"/>
          </p:nvPr>
        </p:nvSpPr>
        <p:spPr>
          <a:xfrm>
            <a:off x="960000" y="3875633"/>
            <a:ext cx="3072000" cy="794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1"/>
              </a:buClr>
              <a:buSzPts val="2400"/>
              <a:buFont typeface="Bebas Neue"/>
              <a:buNone/>
              <a:defRPr sz="3200">
                <a:solidFill>
                  <a:schemeClr val="accent5"/>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endParaRPr/>
          </a:p>
        </p:txBody>
      </p:sp>
      <p:sp>
        <p:nvSpPr>
          <p:cNvPr id="205" name="Google Shape;205;p24"/>
          <p:cNvSpPr txBox="1">
            <a:spLocks noGrp="1"/>
          </p:cNvSpPr>
          <p:nvPr>
            <p:ph type="title" idx="3" hasCustomPrompt="1"/>
          </p:nvPr>
        </p:nvSpPr>
        <p:spPr>
          <a:xfrm>
            <a:off x="4787984" y="2521267"/>
            <a:ext cx="1407600" cy="542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000">
                <a:solidFill>
                  <a:schemeClr val="dk2"/>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206" name="Google Shape;206;p24"/>
          <p:cNvSpPr txBox="1">
            <a:spLocks noGrp="1"/>
          </p:cNvSpPr>
          <p:nvPr>
            <p:ph type="subTitle" idx="4"/>
          </p:nvPr>
        </p:nvSpPr>
        <p:spPr>
          <a:xfrm>
            <a:off x="4785591" y="4585667"/>
            <a:ext cx="2968000" cy="1386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PT Sans"/>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Font typeface="PT Sans"/>
              <a:buNone/>
              <a:defRPr sz="28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8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8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8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8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800">
                <a:latin typeface="PT Sans"/>
                <a:ea typeface="PT Sans"/>
                <a:cs typeface="PT Sans"/>
                <a:sym typeface="PT Sans"/>
              </a:defRPr>
            </a:lvl9pPr>
          </a:lstStyle>
          <a:p>
            <a:endParaRPr/>
          </a:p>
        </p:txBody>
      </p:sp>
      <p:sp>
        <p:nvSpPr>
          <p:cNvPr id="207" name="Google Shape;207;p24"/>
          <p:cNvSpPr txBox="1">
            <a:spLocks noGrp="1"/>
          </p:cNvSpPr>
          <p:nvPr>
            <p:ph type="subTitle" idx="5"/>
          </p:nvPr>
        </p:nvSpPr>
        <p:spPr>
          <a:xfrm>
            <a:off x="4560001" y="3875633"/>
            <a:ext cx="3072000" cy="794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1"/>
              </a:buClr>
              <a:buSzPts val="2400"/>
              <a:buFont typeface="Bebas Neue"/>
              <a:buNone/>
              <a:defRPr sz="3200">
                <a:solidFill>
                  <a:schemeClr val="accent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endParaRPr/>
          </a:p>
        </p:txBody>
      </p:sp>
      <p:sp>
        <p:nvSpPr>
          <p:cNvPr id="208" name="Google Shape;208;p24"/>
          <p:cNvSpPr txBox="1">
            <a:spLocks noGrp="1"/>
          </p:cNvSpPr>
          <p:nvPr>
            <p:ph type="title" idx="6" hasCustomPrompt="1"/>
          </p:nvPr>
        </p:nvSpPr>
        <p:spPr>
          <a:xfrm>
            <a:off x="8395700" y="2521433"/>
            <a:ext cx="1407600" cy="542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000">
                <a:solidFill>
                  <a:schemeClr val="dk2"/>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209" name="Google Shape;209;p24"/>
          <p:cNvSpPr txBox="1">
            <a:spLocks noGrp="1"/>
          </p:cNvSpPr>
          <p:nvPr>
            <p:ph type="subTitle" idx="7"/>
          </p:nvPr>
        </p:nvSpPr>
        <p:spPr>
          <a:xfrm>
            <a:off x="8264015" y="4585667"/>
            <a:ext cx="2968000" cy="1386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PT Sans"/>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Font typeface="PT Sans"/>
              <a:buNone/>
              <a:defRPr sz="28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8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8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8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8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800">
                <a:latin typeface="PT Sans"/>
                <a:ea typeface="PT Sans"/>
                <a:cs typeface="PT Sans"/>
                <a:sym typeface="PT Sans"/>
              </a:defRPr>
            </a:lvl9pPr>
          </a:lstStyle>
          <a:p>
            <a:endParaRPr/>
          </a:p>
        </p:txBody>
      </p:sp>
      <p:sp>
        <p:nvSpPr>
          <p:cNvPr id="210" name="Google Shape;210;p24"/>
          <p:cNvSpPr txBox="1">
            <a:spLocks noGrp="1"/>
          </p:cNvSpPr>
          <p:nvPr>
            <p:ph type="subTitle" idx="8"/>
          </p:nvPr>
        </p:nvSpPr>
        <p:spPr>
          <a:xfrm>
            <a:off x="8160003" y="3875633"/>
            <a:ext cx="3072000" cy="794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1"/>
              </a:buClr>
              <a:buSzPts val="2400"/>
              <a:buFont typeface="Bebas Neue"/>
              <a:buNone/>
              <a:defRPr sz="3200">
                <a:solidFill>
                  <a:schemeClr val="accent4"/>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endParaRPr/>
          </a:p>
        </p:txBody>
      </p:sp>
      <p:sp>
        <p:nvSpPr>
          <p:cNvPr id="211" name="Google Shape;211;p24"/>
          <p:cNvSpPr txBox="1">
            <a:spLocks noGrp="1"/>
          </p:cNvSpPr>
          <p:nvPr>
            <p:ph type="title" idx="9"/>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666762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216"/>
        <p:cNvGrpSpPr/>
        <p:nvPr/>
      </p:nvGrpSpPr>
      <p:grpSpPr>
        <a:xfrm>
          <a:off x="0" y="0"/>
          <a:ext cx="0" cy="0"/>
          <a:chOff x="0" y="0"/>
          <a:chExt cx="0" cy="0"/>
        </a:xfrm>
      </p:grpSpPr>
      <p:sp>
        <p:nvSpPr>
          <p:cNvPr id="217" name="Google Shape;217;p26"/>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18" name="Google Shape;218;p26"/>
          <p:cNvGrpSpPr/>
          <p:nvPr/>
        </p:nvGrpSpPr>
        <p:grpSpPr>
          <a:xfrm>
            <a:off x="11186383" y="239908"/>
            <a:ext cx="648524" cy="167587"/>
            <a:chOff x="-890300" y="1406550"/>
            <a:chExt cx="806088" cy="208200"/>
          </a:xfrm>
        </p:grpSpPr>
        <p:sp>
          <p:nvSpPr>
            <p:cNvPr id="219" name="Google Shape;219;p26"/>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0" name="Google Shape;220;p26"/>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1" name="Google Shape;221;p26"/>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764307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222"/>
        <p:cNvGrpSpPr/>
        <p:nvPr/>
      </p:nvGrpSpPr>
      <p:grpSpPr>
        <a:xfrm>
          <a:off x="0" y="0"/>
          <a:ext cx="0" cy="0"/>
          <a:chOff x="0" y="0"/>
          <a:chExt cx="0" cy="0"/>
        </a:xfrm>
      </p:grpSpPr>
      <p:sp>
        <p:nvSpPr>
          <p:cNvPr id="223" name="Google Shape;223;p27"/>
          <p:cNvSpPr/>
          <p:nvPr/>
        </p:nvSpPr>
        <p:spPr>
          <a:xfrm>
            <a:off x="5899667" y="-2400"/>
            <a:ext cx="6292400" cy="6858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24" name="Google Shape;224;p27"/>
          <p:cNvGrpSpPr/>
          <p:nvPr/>
        </p:nvGrpSpPr>
        <p:grpSpPr>
          <a:xfrm>
            <a:off x="10924155" y="595000"/>
            <a:ext cx="553275" cy="248667"/>
            <a:chOff x="7059675" y="514525"/>
            <a:chExt cx="473100" cy="186500"/>
          </a:xfrm>
        </p:grpSpPr>
        <p:cxnSp>
          <p:nvCxnSpPr>
            <p:cNvPr id="225" name="Google Shape;225;p27"/>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226" name="Google Shape;226;p27"/>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227" name="Google Shape;227;p27"/>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19962766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3647333" y="1678467"/>
            <a:ext cx="7730000" cy="27184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Clr>
                <a:srgbClr val="191919"/>
              </a:buClr>
              <a:buSzPts val="5200"/>
              <a:buNone/>
              <a:defRPr sz="5333"/>
            </a:lvl1pPr>
            <a:lvl2pPr lvl="1" algn="ctr">
              <a:spcBef>
                <a:spcPts val="0"/>
              </a:spcBef>
              <a:spcAft>
                <a:spcPts val="0"/>
              </a:spcAft>
              <a:buClr>
                <a:srgbClr val="191919"/>
              </a:buClr>
              <a:buSzPts val="5200"/>
              <a:buNone/>
              <a:defRPr sz="6933">
                <a:solidFill>
                  <a:srgbClr val="191919"/>
                </a:solidFill>
              </a:defRPr>
            </a:lvl2pPr>
            <a:lvl3pPr lvl="2" algn="ctr">
              <a:spcBef>
                <a:spcPts val="0"/>
              </a:spcBef>
              <a:spcAft>
                <a:spcPts val="0"/>
              </a:spcAft>
              <a:buClr>
                <a:srgbClr val="191919"/>
              </a:buClr>
              <a:buSzPts val="5200"/>
              <a:buNone/>
              <a:defRPr sz="6933">
                <a:solidFill>
                  <a:srgbClr val="191919"/>
                </a:solidFill>
              </a:defRPr>
            </a:lvl3pPr>
            <a:lvl4pPr lvl="3" algn="ctr">
              <a:spcBef>
                <a:spcPts val="0"/>
              </a:spcBef>
              <a:spcAft>
                <a:spcPts val="0"/>
              </a:spcAft>
              <a:buClr>
                <a:srgbClr val="191919"/>
              </a:buClr>
              <a:buSzPts val="5200"/>
              <a:buNone/>
              <a:defRPr sz="6933">
                <a:solidFill>
                  <a:srgbClr val="191919"/>
                </a:solidFill>
              </a:defRPr>
            </a:lvl4pPr>
            <a:lvl5pPr lvl="4" algn="ctr">
              <a:spcBef>
                <a:spcPts val="0"/>
              </a:spcBef>
              <a:spcAft>
                <a:spcPts val="0"/>
              </a:spcAft>
              <a:buClr>
                <a:srgbClr val="191919"/>
              </a:buClr>
              <a:buSzPts val="5200"/>
              <a:buNone/>
              <a:defRPr sz="6933">
                <a:solidFill>
                  <a:srgbClr val="191919"/>
                </a:solidFill>
              </a:defRPr>
            </a:lvl5pPr>
            <a:lvl6pPr lvl="5" algn="ctr">
              <a:spcBef>
                <a:spcPts val="0"/>
              </a:spcBef>
              <a:spcAft>
                <a:spcPts val="0"/>
              </a:spcAft>
              <a:buClr>
                <a:srgbClr val="191919"/>
              </a:buClr>
              <a:buSzPts val="5200"/>
              <a:buNone/>
              <a:defRPr sz="6933">
                <a:solidFill>
                  <a:srgbClr val="191919"/>
                </a:solidFill>
              </a:defRPr>
            </a:lvl6pPr>
            <a:lvl7pPr lvl="6" algn="ctr">
              <a:spcBef>
                <a:spcPts val="0"/>
              </a:spcBef>
              <a:spcAft>
                <a:spcPts val="0"/>
              </a:spcAft>
              <a:buClr>
                <a:srgbClr val="191919"/>
              </a:buClr>
              <a:buSzPts val="5200"/>
              <a:buNone/>
              <a:defRPr sz="6933">
                <a:solidFill>
                  <a:srgbClr val="191919"/>
                </a:solidFill>
              </a:defRPr>
            </a:lvl7pPr>
            <a:lvl8pPr lvl="7" algn="ctr">
              <a:spcBef>
                <a:spcPts val="0"/>
              </a:spcBef>
              <a:spcAft>
                <a:spcPts val="0"/>
              </a:spcAft>
              <a:buClr>
                <a:srgbClr val="191919"/>
              </a:buClr>
              <a:buSzPts val="5200"/>
              <a:buNone/>
              <a:defRPr sz="6933">
                <a:solidFill>
                  <a:srgbClr val="191919"/>
                </a:solidFill>
              </a:defRPr>
            </a:lvl8pPr>
            <a:lvl9pPr lvl="8" algn="ctr">
              <a:spcBef>
                <a:spcPts val="0"/>
              </a:spcBef>
              <a:spcAft>
                <a:spcPts val="0"/>
              </a:spcAft>
              <a:buClr>
                <a:srgbClr val="191919"/>
              </a:buClr>
              <a:buSzPts val="5200"/>
              <a:buNone/>
              <a:defRPr sz="6933">
                <a:solidFill>
                  <a:srgbClr val="191919"/>
                </a:solidFill>
              </a:defRPr>
            </a:lvl9pPr>
          </a:lstStyle>
          <a:p>
            <a:endParaRPr/>
          </a:p>
        </p:txBody>
      </p:sp>
      <p:sp>
        <p:nvSpPr>
          <p:cNvPr id="10" name="Google Shape;10;p2"/>
          <p:cNvSpPr txBox="1">
            <a:spLocks noGrp="1"/>
          </p:cNvSpPr>
          <p:nvPr>
            <p:ph type="subTitle" idx="1"/>
          </p:nvPr>
        </p:nvSpPr>
        <p:spPr>
          <a:xfrm>
            <a:off x="3647333" y="4396867"/>
            <a:ext cx="7730000" cy="587600"/>
          </a:xfrm>
          <a:prstGeom prst="rect">
            <a:avLst/>
          </a:prstGeom>
          <a:solidFill>
            <a:schemeClr val="accent6"/>
          </a:solidFill>
        </p:spPr>
        <p:txBody>
          <a:bodyPr spcFirstLastPara="1" wrap="square" lIns="91425" tIns="91425" rIns="91425" bIns="91425" anchor="t" anchorCtr="0">
            <a:noAutofit/>
          </a:bodyPr>
          <a:lstStyle>
            <a:lvl1pPr lvl="0" algn="ctr">
              <a:spcBef>
                <a:spcPts val="0"/>
              </a:spcBef>
              <a:spcAft>
                <a:spcPts val="0"/>
              </a:spcAft>
              <a:buSzPts val="1400"/>
              <a:buNone/>
              <a:defRPr sz="2133">
                <a:solidFill>
                  <a:schemeClr val="dk1"/>
                </a:solidFill>
              </a:defRPr>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endParaRPr/>
          </a:p>
        </p:txBody>
      </p:sp>
    </p:spTree>
    <p:extLst>
      <p:ext uri="{BB962C8B-B14F-4D97-AF65-F5344CB8AC3E}">
        <p14:creationId xmlns:p14="http://schemas.microsoft.com/office/powerpoint/2010/main" val="123389825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61"/>
        <p:cNvGrpSpPr/>
        <p:nvPr/>
      </p:nvGrpSpPr>
      <p:grpSpPr>
        <a:xfrm>
          <a:off x="0" y="0"/>
          <a:ext cx="0" cy="0"/>
          <a:chOff x="0" y="0"/>
          <a:chExt cx="0" cy="0"/>
        </a:xfrm>
      </p:grpSpPr>
      <p:sp>
        <p:nvSpPr>
          <p:cNvPr id="62" name="Google Shape;62;p9"/>
          <p:cNvSpPr/>
          <p:nvPr/>
        </p:nvSpPr>
        <p:spPr>
          <a:xfrm>
            <a:off x="5018000" y="-2400"/>
            <a:ext cx="7174000" cy="6858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63" name="Google Shape;63;p9"/>
          <p:cNvGrpSpPr/>
          <p:nvPr/>
        </p:nvGrpSpPr>
        <p:grpSpPr>
          <a:xfrm>
            <a:off x="10746533" y="595000"/>
            <a:ext cx="630800" cy="248667"/>
            <a:chOff x="7059675" y="514525"/>
            <a:chExt cx="473100" cy="186500"/>
          </a:xfrm>
        </p:grpSpPr>
        <p:cxnSp>
          <p:nvCxnSpPr>
            <p:cNvPr id="64" name="Google Shape;64;p9"/>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65" name="Google Shape;65;p9"/>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66" name="Google Shape;66;p9"/>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
        <p:nvSpPr>
          <p:cNvPr id="67" name="Google Shape;67;p9"/>
          <p:cNvSpPr txBox="1">
            <a:spLocks noGrp="1"/>
          </p:cNvSpPr>
          <p:nvPr>
            <p:ph type="title"/>
          </p:nvPr>
        </p:nvSpPr>
        <p:spPr>
          <a:xfrm>
            <a:off x="5630800" y="1597933"/>
            <a:ext cx="5608000" cy="26192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sz="128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68" name="Google Shape;68;p9"/>
          <p:cNvSpPr txBox="1">
            <a:spLocks noGrp="1"/>
          </p:cNvSpPr>
          <p:nvPr>
            <p:ph type="subTitle" idx="1"/>
          </p:nvPr>
        </p:nvSpPr>
        <p:spPr>
          <a:xfrm>
            <a:off x="5630800" y="4217133"/>
            <a:ext cx="5608000" cy="1421600"/>
          </a:xfrm>
          <a:prstGeom prst="rect">
            <a:avLst/>
          </a:prstGeom>
          <a:solidFill>
            <a:schemeClr val="accent6"/>
          </a:solidFill>
        </p:spPr>
        <p:txBody>
          <a:bodyPr spcFirstLastPara="1" wrap="square" lIns="91425" tIns="91425" rIns="91425" bIns="91425" anchor="t" anchorCtr="0">
            <a:noAutofit/>
          </a:bodyPr>
          <a:lstStyle>
            <a:lvl1pPr lvl="0" rtl="0">
              <a:spcBef>
                <a:spcPts val="0"/>
              </a:spcBef>
              <a:spcAft>
                <a:spcPts val="0"/>
              </a:spcAft>
              <a:buSzPts val="1400"/>
              <a:buNone/>
              <a:defRPr sz="2133"/>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7439652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967" y="593367"/>
            <a:ext cx="102900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1pPr>
            <a:lvl2pPr lvl="1"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2pPr>
            <a:lvl3pPr lvl="2"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3pPr>
            <a:lvl4pPr lvl="3"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4pPr>
            <a:lvl5pPr lvl="4"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5pPr>
            <a:lvl6pPr lvl="5"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6pPr>
            <a:lvl7pPr lvl="6"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7pPr>
            <a:lvl8pPr lvl="7"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8pPr>
            <a:lvl9pPr lvl="8"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9pPr>
          </a:lstStyle>
          <a:p>
            <a:endParaRPr/>
          </a:p>
        </p:txBody>
      </p:sp>
      <p:sp>
        <p:nvSpPr>
          <p:cNvPr id="7" name="Google Shape;7;p1"/>
          <p:cNvSpPr txBox="1">
            <a:spLocks noGrp="1"/>
          </p:cNvSpPr>
          <p:nvPr>
            <p:ph type="body" idx="1"/>
          </p:nvPr>
        </p:nvSpPr>
        <p:spPr>
          <a:xfrm>
            <a:off x="950967" y="1536633"/>
            <a:ext cx="10290000" cy="45552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1pPr>
            <a:lvl2pPr marL="914400" lvl="1"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2pPr>
            <a:lvl3pPr marL="1371600" lvl="2"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3pPr>
            <a:lvl4pPr marL="1828800" lvl="3"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4pPr>
            <a:lvl5pPr marL="2286000" lvl="4"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5pPr>
            <a:lvl6pPr marL="2743200" lvl="5"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6pPr>
            <a:lvl7pPr marL="3200400" lvl="6"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7pPr>
            <a:lvl8pPr marL="3657600" lvl="7"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8pPr>
            <a:lvl9pPr marL="4114800" lvl="8"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9pPr>
          </a:lstStyle>
          <a:p>
            <a:endParaRPr/>
          </a:p>
        </p:txBody>
      </p:sp>
    </p:spTree>
    <p:extLst>
      <p:ext uri="{BB962C8B-B14F-4D97-AF65-F5344CB8AC3E}">
        <p14:creationId xmlns:p14="http://schemas.microsoft.com/office/powerpoint/2010/main" val="2479855251"/>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1"/>
          <p:cNvSpPr txBox="1">
            <a:spLocks noGrp="1"/>
          </p:cNvSpPr>
          <p:nvPr>
            <p:ph type="ctrTitle"/>
          </p:nvPr>
        </p:nvSpPr>
        <p:spPr>
          <a:xfrm>
            <a:off x="3647333" y="1678467"/>
            <a:ext cx="7730000" cy="2718400"/>
          </a:xfrm>
          <a:prstGeom prst="rect">
            <a:avLst/>
          </a:prstGeom>
        </p:spPr>
        <p:txBody>
          <a:bodyPr spcFirstLastPara="1" wrap="square" lIns="121900" tIns="121900" rIns="121900" bIns="121900" anchor="b" anchorCtr="0">
            <a:noAutofit/>
          </a:bodyPr>
          <a:lstStyle/>
          <a:p>
            <a:r>
              <a:rPr lang="en-US" sz="5400" dirty="0"/>
              <a:t>Artificial Intelligence</a:t>
            </a:r>
            <a:br>
              <a:rPr lang="en-US" sz="6000" dirty="0"/>
            </a:br>
            <a:r>
              <a:rPr lang="en" sz="2800" dirty="0">
                <a:solidFill>
                  <a:schemeClr val="accent4"/>
                </a:solidFill>
              </a:rPr>
              <a:t>(Machine Learning &amp; Deep Learning)</a:t>
            </a:r>
            <a:endParaRPr sz="2800" dirty="0"/>
          </a:p>
        </p:txBody>
      </p:sp>
      <p:sp>
        <p:nvSpPr>
          <p:cNvPr id="239" name="Google Shape;239;p31"/>
          <p:cNvSpPr txBox="1">
            <a:spLocks noGrp="1"/>
          </p:cNvSpPr>
          <p:nvPr>
            <p:ph type="subTitle" idx="1"/>
          </p:nvPr>
        </p:nvSpPr>
        <p:spPr>
          <a:xfrm>
            <a:off x="3647333" y="4396867"/>
            <a:ext cx="7730000" cy="587600"/>
          </a:xfrm>
          <a:prstGeom prst="rect">
            <a:avLst/>
          </a:prstGeom>
        </p:spPr>
        <p:txBody>
          <a:bodyPr spcFirstLastPara="1" wrap="square" lIns="121900" tIns="121900" rIns="121900" bIns="121900" anchor="t" anchorCtr="0">
            <a:noAutofit/>
          </a:bodyPr>
          <a:lstStyle/>
          <a:p>
            <a:pPr marL="0" indent="0"/>
            <a:r>
              <a:rPr lang="en-US" sz="1800" dirty="0"/>
              <a:t>Functions, Variable Scope &amp; Exception Handling</a:t>
            </a:r>
            <a:endParaRPr sz="1800" dirty="0"/>
          </a:p>
        </p:txBody>
      </p:sp>
      <p:sp>
        <p:nvSpPr>
          <p:cNvPr id="240" name="Google Shape;240;p31"/>
          <p:cNvSpPr txBox="1"/>
          <p:nvPr/>
        </p:nvSpPr>
        <p:spPr>
          <a:xfrm>
            <a:off x="2796400" y="761333"/>
            <a:ext cx="939600" cy="1160000"/>
          </a:xfrm>
          <a:prstGeom prst="rect">
            <a:avLst/>
          </a:prstGeom>
          <a:noFill/>
          <a:ln>
            <a:noFill/>
          </a:ln>
        </p:spPr>
        <p:txBody>
          <a:bodyPr spcFirstLastPara="1" wrap="square" lIns="121900" tIns="121900" rIns="121900" bIns="121900" anchor="t" anchorCtr="0">
            <a:noAutofit/>
          </a:bodyPr>
          <a:lstStyle/>
          <a:p>
            <a:r>
              <a:rPr lang="en" sz="6667">
                <a:solidFill>
                  <a:schemeClr val="accent1"/>
                </a:solidFill>
                <a:latin typeface="Comfortaa"/>
                <a:ea typeface="Comfortaa"/>
                <a:cs typeface="Comfortaa"/>
                <a:sym typeface="Comfortaa"/>
              </a:rPr>
              <a:t>{</a:t>
            </a:r>
            <a:endParaRPr sz="6667">
              <a:solidFill>
                <a:schemeClr val="accent1"/>
              </a:solidFill>
              <a:latin typeface="Comfortaa"/>
              <a:ea typeface="Comfortaa"/>
              <a:cs typeface="Comfortaa"/>
              <a:sym typeface="Comfortaa"/>
            </a:endParaRPr>
          </a:p>
        </p:txBody>
      </p:sp>
      <p:sp>
        <p:nvSpPr>
          <p:cNvPr id="241" name="Google Shape;241;p31"/>
          <p:cNvSpPr txBox="1"/>
          <p:nvPr/>
        </p:nvSpPr>
        <p:spPr>
          <a:xfrm>
            <a:off x="11450667" y="5335900"/>
            <a:ext cx="692400" cy="1012400"/>
          </a:xfrm>
          <a:prstGeom prst="rect">
            <a:avLst/>
          </a:prstGeom>
          <a:noFill/>
          <a:ln>
            <a:noFill/>
          </a:ln>
        </p:spPr>
        <p:txBody>
          <a:bodyPr spcFirstLastPara="1" wrap="square" lIns="121900" tIns="121900" rIns="121900" bIns="121900" anchor="ctr" anchorCtr="0">
            <a:noAutofit/>
          </a:bodyPr>
          <a:lstStyle/>
          <a:p>
            <a:r>
              <a:rPr lang="en" sz="6667">
                <a:solidFill>
                  <a:schemeClr val="accent3"/>
                </a:solidFill>
                <a:latin typeface="Comfortaa"/>
                <a:ea typeface="Comfortaa"/>
                <a:cs typeface="Comfortaa"/>
                <a:sym typeface="Comfortaa"/>
              </a:rPr>
              <a:t>}</a:t>
            </a:r>
            <a:endParaRPr sz="6667">
              <a:solidFill>
                <a:schemeClr val="accent3"/>
              </a:solidFill>
              <a:latin typeface="Comfortaa"/>
              <a:ea typeface="Comfortaa"/>
              <a:cs typeface="Comfortaa"/>
              <a:sym typeface="Comfortaa"/>
            </a:endParaRPr>
          </a:p>
        </p:txBody>
      </p:sp>
      <p:sp>
        <p:nvSpPr>
          <p:cNvPr id="242" name="Google Shape;242;p31"/>
          <p:cNvSpPr txBox="1"/>
          <p:nvPr/>
        </p:nvSpPr>
        <p:spPr>
          <a:xfrm>
            <a:off x="3796500" y="5477887"/>
            <a:ext cx="1930000" cy="728400"/>
          </a:xfrm>
          <a:prstGeom prst="rect">
            <a:avLst/>
          </a:prstGeom>
          <a:noFill/>
          <a:ln>
            <a:noFill/>
          </a:ln>
        </p:spPr>
        <p:txBody>
          <a:bodyPr spcFirstLastPara="1" wrap="square" lIns="121900" tIns="121900" rIns="121900" bIns="121900" anchor="b" anchorCtr="0">
            <a:noAutofit/>
          </a:bodyPr>
          <a:lstStyle/>
          <a:p>
            <a:pPr algn="r"/>
            <a:r>
              <a:rPr lang="en" sz="6667">
                <a:solidFill>
                  <a:schemeClr val="accent2"/>
                </a:solidFill>
                <a:latin typeface="Fira Code"/>
                <a:ea typeface="Fira Code"/>
                <a:cs typeface="Fira Code"/>
                <a:sym typeface="Fira Code"/>
              </a:rPr>
              <a:t>...</a:t>
            </a:r>
            <a:endParaRPr sz="6667">
              <a:solidFill>
                <a:schemeClr val="accent2"/>
              </a:solidFill>
            </a:endParaRPr>
          </a:p>
        </p:txBody>
      </p:sp>
      <p:grpSp>
        <p:nvGrpSpPr>
          <p:cNvPr id="243" name="Google Shape;243;p31"/>
          <p:cNvGrpSpPr/>
          <p:nvPr/>
        </p:nvGrpSpPr>
        <p:grpSpPr>
          <a:xfrm>
            <a:off x="10746533" y="595000"/>
            <a:ext cx="630800" cy="248667"/>
            <a:chOff x="7059675" y="514525"/>
            <a:chExt cx="473100" cy="186500"/>
          </a:xfrm>
        </p:grpSpPr>
        <p:cxnSp>
          <p:nvCxnSpPr>
            <p:cNvPr id="244" name="Google Shape;244;p31"/>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245" name="Google Shape;245;p31"/>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246" name="Google Shape;246;p31"/>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grpSp>
        <p:nvGrpSpPr>
          <p:cNvPr id="247" name="Google Shape;247;p31"/>
          <p:cNvGrpSpPr/>
          <p:nvPr/>
        </p:nvGrpSpPr>
        <p:grpSpPr>
          <a:xfrm>
            <a:off x="340174" y="928585"/>
            <a:ext cx="3170543" cy="5210084"/>
            <a:chOff x="5" y="747463"/>
            <a:chExt cx="2377907" cy="3907563"/>
          </a:xfrm>
        </p:grpSpPr>
        <p:sp>
          <p:nvSpPr>
            <p:cNvPr id="248" name="Google Shape;248;p31"/>
            <p:cNvSpPr/>
            <p:nvPr/>
          </p:nvSpPr>
          <p:spPr>
            <a:xfrm>
              <a:off x="5" y="756038"/>
              <a:ext cx="3549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249" name="Google Shape;249;p31"/>
            <p:cNvSpPr/>
            <p:nvPr/>
          </p:nvSpPr>
          <p:spPr>
            <a:xfrm>
              <a:off x="486329" y="747463"/>
              <a:ext cx="3549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250" name="Google Shape;250;p31"/>
            <p:cNvSpPr/>
            <p:nvPr/>
          </p:nvSpPr>
          <p:spPr>
            <a:xfrm>
              <a:off x="5" y="1068263"/>
              <a:ext cx="3549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251" name="Google Shape;251;p31"/>
            <p:cNvSpPr/>
            <p:nvPr/>
          </p:nvSpPr>
          <p:spPr>
            <a:xfrm>
              <a:off x="5" y="1394975"/>
              <a:ext cx="3549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252" name="Google Shape;252;p31"/>
            <p:cNvSpPr/>
            <p:nvPr/>
          </p:nvSpPr>
          <p:spPr>
            <a:xfrm>
              <a:off x="5" y="1721713"/>
              <a:ext cx="3549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253" name="Google Shape;253;p31"/>
            <p:cNvSpPr/>
            <p:nvPr/>
          </p:nvSpPr>
          <p:spPr>
            <a:xfrm>
              <a:off x="434858" y="1721713"/>
              <a:ext cx="4545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254" name="Google Shape;254;p31"/>
            <p:cNvSpPr/>
            <p:nvPr/>
          </p:nvSpPr>
          <p:spPr>
            <a:xfrm>
              <a:off x="934654" y="1721722"/>
              <a:ext cx="2607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255" name="Google Shape;255;p31"/>
            <p:cNvSpPr/>
            <p:nvPr/>
          </p:nvSpPr>
          <p:spPr>
            <a:xfrm>
              <a:off x="5" y="2032288"/>
              <a:ext cx="3276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256" name="Google Shape;256;p31"/>
            <p:cNvSpPr/>
            <p:nvPr/>
          </p:nvSpPr>
          <p:spPr>
            <a:xfrm>
              <a:off x="5" y="2375138"/>
              <a:ext cx="3276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257" name="Google Shape;257;p31"/>
            <p:cNvSpPr/>
            <p:nvPr/>
          </p:nvSpPr>
          <p:spPr>
            <a:xfrm>
              <a:off x="5" y="2684063"/>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258" name="Google Shape;258;p31"/>
            <p:cNvSpPr/>
            <p:nvPr/>
          </p:nvSpPr>
          <p:spPr>
            <a:xfrm>
              <a:off x="5" y="2992988"/>
              <a:ext cx="3276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259" name="Google Shape;259;p31"/>
            <p:cNvSpPr/>
            <p:nvPr/>
          </p:nvSpPr>
          <p:spPr>
            <a:xfrm>
              <a:off x="13726" y="3773963"/>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260" name="Google Shape;260;p31"/>
            <p:cNvSpPr/>
            <p:nvPr/>
          </p:nvSpPr>
          <p:spPr>
            <a:xfrm>
              <a:off x="434858" y="2032288"/>
              <a:ext cx="3276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261" name="Google Shape;261;p31"/>
            <p:cNvSpPr/>
            <p:nvPr/>
          </p:nvSpPr>
          <p:spPr>
            <a:xfrm>
              <a:off x="395919" y="2375138"/>
              <a:ext cx="327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262" name="Google Shape;262;p31"/>
            <p:cNvSpPr/>
            <p:nvPr/>
          </p:nvSpPr>
          <p:spPr>
            <a:xfrm>
              <a:off x="434858" y="2684063"/>
              <a:ext cx="3276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263" name="Google Shape;263;p31"/>
            <p:cNvSpPr/>
            <p:nvPr/>
          </p:nvSpPr>
          <p:spPr>
            <a:xfrm>
              <a:off x="434858" y="3009950"/>
              <a:ext cx="3276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264" name="Google Shape;264;p31"/>
            <p:cNvSpPr/>
            <p:nvPr/>
          </p:nvSpPr>
          <p:spPr>
            <a:xfrm>
              <a:off x="434858" y="3335838"/>
              <a:ext cx="3276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265" name="Google Shape;265;p31"/>
            <p:cNvSpPr/>
            <p:nvPr/>
          </p:nvSpPr>
          <p:spPr>
            <a:xfrm>
              <a:off x="838550" y="2032296"/>
              <a:ext cx="4656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266" name="Google Shape;266;p31"/>
            <p:cNvSpPr/>
            <p:nvPr/>
          </p:nvSpPr>
          <p:spPr>
            <a:xfrm>
              <a:off x="838550" y="2375145"/>
              <a:ext cx="6507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267" name="Google Shape;267;p31"/>
            <p:cNvSpPr/>
            <p:nvPr/>
          </p:nvSpPr>
          <p:spPr>
            <a:xfrm>
              <a:off x="861466" y="2684069"/>
              <a:ext cx="7572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268" name="Google Shape;268;p31"/>
            <p:cNvSpPr/>
            <p:nvPr/>
          </p:nvSpPr>
          <p:spPr>
            <a:xfrm>
              <a:off x="861466" y="3028567"/>
              <a:ext cx="7572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269" name="Google Shape;269;p31"/>
            <p:cNvSpPr/>
            <p:nvPr/>
          </p:nvSpPr>
          <p:spPr>
            <a:xfrm>
              <a:off x="861466" y="3335841"/>
              <a:ext cx="7572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270" name="Google Shape;270;p31"/>
            <p:cNvSpPr/>
            <p:nvPr/>
          </p:nvSpPr>
          <p:spPr>
            <a:xfrm>
              <a:off x="1360349" y="2032296"/>
              <a:ext cx="4242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271" name="Google Shape;271;p31"/>
            <p:cNvSpPr/>
            <p:nvPr/>
          </p:nvSpPr>
          <p:spPr>
            <a:xfrm>
              <a:off x="1573836" y="2358182"/>
              <a:ext cx="4242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272" name="Google Shape;272;p31"/>
            <p:cNvSpPr/>
            <p:nvPr/>
          </p:nvSpPr>
          <p:spPr>
            <a:xfrm>
              <a:off x="1697856" y="2684094"/>
              <a:ext cx="2607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273" name="Google Shape;273;p31"/>
            <p:cNvSpPr/>
            <p:nvPr/>
          </p:nvSpPr>
          <p:spPr>
            <a:xfrm>
              <a:off x="1697856" y="3335891"/>
              <a:ext cx="2607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274" name="Google Shape;274;p31"/>
            <p:cNvSpPr/>
            <p:nvPr/>
          </p:nvSpPr>
          <p:spPr>
            <a:xfrm>
              <a:off x="13726" y="4013038"/>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275" name="Google Shape;275;p31"/>
            <p:cNvSpPr/>
            <p:nvPr/>
          </p:nvSpPr>
          <p:spPr>
            <a:xfrm>
              <a:off x="395919" y="4296538"/>
              <a:ext cx="327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276" name="Google Shape;276;p31"/>
            <p:cNvSpPr/>
            <p:nvPr/>
          </p:nvSpPr>
          <p:spPr>
            <a:xfrm>
              <a:off x="875884" y="4296538"/>
              <a:ext cx="3855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277" name="Google Shape;277;p31"/>
            <p:cNvSpPr/>
            <p:nvPr/>
          </p:nvSpPr>
          <p:spPr>
            <a:xfrm>
              <a:off x="1360349" y="4296538"/>
              <a:ext cx="4869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278" name="Google Shape;278;p31"/>
            <p:cNvSpPr/>
            <p:nvPr/>
          </p:nvSpPr>
          <p:spPr>
            <a:xfrm>
              <a:off x="1912083" y="4296538"/>
              <a:ext cx="1776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279" name="Google Shape;279;p31"/>
            <p:cNvSpPr/>
            <p:nvPr/>
          </p:nvSpPr>
          <p:spPr>
            <a:xfrm>
              <a:off x="395919" y="4505063"/>
              <a:ext cx="3276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280" name="Google Shape;280;p31"/>
            <p:cNvSpPr/>
            <p:nvPr/>
          </p:nvSpPr>
          <p:spPr>
            <a:xfrm>
              <a:off x="875884" y="4505063"/>
              <a:ext cx="6135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281" name="Google Shape;281;p31"/>
            <p:cNvSpPr/>
            <p:nvPr/>
          </p:nvSpPr>
          <p:spPr>
            <a:xfrm>
              <a:off x="1570204" y="4505063"/>
              <a:ext cx="2607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282" name="Google Shape;282;p31"/>
            <p:cNvSpPr/>
            <p:nvPr/>
          </p:nvSpPr>
          <p:spPr>
            <a:xfrm>
              <a:off x="894657" y="759375"/>
              <a:ext cx="4656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283" name="Google Shape;283;p31"/>
            <p:cNvSpPr/>
            <p:nvPr/>
          </p:nvSpPr>
          <p:spPr>
            <a:xfrm>
              <a:off x="486348" y="106828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284" name="Google Shape;284;p31"/>
            <p:cNvSpPr/>
            <p:nvPr/>
          </p:nvSpPr>
          <p:spPr>
            <a:xfrm>
              <a:off x="1169818" y="1064149"/>
              <a:ext cx="4656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285" name="Google Shape;285;p31"/>
            <p:cNvSpPr/>
            <p:nvPr/>
          </p:nvSpPr>
          <p:spPr>
            <a:xfrm>
              <a:off x="486342" y="1395013"/>
              <a:ext cx="402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286" name="Google Shape;286;p31"/>
            <p:cNvSpPr/>
            <p:nvPr/>
          </p:nvSpPr>
          <p:spPr>
            <a:xfrm>
              <a:off x="1254423" y="1719659"/>
              <a:ext cx="2964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287" name="Google Shape;287;p31"/>
            <p:cNvSpPr/>
            <p:nvPr/>
          </p:nvSpPr>
          <p:spPr>
            <a:xfrm>
              <a:off x="1697859" y="3028567"/>
              <a:ext cx="2964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288" name="Google Shape;288;p31"/>
            <p:cNvSpPr/>
            <p:nvPr/>
          </p:nvSpPr>
          <p:spPr>
            <a:xfrm>
              <a:off x="1840717" y="2032296"/>
              <a:ext cx="240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289" name="Google Shape;289;p31"/>
            <p:cNvSpPr/>
            <p:nvPr/>
          </p:nvSpPr>
          <p:spPr>
            <a:xfrm>
              <a:off x="2037810" y="2684069"/>
              <a:ext cx="240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290" name="Google Shape;290;p31"/>
            <p:cNvSpPr/>
            <p:nvPr/>
          </p:nvSpPr>
          <p:spPr>
            <a:xfrm>
              <a:off x="1912311" y="4507125"/>
              <a:ext cx="4656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291" name="Google Shape;291;p31"/>
            <p:cNvSpPr/>
            <p:nvPr/>
          </p:nvSpPr>
          <p:spPr>
            <a:xfrm>
              <a:off x="434873" y="3987600"/>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292" name="Google Shape;292;p31"/>
            <p:cNvSpPr/>
            <p:nvPr/>
          </p:nvSpPr>
          <p:spPr>
            <a:xfrm>
              <a:off x="434873" y="3757500"/>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p46"/>
          <p:cNvSpPr txBox="1">
            <a:spLocks noGrp="1"/>
          </p:cNvSpPr>
          <p:nvPr>
            <p:ph type="subTitle" idx="1"/>
          </p:nvPr>
        </p:nvSpPr>
        <p:spPr>
          <a:xfrm>
            <a:off x="3334801" y="2844417"/>
            <a:ext cx="7658000" cy="2484400"/>
          </a:xfrm>
          <a:prstGeom prst="rect">
            <a:avLst/>
          </a:prstGeom>
        </p:spPr>
        <p:txBody>
          <a:bodyPr spcFirstLastPara="1" wrap="square" lIns="121900" tIns="121900" rIns="121900" bIns="121900" anchor="b" anchorCtr="0">
            <a:noAutofit/>
          </a:bodyPr>
          <a:lstStyle/>
          <a:p>
            <a:pPr marL="0" indent="0"/>
            <a:r>
              <a:rPr lang="en-US" i="1" dirty="0"/>
              <a:t>"No matter how many mistakes you make or how slow you progress, you are still way ahead of everyone who isn't trying."</a:t>
            </a:r>
            <a:r>
              <a:rPr lang="en-US" dirty="0"/>
              <a:t> – Tony Robbins</a:t>
            </a:r>
            <a:endParaRPr dirty="0"/>
          </a:p>
        </p:txBody>
      </p:sp>
      <p:grpSp>
        <p:nvGrpSpPr>
          <p:cNvPr id="804" name="Google Shape;804;p46"/>
          <p:cNvGrpSpPr/>
          <p:nvPr/>
        </p:nvGrpSpPr>
        <p:grpSpPr>
          <a:xfrm>
            <a:off x="478568" y="2490234"/>
            <a:ext cx="2856233" cy="3648433"/>
            <a:chOff x="358925" y="1867675"/>
            <a:chExt cx="2142175" cy="2736325"/>
          </a:xfrm>
        </p:grpSpPr>
        <p:sp>
          <p:nvSpPr>
            <p:cNvPr id="805" name="Google Shape;805;p46"/>
            <p:cNvSpPr/>
            <p:nvPr/>
          </p:nvSpPr>
          <p:spPr>
            <a:xfrm>
              <a:off x="358925" y="1876250"/>
              <a:ext cx="2910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806" name="Google Shape;806;p46"/>
            <p:cNvSpPr/>
            <p:nvPr/>
          </p:nvSpPr>
          <p:spPr>
            <a:xfrm>
              <a:off x="757650" y="1867675"/>
              <a:ext cx="2910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807" name="Google Shape;807;p46"/>
            <p:cNvSpPr/>
            <p:nvPr/>
          </p:nvSpPr>
          <p:spPr>
            <a:xfrm>
              <a:off x="358925" y="2188475"/>
              <a:ext cx="2910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808" name="Google Shape;808;p46"/>
            <p:cNvSpPr/>
            <p:nvPr/>
          </p:nvSpPr>
          <p:spPr>
            <a:xfrm>
              <a:off x="358925" y="2515188"/>
              <a:ext cx="2910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809" name="Google Shape;809;p46"/>
            <p:cNvSpPr/>
            <p:nvPr/>
          </p:nvSpPr>
          <p:spPr>
            <a:xfrm>
              <a:off x="358925" y="2841925"/>
              <a:ext cx="2910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810" name="Google Shape;810;p46"/>
            <p:cNvSpPr/>
            <p:nvPr/>
          </p:nvSpPr>
          <p:spPr>
            <a:xfrm>
              <a:off x="709062" y="2841925"/>
              <a:ext cx="2979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811" name="Google Shape;811;p46"/>
            <p:cNvSpPr/>
            <p:nvPr/>
          </p:nvSpPr>
          <p:spPr>
            <a:xfrm>
              <a:off x="1059518" y="2841925"/>
              <a:ext cx="2328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812" name="Google Shape;812;p46"/>
            <p:cNvSpPr/>
            <p:nvPr/>
          </p:nvSpPr>
          <p:spPr>
            <a:xfrm>
              <a:off x="358925" y="3152500"/>
              <a:ext cx="2685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813" name="Google Shape;813;p46"/>
            <p:cNvSpPr/>
            <p:nvPr/>
          </p:nvSpPr>
          <p:spPr>
            <a:xfrm>
              <a:off x="358925" y="3495350"/>
              <a:ext cx="2685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814" name="Google Shape;814;p46"/>
            <p:cNvSpPr/>
            <p:nvPr/>
          </p:nvSpPr>
          <p:spPr>
            <a:xfrm>
              <a:off x="358925" y="3804275"/>
              <a:ext cx="2685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815" name="Google Shape;815;p46"/>
            <p:cNvSpPr/>
            <p:nvPr/>
          </p:nvSpPr>
          <p:spPr>
            <a:xfrm>
              <a:off x="358925" y="4113200"/>
              <a:ext cx="2685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816" name="Google Shape;816;p46"/>
            <p:cNvSpPr/>
            <p:nvPr/>
          </p:nvSpPr>
          <p:spPr>
            <a:xfrm>
              <a:off x="709062" y="3152500"/>
              <a:ext cx="214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817" name="Google Shape;817;p46"/>
            <p:cNvSpPr/>
            <p:nvPr/>
          </p:nvSpPr>
          <p:spPr>
            <a:xfrm>
              <a:off x="683525" y="3495350"/>
              <a:ext cx="2148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818" name="Google Shape;818;p46"/>
            <p:cNvSpPr/>
            <p:nvPr/>
          </p:nvSpPr>
          <p:spPr>
            <a:xfrm>
              <a:off x="709062" y="3804275"/>
              <a:ext cx="2148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819" name="Google Shape;819;p46"/>
            <p:cNvSpPr/>
            <p:nvPr/>
          </p:nvSpPr>
          <p:spPr>
            <a:xfrm>
              <a:off x="709062" y="4130163"/>
              <a:ext cx="214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820" name="Google Shape;820;p46"/>
            <p:cNvSpPr/>
            <p:nvPr/>
          </p:nvSpPr>
          <p:spPr>
            <a:xfrm>
              <a:off x="709062" y="4456050"/>
              <a:ext cx="2148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821" name="Google Shape;821;p46"/>
            <p:cNvSpPr/>
            <p:nvPr/>
          </p:nvSpPr>
          <p:spPr>
            <a:xfrm>
              <a:off x="973809" y="3152500"/>
              <a:ext cx="4155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822" name="Google Shape;822;p46"/>
            <p:cNvSpPr/>
            <p:nvPr/>
          </p:nvSpPr>
          <p:spPr>
            <a:xfrm>
              <a:off x="973809" y="3495350"/>
              <a:ext cx="5802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823" name="Google Shape;823;p46"/>
            <p:cNvSpPr/>
            <p:nvPr/>
          </p:nvSpPr>
          <p:spPr>
            <a:xfrm>
              <a:off x="994246" y="3804275"/>
              <a:ext cx="6756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824" name="Google Shape;824;p46"/>
            <p:cNvSpPr/>
            <p:nvPr/>
          </p:nvSpPr>
          <p:spPr>
            <a:xfrm>
              <a:off x="994246" y="4148775"/>
              <a:ext cx="675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825" name="Google Shape;825;p46"/>
            <p:cNvSpPr/>
            <p:nvPr/>
          </p:nvSpPr>
          <p:spPr>
            <a:xfrm>
              <a:off x="994246" y="4456050"/>
              <a:ext cx="675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826" name="Google Shape;826;p46"/>
            <p:cNvSpPr/>
            <p:nvPr/>
          </p:nvSpPr>
          <p:spPr>
            <a:xfrm>
              <a:off x="1439171" y="3152500"/>
              <a:ext cx="3783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827" name="Google Shape;827;p46"/>
            <p:cNvSpPr/>
            <p:nvPr/>
          </p:nvSpPr>
          <p:spPr>
            <a:xfrm>
              <a:off x="1629567" y="3478388"/>
              <a:ext cx="3783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828" name="Google Shape;828;p46"/>
            <p:cNvSpPr/>
            <p:nvPr/>
          </p:nvSpPr>
          <p:spPr>
            <a:xfrm>
              <a:off x="1740173" y="3804300"/>
              <a:ext cx="232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829" name="Google Shape;829;p46"/>
            <p:cNvSpPr/>
            <p:nvPr/>
          </p:nvSpPr>
          <p:spPr>
            <a:xfrm>
              <a:off x="1740173" y="4456100"/>
              <a:ext cx="232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830" name="Google Shape;830;p46"/>
            <p:cNvSpPr/>
            <p:nvPr/>
          </p:nvSpPr>
          <p:spPr>
            <a:xfrm>
              <a:off x="757650" y="2182588"/>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831" name="Google Shape;831;p46"/>
            <p:cNvSpPr/>
            <p:nvPr/>
          </p:nvSpPr>
          <p:spPr>
            <a:xfrm>
              <a:off x="757650" y="2512250"/>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832" name="Google Shape;832;p46"/>
            <p:cNvSpPr/>
            <p:nvPr/>
          </p:nvSpPr>
          <p:spPr>
            <a:xfrm>
              <a:off x="1445575" y="2509300"/>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833" name="Google Shape;833;p46"/>
            <p:cNvSpPr/>
            <p:nvPr/>
          </p:nvSpPr>
          <p:spPr>
            <a:xfrm>
              <a:off x="1344900" y="2841925"/>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834" name="Google Shape;834;p46"/>
            <p:cNvSpPr/>
            <p:nvPr/>
          </p:nvSpPr>
          <p:spPr>
            <a:xfrm>
              <a:off x="1740250" y="4148775"/>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835" name="Google Shape;835;p46"/>
            <p:cNvSpPr/>
            <p:nvPr/>
          </p:nvSpPr>
          <p:spPr>
            <a:xfrm>
              <a:off x="2043300" y="4456050"/>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grpSp>
      <p:sp>
        <p:nvSpPr>
          <p:cNvPr id="836" name="Google Shape;836;p46"/>
          <p:cNvSpPr txBox="1"/>
          <p:nvPr/>
        </p:nvSpPr>
        <p:spPr>
          <a:xfrm>
            <a:off x="301751" y="395167"/>
            <a:ext cx="939600" cy="1160000"/>
          </a:xfrm>
          <a:prstGeom prst="rect">
            <a:avLst/>
          </a:prstGeom>
          <a:noFill/>
          <a:ln>
            <a:noFill/>
          </a:ln>
        </p:spPr>
        <p:txBody>
          <a:bodyPr spcFirstLastPara="1" wrap="square" lIns="121900" tIns="121900" rIns="121900" bIns="121900" anchor="t" anchorCtr="0">
            <a:noAutofit/>
          </a:bodyPr>
          <a:lstStyle/>
          <a:p>
            <a:r>
              <a:rPr lang="en" sz="6667">
                <a:solidFill>
                  <a:schemeClr val="accent2"/>
                </a:solidFill>
                <a:latin typeface="Comfortaa"/>
                <a:ea typeface="Comfortaa"/>
                <a:cs typeface="Comfortaa"/>
                <a:sym typeface="Comfortaa"/>
              </a:rPr>
              <a:t>{</a:t>
            </a:r>
            <a:endParaRPr sz="6667">
              <a:solidFill>
                <a:schemeClr val="accent2"/>
              </a:solidFill>
              <a:latin typeface="Comfortaa"/>
              <a:ea typeface="Comfortaa"/>
              <a:cs typeface="Comfortaa"/>
              <a:sym typeface="Comfortaa"/>
            </a:endParaRPr>
          </a:p>
        </p:txBody>
      </p:sp>
      <p:sp>
        <p:nvSpPr>
          <p:cNvPr id="837" name="Google Shape;837;p46"/>
          <p:cNvSpPr txBox="1"/>
          <p:nvPr/>
        </p:nvSpPr>
        <p:spPr>
          <a:xfrm>
            <a:off x="9791700" y="5537200"/>
            <a:ext cx="692400" cy="1012400"/>
          </a:xfrm>
          <a:prstGeom prst="rect">
            <a:avLst/>
          </a:prstGeom>
          <a:noFill/>
          <a:ln>
            <a:noFill/>
          </a:ln>
        </p:spPr>
        <p:txBody>
          <a:bodyPr spcFirstLastPara="1" wrap="square" lIns="121900" tIns="121900" rIns="121900" bIns="121900" anchor="t" anchorCtr="0">
            <a:noAutofit/>
          </a:bodyPr>
          <a:lstStyle/>
          <a:p>
            <a:r>
              <a:rPr lang="en" sz="6667">
                <a:solidFill>
                  <a:schemeClr val="accent3"/>
                </a:solidFill>
                <a:latin typeface="Comfortaa"/>
                <a:ea typeface="Comfortaa"/>
                <a:cs typeface="Comfortaa"/>
                <a:sym typeface="Comfortaa"/>
              </a:rPr>
              <a:t>}</a:t>
            </a:r>
            <a:endParaRPr sz="6667">
              <a:solidFill>
                <a:schemeClr val="accent3"/>
              </a:solidFill>
              <a:latin typeface="Comfortaa"/>
              <a:ea typeface="Comfortaa"/>
              <a:cs typeface="Comfortaa"/>
              <a:sym typeface="Comfortaa"/>
            </a:endParaRPr>
          </a:p>
        </p:txBody>
      </p:sp>
      <p:sp>
        <p:nvSpPr>
          <p:cNvPr id="838" name="Google Shape;838;p46"/>
          <p:cNvSpPr txBox="1"/>
          <p:nvPr/>
        </p:nvSpPr>
        <p:spPr>
          <a:xfrm>
            <a:off x="10602333" y="5821200"/>
            <a:ext cx="1301600" cy="728400"/>
          </a:xfrm>
          <a:prstGeom prst="rect">
            <a:avLst/>
          </a:prstGeom>
          <a:noFill/>
          <a:ln>
            <a:noFill/>
          </a:ln>
        </p:spPr>
        <p:txBody>
          <a:bodyPr spcFirstLastPara="1" wrap="square" lIns="121900" tIns="121900" rIns="121900" bIns="121900" anchor="ctr" anchorCtr="0">
            <a:noAutofit/>
          </a:bodyPr>
          <a:lstStyle/>
          <a:p>
            <a:pPr algn="r"/>
            <a:r>
              <a:rPr lang="en" sz="6667">
                <a:solidFill>
                  <a:schemeClr val="accent2"/>
                </a:solidFill>
                <a:latin typeface="Fira Code"/>
                <a:ea typeface="Fira Code"/>
                <a:cs typeface="Fira Code"/>
                <a:sym typeface="Fira Code"/>
              </a:rPr>
              <a:t>..</a:t>
            </a:r>
            <a:endParaRPr sz="6667">
              <a:solidFill>
                <a:schemeClr val="accent2"/>
              </a:solidFill>
            </a:endParaRPr>
          </a:p>
        </p:txBody>
      </p:sp>
      <p:sp>
        <p:nvSpPr>
          <p:cNvPr id="839" name="Google Shape;839;p46"/>
          <p:cNvSpPr txBox="1"/>
          <p:nvPr/>
        </p:nvSpPr>
        <p:spPr>
          <a:xfrm>
            <a:off x="894217" y="681400"/>
            <a:ext cx="1301600" cy="728400"/>
          </a:xfrm>
          <a:prstGeom prst="rect">
            <a:avLst/>
          </a:prstGeom>
          <a:noFill/>
          <a:ln>
            <a:noFill/>
          </a:ln>
        </p:spPr>
        <p:txBody>
          <a:bodyPr spcFirstLastPara="1" wrap="square" lIns="121900" tIns="121900" rIns="121900" bIns="121900" anchor="ctr" anchorCtr="0">
            <a:noAutofit/>
          </a:bodyPr>
          <a:lstStyle/>
          <a:p>
            <a:pPr algn="r"/>
            <a:r>
              <a:rPr lang="en" sz="6667">
                <a:solidFill>
                  <a:schemeClr val="accent5"/>
                </a:solidFill>
                <a:latin typeface="Fira Code"/>
                <a:ea typeface="Fira Code"/>
                <a:cs typeface="Fira Code"/>
                <a:sym typeface="Fira Code"/>
              </a:rPr>
              <a:t>..</a:t>
            </a:r>
            <a:endParaRPr sz="6667">
              <a:solidFill>
                <a:schemeClr val="accent5"/>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32"/>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dirty="0"/>
              <a:t>Contents </a:t>
            </a:r>
            <a:r>
              <a:rPr lang="en" dirty="0">
                <a:solidFill>
                  <a:schemeClr val="accent4"/>
                </a:solidFill>
              </a:rPr>
              <a:t>of Day 6</a:t>
            </a:r>
            <a:endParaRPr dirty="0">
              <a:solidFill>
                <a:schemeClr val="accent4"/>
              </a:solidFill>
            </a:endParaRPr>
          </a:p>
        </p:txBody>
      </p:sp>
      <p:sp>
        <p:nvSpPr>
          <p:cNvPr id="298" name="Google Shape;298;p32"/>
          <p:cNvSpPr txBox="1">
            <a:spLocks noGrp="1"/>
          </p:cNvSpPr>
          <p:nvPr>
            <p:ph type="body" idx="1"/>
          </p:nvPr>
        </p:nvSpPr>
        <p:spPr>
          <a:xfrm>
            <a:off x="960000" y="1621000"/>
            <a:ext cx="10272000" cy="3751600"/>
          </a:xfrm>
          <a:prstGeom prst="rect">
            <a:avLst/>
          </a:prstGeom>
        </p:spPr>
        <p:txBody>
          <a:bodyPr spcFirstLastPara="1" wrap="square" lIns="121900" tIns="121900" rIns="121900" bIns="121900" anchor="t" anchorCtr="0">
            <a:noAutofit/>
          </a:bodyPr>
          <a:lstStyle/>
          <a:p>
            <a:pPr marL="0" indent="0">
              <a:buNone/>
            </a:pPr>
            <a:r>
              <a:rPr lang="en-US" dirty="0"/>
              <a:t>Conditional Execution &amp; Loops</a:t>
            </a:r>
          </a:p>
        </p:txBody>
      </p:sp>
      <p:graphicFrame>
        <p:nvGraphicFramePr>
          <p:cNvPr id="299" name="Google Shape;299;p32"/>
          <p:cNvGraphicFramePr/>
          <p:nvPr/>
        </p:nvGraphicFramePr>
        <p:xfrm>
          <a:off x="960000" y="2306887"/>
          <a:ext cx="10272000" cy="2410165"/>
        </p:xfrm>
        <a:graphic>
          <a:graphicData uri="http://schemas.openxmlformats.org/drawingml/2006/table">
            <a:tbl>
              <a:tblPr>
                <a:noFill/>
              </a:tblPr>
              <a:tblGrid>
                <a:gridCol w="3326100">
                  <a:extLst>
                    <a:ext uri="{9D8B030D-6E8A-4147-A177-3AD203B41FA5}">
                      <a16:colId xmlns:a16="http://schemas.microsoft.com/office/drawing/2014/main" val="20000"/>
                    </a:ext>
                  </a:extLst>
                </a:gridCol>
                <a:gridCol w="6945900">
                  <a:extLst>
                    <a:ext uri="{9D8B030D-6E8A-4147-A177-3AD203B41FA5}">
                      <a16:colId xmlns:a16="http://schemas.microsoft.com/office/drawing/2014/main" val="20001"/>
                    </a:ext>
                  </a:extLst>
                </a:gridCol>
              </a:tblGrid>
              <a:tr h="482033">
                <a:tc>
                  <a:txBody>
                    <a:bodyPr/>
                    <a:lstStyle/>
                    <a:p>
                      <a:pPr marL="0" lvl="0" indent="0" algn="l" rtl="0">
                        <a:spcBef>
                          <a:spcPts val="0"/>
                        </a:spcBef>
                        <a:spcAft>
                          <a:spcPts val="0"/>
                        </a:spcAft>
                        <a:buNone/>
                      </a:pPr>
                      <a:r>
                        <a:rPr lang="en" sz="1500" dirty="0">
                          <a:solidFill>
                            <a:schemeClr val="dk2"/>
                          </a:solidFill>
                          <a:uFill>
                            <a:noFill/>
                          </a:uFill>
                          <a:latin typeface="Source Code Pro"/>
                          <a:ea typeface="Source Code Pro"/>
                          <a:cs typeface="Source Code Pro"/>
                          <a:sym typeface="Source Code Pro"/>
                        </a:rPr>
                        <a:t>Recap &amp; introduction</a:t>
                      </a:r>
                      <a:endParaRPr sz="1500" dirty="0">
                        <a:solidFill>
                          <a:schemeClr val="dk2"/>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1600"/>
                        </a:spcAft>
                        <a:buNone/>
                      </a:pPr>
                      <a:r>
                        <a:rPr lang="en-US" sz="1300" dirty="0">
                          <a:latin typeface="Source Code Pro" panose="020B0509030403020204" pitchFamily="49" charset="0"/>
                          <a:ea typeface="Source Code Pro" panose="020B0509030403020204" pitchFamily="49" charset="0"/>
                        </a:rPr>
                        <a:t>Review of Python Control Flow (Loops &amp; Conditionals) &amp; Motivational Lecture.</a:t>
                      </a:r>
                      <a:endParaRPr sz="1300" dirty="0">
                        <a:solidFill>
                          <a:schemeClr val="dk1"/>
                        </a:solidFill>
                        <a:latin typeface="Source Code Pro" panose="020B0509030403020204" pitchFamily="49" charset="0"/>
                        <a:ea typeface="Source Code Pro" panose="020B0509030403020204" pitchFamily="49" charset="0"/>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0"/>
                  </a:ext>
                </a:extLst>
              </a:tr>
              <a:tr h="482033">
                <a:tc>
                  <a:txBody>
                    <a:bodyPr/>
                    <a:lstStyle/>
                    <a:p>
                      <a:pPr marL="0" lvl="0" indent="0" algn="l" rtl="0">
                        <a:spcBef>
                          <a:spcPts val="0"/>
                        </a:spcBef>
                        <a:spcAft>
                          <a:spcPts val="0"/>
                        </a:spcAft>
                        <a:buNone/>
                      </a:pPr>
                      <a:r>
                        <a:rPr lang="en" sz="1500" dirty="0">
                          <a:solidFill>
                            <a:schemeClr val="accent2"/>
                          </a:solidFill>
                          <a:uFill>
                            <a:noFill/>
                          </a:uFill>
                          <a:latin typeface="Source Code Pro"/>
                          <a:ea typeface="Source Code Pro"/>
                          <a:cs typeface="Source Code Pro"/>
                          <a:sym typeface="Source Code Pro"/>
                        </a:rPr>
                        <a:t>Core Thoery</a:t>
                      </a:r>
                      <a:endParaRPr sz="1500" dirty="0">
                        <a:solidFill>
                          <a:schemeClr val="accent2"/>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1600"/>
                        </a:spcAft>
                        <a:buNone/>
                      </a:pPr>
                      <a:r>
                        <a:rPr lang="en-US" sz="1300" dirty="0">
                          <a:solidFill>
                            <a:schemeClr val="dk1"/>
                          </a:solidFill>
                          <a:latin typeface="Source Code Pro"/>
                          <a:ea typeface="Source Code Pro"/>
                          <a:cs typeface="Source Code Pro"/>
                          <a:sym typeface="Source Code Pro"/>
                        </a:rPr>
                        <a:t>Understanding Functions, Variable Scope, Lambda expressions, Map/Filter, and Inner functions.</a:t>
                      </a:r>
                      <a:endParaRPr sz="1300" dirty="0">
                        <a:solidFill>
                          <a:schemeClr val="dk1"/>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1"/>
                  </a:ext>
                </a:extLst>
              </a:tr>
              <a:tr h="482033">
                <a:tc>
                  <a:txBody>
                    <a:bodyPr/>
                    <a:lstStyle/>
                    <a:p>
                      <a:pPr marL="0" lvl="0" indent="0" algn="l" rtl="0">
                        <a:spcBef>
                          <a:spcPts val="0"/>
                        </a:spcBef>
                        <a:spcAft>
                          <a:spcPts val="0"/>
                        </a:spcAft>
                        <a:buNone/>
                      </a:pPr>
                      <a:r>
                        <a:rPr lang="en" sz="1500" dirty="0">
                          <a:solidFill>
                            <a:schemeClr val="accent4"/>
                          </a:solidFill>
                          <a:uFill>
                            <a:noFill/>
                          </a:uFill>
                          <a:latin typeface="Source Code Pro"/>
                          <a:ea typeface="Source Code Pro"/>
                          <a:cs typeface="Source Code Pro"/>
                          <a:sym typeface="Source Code Pro"/>
                        </a:rPr>
                        <a:t>Lab Practice</a:t>
                      </a:r>
                      <a:endParaRPr sz="1500" dirty="0">
                        <a:solidFill>
                          <a:schemeClr val="accent4"/>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1600"/>
                        </a:spcAft>
                        <a:buNone/>
                      </a:pPr>
                      <a:r>
                        <a:rPr lang="en-US" sz="1300" dirty="0">
                          <a:solidFill>
                            <a:schemeClr val="dk1"/>
                          </a:solidFill>
                          <a:latin typeface="Source Code Pro"/>
                          <a:ea typeface="Source Code Pro"/>
                          <a:cs typeface="Source Code Pro"/>
                          <a:sym typeface="Source Code Pro"/>
                        </a:rPr>
                        <a:t>Practical coding tasks implementing custom functions, variable scope, and lambda expressions.</a:t>
                      </a:r>
                      <a:endParaRPr sz="1300" dirty="0">
                        <a:solidFill>
                          <a:schemeClr val="dk1"/>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2"/>
                  </a:ext>
                </a:extLst>
              </a:tr>
              <a:tr h="482033">
                <a:tc>
                  <a:txBody>
                    <a:bodyPr/>
                    <a:lstStyle/>
                    <a:p>
                      <a:pPr marL="0" lvl="0" indent="0" algn="l" rtl="0">
                        <a:spcBef>
                          <a:spcPts val="0"/>
                        </a:spcBef>
                        <a:spcAft>
                          <a:spcPts val="0"/>
                        </a:spcAft>
                        <a:buNone/>
                      </a:pPr>
                      <a:r>
                        <a:rPr lang="en" sz="1500" dirty="0">
                          <a:solidFill>
                            <a:schemeClr val="accent5"/>
                          </a:solidFill>
                          <a:uFill>
                            <a:noFill/>
                          </a:uFill>
                          <a:latin typeface="Source Code Pro"/>
                          <a:ea typeface="Source Code Pro"/>
                          <a:cs typeface="Source Code Pro"/>
                          <a:sym typeface="Source Code Pro"/>
                        </a:rPr>
                        <a:t>Advance Lab</a:t>
                      </a:r>
                      <a:endParaRPr sz="1500" dirty="0">
                        <a:solidFill>
                          <a:schemeClr val="accent5"/>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1600"/>
                        </a:spcAft>
                        <a:buNone/>
                      </a:pPr>
                      <a:r>
                        <a:rPr lang="en-US" sz="1300" dirty="0">
                          <a:solidFill>
                            <a:schemeClr val="dk1"/>
                          </a:solidFill>
                          <a:latin typeface="Source Code Pro"/>
                          <a:ea typeface="Source Code Pro"/>
                          <a:cs typeface="Source Code Pro"/>
                          <a:sym typeface="Source Code Pro"/>
                        </a:rPr>
                        <a:t>Managing files (File Handling) and handling errors gracefully (Exception Handling).</a:t>
                      </a:r>
                      <a:endParaRPr sz="1300" dirty="0">
                        <a:solidFill>
                          <a:schemeClr val="dk1"/>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3"/>
                  </a:ext>
                </a:extLst>
              </a:tr>
              <a:tr h="482033">
                <a:tc>
                  <a:txBody>
                    <a:bodyPr/>
                    <a:lstStyle/>
                    <a:p>
                      <a:pPr marL="0" lvl="0" indent="0" algn="l" rtl="0">
                        <a:spcBef>
                          <a:spcPts val="0"/>
                        </a:spcBef>
                        <a:spcAft>
                          <a:spcPts val="0"/>
                        </a:spcAft>
                        <a:buNone/>
                      </a:pPr>
                      <a:r>
                        <a:rPr lang="en" sz="1500" dirty="0">
                          <a:solidFill>
                            <a:schemeClr val="accent1"/>
                          </a:solidFill>
                          <a:uFill>
                            <a:noFill/>
                          </a:uFill>
                          <a:latin typeface="Source Code Pro"/>
                          <a:ea typeface="Source Code Pro"/>
                          <a:cs typeface="Source Code Pro"/>
                          <a:sym typeface="Source Code Pro"/>
                        </a:rPr>
                        <a:t>Wrap-up &amp; Q&amp;A</a:t>
                      </a:r>
                      <a:endParaRPr sz="1500" dirty="0">
                        <a:solidFill>
                          <a:schemeClr val="accent1"/>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0"/>
                        </a:spcAft>
                        <a:buNone/>
                      </a:pPr>
                      <a:r>
                        <a:rPr lang="en-US" sz="1300" dirty="0">
                          <a:solidFill>
                            <a:schemeClr val="dk1"/>
                          </a:solidFill>
                          <a:latin typeface="Source Code Pro"/>
                          <a:ea typeface="Source Code Pro"/>
                          <a:cs typeface="Source Code Pro"/>
                          <a:sym typeface="Source Code Pro"/>
                        </a:rPr>
                        <a:t>Debugging tips for functions and setting up for Object-Oriented Programming (OOP).</a:t>
                      </a:r>
                      <a:endParaRPr sz="1300" dirty="0">
                        <a:solidFill>
                          <a:schemeClr val="dk1"/>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300" name="Google Shape;300;p32"/>
          <p:cNvSpPr txBox="1"/>
          <p:nvPr/>
        </p:nvSpPr>
        <p:spPr>
          <a:xfrm>
            <a:off x="951099" y="5523067"/>
            <a:ext cx="4085200" cy="615600"/>
          </a:xfrm>
          <a:prstGeom prst="rect">
            <a:avLst/>
          </a:prstGeom>
          <a:noFill/>
          <a:ln>
            <a:noFill/>
          </a:ln>
        </p:spPr>
        <p:txBody>
          <a:bodyPr spcFirstLastPara="1" wrap="square" lIns="121900" tIns="121900" rIns="121900" bIns="121900" anchor="t" anchorCtr="0">
            <a:noAutofit/>
          </a:bodyPr>
          <a:lstStyle/>
          <a:p>
            <a:endParaRPr sz="1467" dirty="0">
              <a:solidFill>
                <a:schemeClr val="accent3"/>
              </a:solidFill>
              <a:latin typeface="Source Code Pro"/>
              <a:ea typeface="Source Code Pro"/>
              <a:cs typeface="Source Code Pro"/>
              <a:sym typeface="Source Code Pro"/>
            </a:endParaRPr>
          </a:p>
        </p:txBody>
      </p:sp>
      <p:sp>
        <p:nvSpPr>
          <p:cNvPr id="301" name="Google Shape;301;p32"/>
          <p:cNvSpPr txBox="1"/>
          <p:nvPr/>
        </p:nvSpPr>
        <p:spPr>
          <a:xfrm>
            <a:off x="3361641" y="5328832"/>
            <a:ext cx="5875200" cy="1361527"/>
          </a:xfrm>
          <a:prstGeom prst="rect">
            <a:avLst/>
          </a:prstGeom>
          <a:noFill/>
          <a:ln>
            <a:noFill/>
          </a:ln>
        </p:spPr>
        <p:txBody>
          <a:bodyPr spcFirstLastPara="1" wrap="square" lIns="121900" tIns="121900" rIns="121900" bIns="121900" anchor="t" anchorCtr="0">
            <a:noAutofit/>
          </a:bodyPr>
          <a:lstStyle/>
          <a:p>
            <a:r>
              <a:rPr lang="en" sz="1467" dirty="0">
                <a:solidFill>
                  <a:schemeClr val="dk1"/>
                </a:solidFill>
                <a:latin typeface="Source Code Pro"/>
                <a:ea typeface="Source Code Pro"/>
                <a:cs typeface="Source Code Pro"/>
                <a:sym typeface="Source Code Pro"/>
              </a:rPr>
              <a:t>Important:</a:t>
            </a:r>
            <a:br>
              <a:rPr lang="en" sz="1467" dirty="0">
                <a:solidFill>
                  <a:schemeClr val="dk1"/>
                </a:solidFill>
                <a:latin typeface="Source Code Pro"/>
                <a:ea typeface="Source Code Pro"/>
                <a:cs typeface="Source Code Pro"/>
                <a:sym typeface="Source Code Pro"/>
              </a:rPr>
            </a:br>
            <a:r>
              <a:rPr lang="en-US" sz="1467" dirty="0">
                <a:solidFill>
                  <a:schemeClr val="accent3"/>
                </a:solidFill>
                <a:uFill>
                  <a:noFill/>
                </a:uFill>
                <a:latin typeface="Source Code Pro"/>
                <a:ea typeface="Source Code Pro"/>
                <a:cs typeface="Source Code Pro"/>
                <a:sym typeface="Source Code Pro"/>
              </a:rPr>
              <a:t>Use of AI for solving given task is now allowed.</a:t>
            </a:r>
            <a:br>
              <a:rPr lang="en-US" sz="1467" dirty="0">
                <a:solidFill>
                  <a:schemeClr val="accent3"/>
                </a:solidFill>
                <a:uFill>
                  <a:noFill/>
                </a:uFill>
                <a:latin typeface="Source Code Pro"/>
                <a:ea typeface="Source Code Pro"/>
                <a:cs typeface="Source Code Pro"/>
                <a:sym typeface="Source Code Pro"/>
              </a:rPr>
            </a:br>
            <a:r>
              <a:rPr lang="en-US" sz="1467" dirty="0">
                <a:solidFill>
                  <a:schemeClr val="accent3"/>
                </a:solidFill>
                <a:uFill>
                  <a:noFill/>
                </a:uFill>
                <a:latin typeface="Source Code Pro"/>
                <a:ea typeface="Source Code Pro"/>
                <a:cs typeface="Source Code Pro"/>
                <a:sym typeface="Source Code Pro"/>
              </a:rPr>
              <a:t>Cellphones must be put on silent.</a:t>
            </a:r>
            <a:br>
              <a:rPr lang="en-US" sz="1467" dirty="0">
                <a:solidFill>
                  <a:schemeClr val="accent3"/>
                </a:solidFill>
                <a:uFill>
                  <a:noFill/>
                </a:uFill>
                <a:latin typeface="Source Code Pro"/>
                <a:ea typeface="Source Code Pro"/>
                <a:cs typeface="Source Code Pro"/>
                <a:sym typeface="Source Code Pro"/>
              </a:rPr>
            </a:br>
            <a:br>
              <a:rPr lang="en-US" sz="1467" dirty="0">
                <a:solidFill>
                  <a:schemeClr val="accent3"/>
                </a:solidFill>
                <a:uFill>
                  <a:noFill/>
                </a:uFill>
                <a:latin typeface="Source Code Pro"/>
                <a:ea typeface="Source Code Pro"/>
                <a:cs typeface="Source Code Pro"/>
                <a:sym typeface="Source Code Pro"/>
              </a:rPr>
            </a:br>
            <a:endParaRPr lang="en-US" sz="1467" dirty="0">
              <a:solidFill>
                <a:schemeClr val="accent3"/>
              </a:solidFill>
              <a:latin typeface="Source Code Pro"/>
              <a:ea typeface="Source Code Pro"/>
              <a:cs typeface="Source Code Pro"/>
              <a:sym typeface="Source Code Pr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36"/>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dirty="0"/>
              <a:t>Today Objective - </a:t>
            </a:r>
            <a:r>
              <a:rPr lang="en-US" dirty="0">
                <a:solidFill>
                  <a:schemeClr val="lt2"/>
                </a:solidFill>
              </a:rPr>
              <a:t>Functions &amp; Scope</a:t>
            </a:r>
            <a:endParaRPr dirty="0">
              <a:solidFill>
                <a:schemeClr val="lt2"/>
              </a:solidFill>
            </a:endParaRPr>
          </a:p>
        </p:txBody>
      </p:sp>
      <p:sp>
        <p:nvSpPr>
          <p:cNvPr id="432" name="Google Shape;432;p36"/>
          <p:cNvSpPr txBox="1">
            <a:spLocks noGrp="1"/>
          </p:cNvSpPr>
          <p:nvPr>
            <p:ph type="subTitle" idx="1"/>
          </p:nvPr>
        </p:nvSpPr>
        <p:spPr>
          <a:xfrm>
            <a:off x="6004560" y="1924167"/>
            <a:ext cx="5227437" cy="3675216"/>
          </a:xfrm>
          <a:prstGeom prst="rect">
            <a:avLst/>
          </a:prstGeom>
        </p:spPr>
        <p:txBody>
          <a:bodyPr spcFirstLastPara="1" wrap="square" lIns="121900" tIns="121900" rIns="121900" bIns="121900" anchor="t" anchorCtr="0">
            <a:noAutofit/>
          </a:bodyPr>
          <a:lstStyle/>
          <a:p>
            <a:pPr marL="0" indent="0"/>
            <a:r>
              <a:rPr lang="en-US" sz="1800" dirty="0"/>
              <a:t>Imagine a huge car factory. You don't build a car from scratch in one single room. Instead, you have different machines (stations). One machine installs doors. Another paints the car. In Python, </a:t>
            </a:r>
            <a:r>
              <a:rPr lang="en-US" sz="1800" dirty="0">
                <a:solidFill>
                  <a:schemeClr val="accent1"/>
                </a:solidFill>
              </a:rPr>
              <a:t>Functions</a:t>
            </a:r>
            <a:r>
              <a:rPr lang="en-US" sz="1800" dirty="0"/>
              <a:t> are those machines. You write the code for a specific task once, and then you can </a:t>
            </a:r>
            <a:r>
              <a:rPr lang="en-US" sz="1800" dirty="0">
                <a:solidFill>
                  <a:schemeClr val="accent2"/>
                </a:solidFill>
              </a:rPr>
              <a:t>reuse</a:t>
            </a:r>
            <a:r>
              <a:rPr lang="en-US" sz="1800" dirty="0"/>
              <a:t> that "machine" whenever you need it without rewriting the code!</a:t>
            </a:r>
            <a:endParaRPr sz="1600" dirty="0"/>
          </a:p>
        </p:txBody>
      </p:sp>
      <p:sp>
        <p:nvSpPr>
          <p:cNvPr id="433" name="Google Shape;433;p36"/>
          <p:cNvSpPr txBox="1">
            <a:spLocks noGrp="1"/>
          </p:cNvSpPr>
          <p:nvPr>
            <p:ph type="subTitle" idx="2"/>
          </p:nvPr>
        </p:nvSpPr>
        <p:spPr>
          <a:xfrm>
            <a:off x="858667" y="1924167"/>
            <a:ext cx="4802800" cy="3244000"/>
          </a:xfrm>
          <a:prstGeom prst="rect">
            <a:avLst/>
          </a:prstGeom>
        </p:spPr>
        <p:txBody>
          <a:bodyPr spcFirstLastPara="1" wrap="square" lIns="121900" tIns="121900" rIns="121900" bIns="121900" anchor="t" anchorCtr="0">
            <a:noAutofit/>
          </a:bodyPr>
          <a:lstStyle/>
          <a:p>
            <a:pPr marL="0" indent="0"/>
            <a:r>
              <a:rPr lang="en" dirty="0"/>
              <a:t>Why </a:t>
            </a:r>
            <a:r>
              <a:rPr lang="en" dirty="0">
                <a:solidFill>
                  <a:schemeClr val="accent1"/>
                </a:solidFill>
              </a:rPr>
              <a:t>Functions</a:t>
            </a:r>
            <a:r>
              <a:rPr lang="en" dirty="0">
                <a:solidFill>
                  <a:schemeClr val="tx2"/>
                </a:solidFill>
              </a:rPr>
              <a:t> </a:t>
            </a:r>
            <a:r>
              <a:rPr lang="en" dirty="0"/>
              <a:t>matters ?</a:t>
            </a:r>
            <a:br>
              <a:rPr lang="en" dirty="0"/>
            </a:br>
            <a:br>
              <a:rPr lang="en" dirty="0"/>
            </a:br>
            <a:r>
              <a:rPr lang="en-US" sz="1600" dirty="0"/>
              <a:t>In AI and Machine Learning, you will perform the same data cleaning tasks millions of times. Functions prevent you from writing the same code over and over, making your AI pipeline clean, readable, and fast.</a:t>
            </a:r>
            <a:endParaRPr sz="1600" dirty="0"/>
          </a:p>
        </p:txBody>
      </p:sp>
      <p:grpSp>
        <p:nvGrpSpPr>
          <p:cNvPr id="434" name="Google Shape;434;p36"/>
          <p:cNvGrpSpPr/>
          <p:nvPr/>
        </p:nvGrpSpPr>
        <p:grpSpPr>
          <a:xfrm>
            <a:off x="466720" y="5258667"/>
            <a:ext cx="3381529" cy="1183100"/>
            <a:chOff x="880714" y="3731738"/>
            <a:chExt cx="2536147" cy="887325"/>
          </a:xfrm>
        </p:grpSpPr>
        <p:sp>
          <p:nvSpPr>
            <p:cNvPr id="435" name="Google Shape;435;p36"/>
            <p:cNvSpPr/>
            <p:nvPr/>
          </p:nvSpPr>
          <p:spPr>
            <a:xfrm>
              <a:off x="880714" y="3748200"/>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436" name="Google Shape;436;p36"/>
            <p:cNvSpPr/>
            <p:nvPr/>
          </p:nvSpPr>
          <p:spPr>
            <a:xfrm>
              <a:off x="880714" y="3987275"/>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437" name="Google Shape;437;p36"/>
            <p:cNvSpPr/>
            <p:nvPr/>
          </p:nvSpPr>
          <p:spPr>
            <a:xfrm>
              <a:off x="880732" y="4260575"/>
              <a:ext cx="327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438" name="Google Shape;438;p36"/>
            <p:cNvSpPr/>
            <p:nvPr/>
          </p:nvSpPr>
          <p:spPr>
            <a:xfrm>
              <a:off x="1374131" y="4260575"/>
              <a:ext cx="5244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439" name="Google Shape;439;p36"/>
            <p:cNvSpPr/>
            <p:nvPr/>
          </p:nvSpPr>
          <p:spPr>
            <a:xfrm>
              <a:off x="2032952" y="4260575"/>
              <a:ext cx="661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440" name="Google Shape;440;p36"/>
            <p:cNvSpPr/>
            <p:nvPr/>
          </p:nvSpPr>
          <p:spPr>
            <a:xfrm>
              <a:off x="2783250" y="4260575"/>
              <a:ext cx="2415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441" name="Google Shape;441;p36"/>
            <p:cNvSpPr/>
            <p:nvPr/>
          </p:nvSpPr>
          <p:spPr>
            <a:xfrm>
              <a:off x="880732" y="4469100"/>
              <a:ext cx="3276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442" name="Google Shape;442;p36"/>
            <p:cNvSpPr/>
            <p:nvPr/>
          </p:nvSpPr>
          <p:spPr>
            <a:xfrm>
              <a:off x="1374131" y="4469100"/>
              <a:ext cx="8340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443" name="Google Shape;443;p36"/>
            <p:cNvSpPr/>
            <p:nvPr/>
          </p:nvSpPr>
          <p:spPr>
            <a:xfrm>
              <a:off x="2318331" y="4469100"/>
              <a:ext cx="3549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444" name="Google Shape;444;p36"/>
            <p:cNvSpPr/>
            <p:nvPr/>
          </p:nvSpPr>
          <p:spPr>
            <a:xfrm>
              <a:off x="2783561" y="4471163"/>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445" name="Google Shape;445;p36"/>
            <p:cNvSpPr/>
            <p:nvPr/>
          </p:nvSpPr>
          <p:spPr>
            <a:xfrm>
              <a:off x="1301861" y="39618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446" name="Google Shape;446;p36"/>
            <p:cNvSpPr/>
            <p:nvPr/>
          </p:nvSpPr>
          <p:spPr>
            <a:xfrm>
              <a:off x="1301861" y="37317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447" name="Google Shape;447;p36"/>
            <p:cNvSpPr/>
            <p:nvPr/>
          </p:nvSpPr>
          <p:spPr>
            <a:xfrm>
              <a:off x="2028686" y="39618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grpSp>
      <p:sp>
        <p:nvSpPr>
          <p:cNvPr id="448" name="Google Shape;448;p36"/>
          <p:cNvSpPr txBox="1"/>
          <p:nvPr/>
        </p:nvSpPr>
        <p:spPr>
          <a:xfrm>
            <a:off x="11057114" y="5098830"/>
            <a:ext cx="849313" cy="1340186"/>
          </a:xfrm>
          <a:prstGeom prst="rect">
            <a:avLst/>
          </a:prstGeom>
          <a:noFill/>
          <a:ln>
            <a:noFill/>
          </a:ln>
        </p:spPr>
        <p:txBody>
          <a:bodyPr spcFirstLastPara="1" wrap="square" lIns="121900" tIns="121900" rIns="121900" bIns="121900" anchor="t" anchorCtr="0">
            <a:noAutofit/>
          </a:bodyPr>
          <a:lstStyle/>
          <a:p>
            <a:r>
              <a:rPr lang="en" sz="6667" dirty="0">
                <a:solidFill>
                  <a:schemeClr val="accent3"/>
                </a:solidFill>
                <a:latin typeface="Comfortaa"/>
                <a:ea typeface="Comfortaa"/>
                <a:cs typeface="Comfortaa"/>
                <a:sym typeface="Comfortaa"/>
              </a:rPr>
              <a:t>}</a:t>
            </a:r>
            <a:endParaRPr sz="6667" dirty="0">
              <a:solidFill>
                <a:schemeClr val="accent3"/>
              </a:solidFill>
              <a:latin typeface="Comfortaa"/>
              <a:ea typeface="Comfortaa"/>
              <a:cs typeface="Comfortaa"/>
              <a:sym typeface="Comfortaa"/>
            </a:endParaRPr>
          </a:p>
        </p:txBody>
      </p:sp>
      <p:sp>
        <p:nvSpPr>
          <p:cNvPr id="449" name="Google Shape;449;p36"/>
          <p:cNvSpPr txBox="1"/>
          <p:nvPr/>
        </p:nvSpPr>
        <p:spPr>
          <a:xfrm>
            <a:off x="7692953" y="5664067"/>
            <a:ext cx="1301600" cy="728400"/>
          </a:xfrm>
          <a:prstGeom prst="rect">
            <a:avLst/>
          </a:prstGeom>
          <a:noFill/>
          <a:ln>
            <a:noFill/>
          </a:ln>
        </p:spPr>
        <p:txBody>
          <a:bodyPr spcFirstLastPara="1" wrap="square" lIns="121900" tIns="121900" rIns="121900" bIns="121900" anchor="ctr" anchorCtr="0">
            <a:noAutofit/>
          </a:bodyPr>
          <a:lstStyle/>
          <a:p>
            <a:pPr algn="r"/>
            <a:r>
              <a:rPr lang="en" sz="6667" dirty="0">
                <a:solidFill>
                  <a:schemeClr val="accent2"/>
                </a:solidFill>
                <a:latin typeface="Fira Code"/>
                <a:ea typeface="Fira Code"/>
                <a:cs typeface="Fira Code"/>
                <a:sym typeface="Fira Code"/>
              </a:rPr>
              <a:t>..</a:t>
            </a:r>
            <a:endParaRPr sz="6667" dirty="0">
              <a:solidFill>
                <a:schemeClr val="accent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grpSp>
        <p:nvGrpSpPr>
          <p:cNvPr id="504" name="Google Shape;504;p38"/>
          <p:cNvGrpSpPr/>
          <p:nvPr/>
        </p:nvGrpSpPr>
        <p:grpSpPr>
          <a:xfrm>
            <a:off x="466720" y="5258667"/>
            <a:ext cx="3381529" cy="1183100"/>
            <a:chOff x="880714" y="3731738"/>
            <a:chExt cx="2536147" cy="887325"/>
          </a:xfrm>
        </p:grpSpPr>
        <p:sp>
          <p:nvSpPr>
            <p:cNvPr id="505" name="Google Shape;505;p38"/>
            <p:cNvSpPr/>
            <p:nvPr/>
          </p:nvSpPr>
          <p:spPr>
            <a:xfrm>
              <a:off x="880714" y="3748200"/>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06" name="Google Shape;506;p38"/>
            <p:cNvSpPr/>
            <p:nvPr/>
          </p:nvSpPr>
          <p:spPr>
            <a:xfrm>
              <a:off x="880714" y="3987275"/>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07" name="Google Shape;507;p38"/>
            <p:cNvSpPr/>
            <p:nvPr/>
          </p:nvSpPr>
          <p:spPr>
            <a:xfrm>
              <a:off x="880732" y="4260575"/>
              <a:ext cx="327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08" name="Google Shape;508;p38"/>
            <p:cNvSpPr/>
            <p:nvPr/>
          </p:nvSpPr>
          <p:spPr>
            <a:xfrm>
              <a:off x="1374131" y="4260575"/>
              <a:ext cx="5244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09" name="Google Shape;509;p38"/>
            <p:cNvSpPr/>
            <p:nvPr/>
          </p:nvSpPr>
          <p:spPr>
            <a:xfrm>
              <a:off x="2032952" y="4260575"/>
              <a:ext cx="661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0" name="Google Shape;510;p38"/>
            <p:cNvSpPr/>
            <p:nvPr/>
          </p:nvSpPr>
          <p:spPr>
            <a:xfrm>
              <a:off x="2783250" y="4260575"/>
              <a:ext cx="2415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1" name="Google Shape;511;p38"/>
            <p:cNvSpPr/>
            <p:nvPr/>
          </p:nvSpPr>
          <p:spPr>
            <a:xfrm>
              <a:off x="880732" y="4469100"/>
              <a:ext cx="3276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2" name="Google Shape;512;p38"/>
            <p:cNvSpPr/>
            <p:nvPr/>
          </p:nvSpPr>
          <p:spPr>
            <a:xfrm>
              <a:off x="1374131" y="4469100"/>
              <a:ext cx="8340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3" name="Google Shape;513;p38"/>
            <p:cNvSpPr/>
            <p:nvPr/>
          </p:nvSpPr>
          <p:spPr>
            <a:xfrm>
              <a:off x="2318331" y="4469100"/>
              <a:ext cx="3549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4" name="Google Shape;514;p38"/>
            <p:cNvSpPr/>
            <p:nvPr/>
          </p:nvSpPr>
          <p:spPr>
            <a:xfrm>
              <a:off x="2783561" y="4471163"/>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5" name="Google Shape;515;p38"/>
            <p:cNvSpPr/>
            <p:nvPr/>
          </p:nvSpPr>
          <p:spPr>
            <a:xfrm>
              <a:off x="1301861" y="39618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6" name="Google Shape;516;p38"/>
            <p:cNvSpPr/>
            <p:nvPr/>
          </p:nvSpPr>
          <p:spPr>
            <a:xfrm>
              <a:off x="1301861" y="37317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7" name="Google Shape;517;p38"/>
            <p:cNvSpPr/>
            <p:nvPr/>
          </p:nvSpPr>
          <p:spPr>
            <a:xfrm>
              <a:off x="2028686" y="39618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
        <p:nvSpPr>
          <p:cNvPr id="497" name="Google Shape;497;p38"/>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dirty="0"/>
              <a:t>Core Concept </a:t>
            </a:r>
            <a:r>
              <a:rPr lang="en" dirty="0">
                <a:solidFill>
                  <a:schemeClr val="accent4"/>
                </a:solidFill>
              </a:rPr>
              <a:t>(</a:t>
            </a:r>
            <a:r>
              <a:rPr lang="en-US" dirty="0">
                <a:solidFill>
                  <a:schemeClr val="accent4"/>
                </a:solidFill>
              </a:rPr>
              <a:t>Definition</a:t>
            </a:r>
            <a:r>
              <a:rPr lang="en" dirty="0">
                <a:solidFill>
                  <a:schemeClr val="accent4"/>
                </a:solidFill>
              </a:rPr>
              <a:t> &amp; Rules)</a:t>
            </a:r>
            <a:endParaRPr dirty="0">
              <a:solidFill>
                <a:schemeClr val="accent4"/>
              </a:solidFill>
            </a:endParaRPr>
          </a:p>
        </p:txBody>
      </p:sp>
      <p:sp>
        <p:nvSpPr>
          <p:cNvPr id="498" name="Google Shape;498;p38"/>
          <p:cNvSpPr txBox="1">
            <a:spLocks noGrp="1"/>
          </p:cNvSpPr>
          <p:nvPr>
            <p:ph type="subTitle" idx="1"/>
          </p:nvPr>
        </p:nvSpPr>
        <p:spPr>
          <a:xfrm>
            <a:off x="6422869" y="2337300"/>
            <a:ext cx="3719200" cy="1974000"/>
          </a:xfrm>
          <a:prstGeom prst="rect">
            <a:avLst/>
          </a:prstGeom>
        </p:spPr>
        <p:txBody>
          <a:bodyPr spcFirstLastPara="1" wrap="square" lIns="121900" tIns="121900" rIns="121900" bIns="121900" anchor="t" anchorCtr="0">
            <a:noAutofit/>
          </a:bodyPr>
          <a:lstStyle/>
          <a:p>
            <a:pPr marL="0" indent="0"/>
            <a:r>
              <a:rPr lang="en-US" sz="1600" dirty="0"/>
              <a:t>Always define a function using the </a:t>
            </a:r>
            <a:r>
              <a:rPr lang="en-US" dirty="0"/>
              <a:t>def</a:t>
            </a:r>
            <a:r>
              <a:rPr lang="en-US" sz="1600" dirty="0"/>
              <a:t> keyword </a:t>
            </a:r>
            <a:r>
              <a:rPr lang="en-US" sz="1600" i="1" dirty="0"/>
              <a:t>before</a:t>
            </a:r>
            <a:r>
              <a:rPr lang="en-US" sz="1600" dirty="0"/>
              <a:t> you call it. Be careful not to overwrite Global variables inside a Local function scope.</a:t>
            </a:r>
            <a:endParaRPr sz="1600" dirty="0"/>
          </a:p>
        </p:txBody>
      </p:sp>
      <p:sp>
        <p:nvSpPr>
          <p:cNvPr id="499" name="Google Shape;499;p38"/>
          <p:cNvSpPr txBox="1">
            <a:spLocks noGrp="1"/>
          </p:cNvSpPr>
          <p:nvPr>
            <p:ph type="subTitle" idx="2"/>
          </p:nvPr>
        </p:nvSpPr>
        <p:spPr>
          <a:xfrm>
            <a:off x="466720" y="1948351"/>
            <a:ext cx="4708235" cy="2969048"/>
          </a:xfrm>
          <a:prstGeom prst="rect">
            <a:avLst/>
          </a:prstGeom>
        </p:spPr>
        <p:txBody>
          <a:bodyPr spcFirstLastPara="1" wrap="square" lIns="121900" tIns="121900" rIns="121900" bIns="121900" anchor="t" anchorCtr="0">
            <a:noAutofit/>
          </a:bodyPr>
          <a:lstStyle/>
          <a:p>
            <a:pPr marL="0" indent="0"/>
            <a:endParaRPr lang="en-US" sz="1600" dirty="0"/>
          </a:p>
          <a:p>
            <a:pPr marL="0" indent="0"/>
            <a:r>
              <a:rPr lang="en-US" sz="1600" dirty="0"/>
              <a:t>A function is a block of organized, reusable code that only runs when it is called. "Scope" determines where a variable can be seen or used (Local vs. Global)</a:t>
            </a:r>
          </a:p>
          <a:p>
            <a:pPr marL="0" indent="0"/>
            <a:endParaRPr lang="en-US" sz="1600" dirty="0"/>
          </a:p>
          <a:p>
            <a:pPr marL="0" indent="0"/>
            <a:r>
              <a:rPr lang="en-US" sz="1600" dirty="0">
                <a:solidFill>
                  <a:schemeClr val="accent3"/>
                </a:solidFill>
              </a:rPr>
              <a:t>Why we use it: </a:t>
            </a:r>
          </a:p>
          <a:p>
            <a:pPr marL="0" indent="0"/>
            <a:r>
              <a:rPr lang="en-US" sz="1600" dirty="0"/>
              <a:t>To divide a complex ML program into smaller, manageable chunks.</a:t>
            </a:r>
          </a:p>
        </p:txBody>
      </p:sp>
      <p:sp>
        <p:nvSpPr>
          <p:cNvPr id="500" name="Google Shape;500;p38"/>
          <p:cNvSpPr txBox="1">
            <a:spLocks noGrp="1"/>
          </p:cNvSpPr>
          <p:nvPr>
            <p:ph type="subTitle" idx="3"/>
          </p:nvPr>
        </p:nvSpPr>
        <p:spPr>
          <a:xfrm>
            <a:off x="466720" y="1737841"/>
            <a:ext cx="3719200" cy="745200"/>
          </a:xfrm>
          <a:prstGeom prst="rect">
            <a:avLst/>
          </a:prstGeom>
        </p:spPr>
        <p:txBody>
          <a:bodyPr spcFirstLastPara="1" wrap="square" lIns="121900" tIns="121900" rIns="121900" bIns="121900" anchor="b" anchorCtr="0">
            <a:noAutofit/>
          </a:bodyPr>
          <a:lstStyle/>
          <a:p>
            <a:pPr marL="0" indent="0"/>
            <a:r>
              <a:rPr lang="en" sz="1600" dirty="0"/>
              <a:t>Definition:</a:t>
            </a:r>
            <a:endParaRPr sz="1600" dirty="0"/>
          </a:p>
        </p:txBody>
      </p:sp>
      <p:sp>
        <p:nvSpPr>
          <p:cNvPr id="501" name="Google Shape;501;p38"/>
          <p:cNvSpPr txBox="1">
            <a:spLocks noGrp="1"/>
          </p:cNvSpPr>
          <p:nvPr>
            <p:ph type="subTitle" idx="4"/>
          </p:nvPr>
        </p:nvSpPr>
        <p:spPr>
          <a:xfrm>
            <a:off x="6422869" y="1784600"/>
            <a:ext cx="3719200" cy="745200"/>
          </a:xfrm>
          <a:prstGeom prst="rect">
            <a:avLst/>
          </a:prstGeom>
        </p:spPr>
        <p:txBody>
          <a:bodyPr spcFirstLastPara="1" wrap="square" lIns="121900" tIns="121900" rIns="121900" bIns="121900" anchor="b" anchorCtr="0">
            <a:noAutofit/>
          </a:bodyPr>
          <a:lstStyle/>
          <a:p>
            <a:pPr marL="0" indent="0"/>
            <a:r>
              <a:rPr lang="en" sz="1600" dirty="0"/>
              <a:t>Rules:</a:t>
            </a:r>
            <a:endParaRPr sz="1600" dirty="0"/>
          </a:p>
        </p:txBody>
      </p:sp>
      <p:sp>
        <p:nvSpPr>
          <p:cNvPr id="502" name="Google Shape;502;p38"/>
          <p:cNvSpPr txBox="1"/>
          <p:nvPr/>
        </p:nvSpPr>
        <p:spPr>
          <a:xfrm>
            <a:off x="-109467" y="1268241"/>
            <a:ext cx="939600" cy="1160000"/>
          </a:xfrm>
          <a:prstGeom prst="rect">
            <a:avLst/>
          </a:prstGeom>
          <a:noFill/>
          <a:ln>
            <a:noFill/>
          </a:ln>
        </p:spPr>
        <p:txBody>
          <a:bodyPr spcFirstLastPara="1" wrap="square" lIns="121900" tIns="121900" rIns="121900" bIns="121900" anchor="t" anchorCtr="0">
            <a:noAutofit/>
          </a:bodyPr>
          <a:lstStyle/>
          <a:p>
            <a:pPr defTabSz="1219170">
              <a:buClr>
                <a:srgbClr val="000000"/>
              </a:buClr>
            </a:pPr>
            <a:r>
              <a:rPr lang="en" sz="6667" kern="0" dirty="0">
                <a:solidFill>
                  <a:srgbClr val="E81A81"/>
                </a:solidFill>
                <a:latin typeface="Comfortaa"/>
                <a:ea typeface="Comfortaa"/>
                <a:cs typeface="Comfortaa"/>
                <a:sym typeface="Comfortaa"/>
              </a:rPr>
              <a:t>{</a:t>
            </a:r>
            <a:endParaRPr sz="6667" kern="0" dirty="0">
              <a:solidFill>
                <a:srgbClr val="E81A81"/>
              </a:solidFill>
              <a:latin typeface="Comfortaa"/>
              <a:ea typeface="Comfortaa"/>
              <a:cs typeface="Comfortaa"/>
              <a:sym typeface="Comfortaa"/>
            </a:endParaRPr>
          </a:p>
        </p:txBody>
      </p:sp>
      <p:sp>
        <p:nvSpPr>
          <p:cNvPr id="503" name="Google Shape;503;p38"/>
          <p:cNvSpPr txBox="1"/>
          <p:nvPr/>
        </p:nvSpPr>
        <p:spPr>
          <a:xfrm>
            <a:off x="11513558" y="4999533"/>
            <a:ext cx="692400" cy="1012400"/>
          </a:xfrm>
          <a:prstGeom prst="rect">
            <a:avLst/>
          </a:prstGeom>
          <a:noFill/>
          <a:ln>
            <a:noFill/>
          </a:ln>
        </p:spPr>
        <p:txBody>
          <a:bodyPr spcFirstLastPara="1" wrap="square" lIns="121900" tIns="121900" rIns="121900" bIns="121900" anchor="ctr" anchorCtr="0">
            <a:noAutofit/>
          </a:bodyPr>
          <a:lstStyle/>
          <a:p>
            <a:pPr defTabSz="1219170">
              <a:buClr>
                <a:srgbClr val="000000"/>
              </a:buClr>
            </a:pPr>
            <a:r>
              <a:rPr lang="en" sz="6667" kern="0" dirty="0">
                <a:solidFill>
                  <a:srgbClr val="4CAE97"/>
                </a:solidFill>
                <a:latin typeface="Comfortaa"/>
                <a:ea typeface="Comfortaa"/>
                <a:cs typeface="Comfortaa"/>
                <a:sym typeface="Comfortaa"/>
              </a:rPr>
              <a:t>}</a:t>
            </a:r>
            <a:endParaRPr sz="6667" kern="0" dirty="0">
              <a:solidFill>
                <a:srgbClr val="4CAE97"/>
              </a:solidFill>
              <a:latin typeface="Comfortaa"/>
              <a:ea typeface="Comfortaa"/>
              <a:cs typeface="Comfortaa"/>
              <a:sym typeface="Comfortaa"/>
            </a:endParaRPr>
          </a:p>
        </p:txBody>
      </p:sp>
      <p:sp>
        <p:nvSpPr>
          <p:cNvPr id="518" name="Google Shape;518;p38"/>
          <p:cNvSpPr txBox="1"/>
          <p:nvPr/>
        </p:nvSpPr>
        <p:spPr>
          <a:xfrm>
            <a:off x="10011933" y="5484133"/>
            <a:ext cx="692400" cy="1055600"/>
          </a:xfrm>
          <a:prstGeom prst="rect">
            <a:avLst/>
          </a:prstGeom>
          <a:noFill/>
          <a:ln>
            <a:noFill/>
          </a:ln>
        </p:spPr>
        <p:txBody>
          <a:bodyPr spcFirstLastPara="1" wrap="square" lIns="121900" tIns="121900" rIns="121900" bIns="121900" anchor="t" anchorCtr="0">
            <a:noAutofit/>
          </a:bodyPr>
          <a:lstStyle/>
          <a:p>
            <a:pPr defTabSz="1219170">
              <a:buClr>
                <a:srgbClr val="000000"/>
              </a:buClr>
            </a:pPr>
            <a:r>
              <a:rPr lang="en" sz="12800" kern="0">
                <a:solidFill>
                  <a:srgbClr val="FFFF99"/>
                </a:solidFill>
                <a:latin typeface="Comfortaa"/>
                <a:ea typeface="Comfortaa"/>
                <a:cs typeface="Comfortaa"/>
                <a:sym typeface="Comfortaa"/>
              </a:rPr>
              <a:t>*</a:t>
            </a:r>
            <a:endParaRPr sz="12800" kern="0">
              <a:solidFill>
                <a:srgbClr val="FFFF99"/>
              </a:solidFill>
              <a:latin typeface="Comfortaa"/>
              <a:ea typeface="Comfortaa"/>
              <a:cs typeface="Comfortaa"/>
              <a:sym typeface="Comfortaa"/>
            </a:endParaRPr>
          </a:p>
        </p:txBody>
      </p:sp>
      <p:sp>
        <p:nvSpPr>
          <p:cNvPr id="2" name="TextBox 1">
            <a:extLst>
              <a:ext uri="{FF2B5EF4-FFF2-40B4-BE49-F238E27FC236}">
                <a16:creationId xmlns:a16="http://schemas.microsoft.com/office/drawing/2014/main" id="{3B4B285A-7C83-A5CC-B644-377D1CF0D92C}"/>
              </a:ext>
            </a:extLst>
          </p:cNvPr>
          <p:cNvSpPr txBox="1"/>
          <p:nvPr/>
        </p:nvSpPr>
        <p:spPr>
          <a:xfrm>
            <a:off x="3848249" y="1662467"/>
            <a:ext cx="6461760" cy="369332"/>
          </a:xfrm>
          <a:prstGeom prst="rect">
            <a:avLst/>
          </a:prstGeom>
          <a:noFill/>
        </p:spPr>
        <p:txBody>
          <a:bodyPr wrap="square" rtlCol="0">
            <a:spAutoFit/>
          </a:bodyPr>
          <a:lstStyle/>
          <a:p>
            <a:r>
              <a:rPr lang="en-US" dirty="0">
                <a:latin typeface="Source Code Pro" panose="020B0509030403020204" pitchFamily="49" charset="0"/>
                <a:ea typeface="Source Code Pro" panose="020B0509030403020204" pitchFamily="49" charset="0"/>
              </a:rPr>
              <a:t>Functions &amp; Variable Scope</a:t>
            </a:r>
          </a:p>
        </p:txBody>
      </p:sp>
      <p:sp>
        <p:nvSpPr>
          <p:cNvPr id="3" name="TextBox 2">
            <a:extLst>
              <a:ext uri="{FF2B5EF4-FFF2-40B4-BE49-F238E27FC236}">
                <a16:creationId xmlns:a16="http://schemas.microsoft.com/office/drawing/2014/main" id="{472F495E-F663-98DE-1CD4-B50598114E0C}"/>
              </a:ext>
            </a:extLst>
          </p:cNvPr>
          <p:cNvSpPr txBox="1"/>
          <p:nvPr/>
        </p:nvSpPr>
        <p:spPr>
          <a:xfrm>
            <a:off x="6329505" y="4376913"/>
            <a:ext cx="5395751" cy="1815882"/>
          </a:xfrm>
          <a:prstGeom prst="rect">
            <a:avLst/>
          </a:prstGeom>
          <a:noFill/>
        </p:spPr>
        <p:txBody>
          <a:bodyPr wrap="square" rtlCol="0">
            <a:spAutoFit/>
          </a:bodyPr>
          <a:lstStyle/>
          <a:p>
            <a:r>
              <a:rPr lang="en-US" sz="1600" dirty="0">
                <a:solidFill>
                  <a:schemeClr val="accent1"/>
                </a:solidFill>
                <a:latin typeface="Source Code Pro" panose="020B0509030403020204" pitchFamily="49" charset="0"/>
                <a:ea typeface="Source Code Pro" panose="020B0509030403020204" pitchFamily="49" charset="0"/>
              </a:rPr>
              <a:t>Real-world AI Application: </a:t>
            </a:r>
            <a:br>
              <a:rPr lang="en-US" sz="1600" dirty="0">
                <a:solidFill>
                  <a:schemeClr val="accent1">
                    <a:lumMod val="75000"/>
                  </a:schemeClr>
                </a:solidFill>
                <a:latin typeface="Source Code Pro" panose="020B0509030403020204" pitchFamily="49" charset="0"/>
                <a:ea typeface="Source Code Pro" panose="020B0509030403020204" pitchFamily="49" charset="0"/>
              </a:rPr>
            </a:br>
            <a:r>
              <a:rPr lang="en-US" sz="1600" dirty="0">
                <a:latin typeface="Source Code Pro" panose="020B0509030403020204" pitchFamily="49" charset="0"/>
                <a:ea typeface="Source Code Pro" panose="020B0509030403020204" pitchFamily="49" charset="0"/>
              </a:rPr>
              <a:t>A custom function def normalize_pixels(image): used to process every image before feeding it to a Neural Network.</a:t>
            </a:r>
            <a:br>
              <a:rPr lang="en-US" sz="1600" dirty="0">
                <a:solidFill>
                  <a:schemeClr val="accent3"/>
                </a:solidFill>
                <a:latin typeface="Source Code Pro" panose="020B0509030403020204" pitchFamily="49" charset="0"/>
                <a:ea typeface="Source Code Pro" panose="020B0509030403020204" pitchFamily="49" charset="0"/>
              </a:rPr>
            </a:br>
            <a:br>
              <a:rPr lang="en-US" sz="1600" dirty="0">
                <a:solidFill>
                  <a:schemeClr val="accent3"/>
                </a:solidFill>
                <a:latin typeface="Source Code Pro" panose="020B0509030403020204" pitchFamily="49" charset="0"/>
                <a:ea typeface="Source Code Pro" panose="020B0509030403020204" pitchFamily="49" charset="0"/>
              </a:rPr>
            </a:br>
            <a:endParaRPr lang="en-US" sz="1600" dirty="0">
              <a:solidFill>
                <a:schemeClr val="accent3"/>
              </a:solidFill>
              <a:latin typeface="Source Code Pro" panose="020B0509030403020204" pitchFamily="49" charset="0"/>
              <a:ea typeface="Source Code Pro" panose="020B0509030403020204" pitchFamily="49"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F30A940C-0514-6D7F-B7C7-C3E764ADA67B}"/>
            </a:ext>
          </a:extLst>
        </p:cNvPr>
        <p:cNvGrpSpPr/>
        <p:nvPr/>
      </p:nvGrpSpPr>
      <p:grpSpPr>
        <a:xfrm>
          <a:off x="0" y="0"/>
          <a:ext cx="0" cy="0"/>
          <a:chOff x="0" y="0"/>
          <a:chExt cx="0" cy="0"/>
        </a:xfrm>
      </p:grpSpPr>
      <p:sp>
        <p:nvSpPr>
          <p:cNvPr id="497" name="Google Shape;497;p38">
            <a:extLst>
              <a:ext uri="{FF2B5EF4-FFF2-40B4-BE49-F238E27FC236}">
                <a16:creationId xmlns:a16="http://schemas.microsoft.com/office/drawing/2014/main" id="{8591021C-8473-9E5E-D44B-07DDE89EC247}"/>
              </a:ext>
            </a:extLst>
          </p:cNvPr>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dirty="0"/>
              <a:t>Core Concept </a:t>
            </a:r>
            <a:r>
              <a:rPr lang="en" dirty="0">
                <a:solidFill>
                  <a:schemeClr val="accent4"/>
                </a:solidFill>
              </a:rPr>
              <a:t>(</a:t>
            </a:r>
            <a:r>
              <a:rPr lang="en-US" dirty="0">
                <a:solidFill>
                  <a:schemeClr val="accent4"/>
                </a:solidFill>
              </a:rPr>
              <a:t>Definition</a:t>
            </a:r>
            <a:r>
              <a:rPr lang="en" dirty="0">
                <a:solidFill>
                  <a:schemeClr val="accent4"/>
                </a:solidFill>
              </a:rPr>
              <a:t> &amp; Rules)</a:t>
            </a:r>
            <a:endParaRPr dirty="0">
              <a:solidFill>
                <a:schemeClr val="accent4"/>
              </a:solidFill>
            </a:endParaRPr>
          </a:p>
        </p:txBody>
      </p:sp>
      <p:sp>
        <p:nvSpPr>
          <p:cNvPr id="499" name="Google Shape;499;p38">
            <a:extLst>
              <a:ext uri="{FF2B5EF4-FFF2-40B4-BE49-F238E27FC236}">
                <a16:creationId xmlns:a16="http://schemas.microsoft.com/office/drawing/2014/main" id="{0738DA9C-88DC-C90C-C3B2-5E96E5F67E7E}"/>
              </a:ext>
            </a:extLst>
          </p:cNvPr>
          <p:cNvSpPr txBox="1">
            <a:spLocks noGrp="1"/>
          </p:cNvSpPr>
          <p:nvPr>
            <p:ph type="subTitle" idx="2"/>
          </p:nvPr>
        </p:nvSpPr>
        <p:spPr>
          <a:xfrm>
            <a:off x="466720" y="2016764"/>
            <a:ext cx="4708235" cy="4688836"/>
          </a:xfrm>
          <a:prstGeom prst="rect">
            <a:avLst/>
          </a:prstGeom>
        </p:spPr>
        <p:txBody>
          <a:bodyPr spcFirstLastPara="1" wrap="square" lIns="121900" tIns="121900" rIns="121900" bIns="121900" anchor="t" anchorCtr="0">
            <a:noAutofit/>
          </a:bodyPr>
          <a:lstStyle/>
          <a:p>
            <a:pPr marL="0" indent="0"/>
            <a:endParaRPr lang="en-US" sz="1600" dirty="0"/>
          </a:p>
          <a:p>
            <a:pPr marL="0" indent="0"/>
            <a:r>
              <a:rPr lang="en-US" sz="1600" dirty="0"/>
              <a:t>A Lambda function is a small, anonymous function defined without </a:t>
            </a:r>
          </a:p>
          <a:p>
            <a:pPr marL="0" indent="0"/>
            <a:r>
              <a:rPr lang="en-US" sz="1600" dirty="0"/>
              <a:t>a name. It can take any number of arguments, but can only have </a:t>
            </a:r>
            <a:r>
              <a:rPr lang="en-US" sz="1600" i="1" dirty="0"/>
              <a:t>one</a:t>
            </a:r>
            <a:r>
              <a:rPr lang="en-US" sz="1600" dirty="0"/>
              <a:t> expression.</a:t>
            </a:r>
            <a:br>
              <a:rPr lang="en-US" sz="1600" dirty="0"/>
            </a:br>
            <a:endParaRPr lang="en-US" sz="1600" dirty="0"/>
          </a:p>
        </p:txBody>
      </p:sp>
      <p:sp>
        <p:nvSpPr>
          <p:cNvPr id="500" name="Google Shape;500;p38">
            <a:extLst>
              <a:ext uri="{FF2B5EF4-FFF2-40B4-BE49-F238E27FC236}">
                <a16:creationId xmlns:a16="http://schemas.microsoft.com/office/drawing/2014/main" id="{7B95C2BB-80FC-CCBF-A570-0690137FC607}"/>
              </a:ext>
            </a:extLst>
          </p:cNvPr>
          <p:cNvSpPr txBox="1">
            <a:spLocks noGrp="1"/>
          </p:cNvSpPr>
          <p:nvPr>
            <p:ph type="subTitle" idx="3"/>
          </p:nvPr>
        </p:nvSpPr>
        <p:spPr>
          <a:xfrm>
            <a:off x="466720" y="1737841"/>
            <a:ext cx="3719200" cy="745200"/>
          </a:xfrm>
          <a:prstGeom prst="rect">
            <a:avLst/>
          </a:prstGeom>
        </p:spPr>
        <p:txBody>
          <a:bodyPr spcFirstLastPara="1" wrap="square" lIns="121900" tIns="121900" rIns="121900" bIns="121900" anchor="b" anchorCtr="0">
            <a:noAutofit/>
          </a:bodyPr>
          <a:lstStyle/>
          <a:p>
            <a:pPr marL="0" indent="0"/>
            <a:r>
              <a:rPr lang="en" sz="1600" dirty="0"/>
              <a:t>Definition:</a:t>
            </a:r>
            <a:endParaRPr sz="1600" dirty="0"/>
          </a:p>
        </p:txBody>
      </p:sp>
      <p:sp>
        <p:nvSpPr>
          <p:cNvPr id="501" name="Google Shape;501;p38">
            <a:extLst>
              <a:ext uri="{FF2B5EF4-FFF2-40B4-BE49-F238E27FC236}">
                <a16:creationId xmlns:a16="http://schemas.microsoft.com/office/drawing/2014/main" id="{E46B529E-69C4-4B96-4727-3DF0D433FC42}"/>
              </a:ext>
            </a:extLst>
          </p:cNvPr>
          <p:cNvSpPr txBox="1">
            <a:spLocks noGrp="1"/>
          </p:cNvSpPr>
          <p:nvPr>
            <p:ph type="subTitle" idx="4"/>
          </p:nvPr>
        </p:nvSpPr>
        <p:spPr>
          <a:xfrm>
            <a:off x="6991665" y="1356967"/>
            <a:ext cx="4521893" cy="2262897"/>
          </a:xfrm>
          <a:prstGeom prst="rect">
            <a:avLst/>
          </a:prstGeom>
        </p:spPr>
        <p:txBody>
          <a:bodyPr spcFirstLastPara="1" wrap="square" lIns="121900" tIns="121900" rIns="121900" bIns="121900" anchor="b" anchorCtr="0">
            <a:noAutofit/>
          </a:bodyPr>
          <a:lstStyle/>
          <a:p>
            <a:pPr marL="0" indent="0"/>
            <a:r>
              <a:rPr lang="en-US" sz="1600" dirty="0"/>
              <a:t>Why we use it: </a:t>
            </a:r>
          </a:p>
          <a:p>
            <a:pPr marL="0" indent="0"/>
            <a:r>
              <a:rPr lang="en-US" sz="1600" dirty="0">
                <a:solidFill>
                  <a:schemeClr val="tx1"/>
                </a:solidFill>
              </a:rPr>
              <a:t>When we need a simple, throwaway function for a short period, especially inside other functions like Map or Filter.</a:t>
            </a:r>
            <a:endParaRPr sz="1600" dirty="0">
              <a:solidFill>
                <a:schemeClr val="tx1"/>
              </a:solidFill>
            </a:endParaRPr>
          </a:p>
        </p:txBody>
      </p:sp>
      <p:sp>
        <p:nvSpPr>
          <p:cNvPr id="502" name="Google Shape;502;p38">
            <a:extLst>
              <a:ext uri="{FF2B5EF4-FFF2-40B4-BE49-F238E27FC236}">
                <a16:creationId xmlns:a16="http://schemas.microsoft.com/office/drawing/2014/main" id="{EE1540DD-42DC-6DE8-77D7-FCB8107D8CD8}"/>
              </a:ext>
            </a:extLst>
          </p:cNvPr>
          <p:cNvSpPr txBox="1"/>
          <p:nvPr/>
        </p:nvSpPr>
        <p:spPr>
          <a:xfrm>
            <a:off x="-109467" y="1268241"/>
            <a:ext cx="939600" cy="1160000"/>
          </a:xfrm>
          <a:prstGeom prst="rect">
            <a:avLst/>
          </a:prstGeom>
          <a:noFill/>
          <a:ln>
            <a:noFill/>
          </a:ln>
        </p:spPr>
        <p:txBody>
          <a:bodyPr spcFirstLastPara="1" wrap="square" lIns="121900" tIns="121900" rIns="121900" bIns="121900" anchor="t"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6667" b="0" i="0" u="none" strike="noStrike" kern="0" cap="none" spc="0" normalizeH="0" baseline="0" noProof="0" dirty="0">
                <a:ln>
                  <a:noFill/>
                </a:ln>
                <a:solidFill>
                  <a:srgbClr val="E81A81"/>
                </a:solidFill>
                <a:effectLst/>
                <a:uLnTx/>
                <a:uFillTx/>
                <a:latin typeface="Comfortaa"/>
                <a:ea typeface="Comfortaa"/>
                <a:cs typeface="Comfortaa"/>
                <a:sym typeface="Comfortaa"/>
              </a:rPr>
              <a:t>{</a:t>
            </a:r>
            <a:endParaRPr kumimoji="0" sz="6667" b="0" i="0" u="none" strike="noStrike" kern="0" cap="none" spc="0" normalizeH="0" baseline="0" noProof="0" dirty="0">
              <a:ln>
                <a:noFill/>
              </a:ln>
              <a:solidFill>
                <a:srgbClr val="E81A81"/>
              </a:solidFill>
              <a:effectLst/>
              <a:uLnTx/>
              <a:uFillTx/>
              <a:latin typeface="Comfortaa"/>
              <a:ea typeface="Comfortaa"/>
              <a:cs typeface="Comfortaa"/>
              <a:sym typeface="Comfortaa"/>
            </a:endParaRPr>
          </a:p>
        </p:txBody>
      </p:sp>
      <p:sp>
        <p:nvSpPr>
          <p:cNvPr id="503" name="Google Shape;503;p38">
            <a:extLst>
              <a:ext uri="{FF2B5EF4-FFF2-40B4-BE49-F238E27FC236}">
                <a16:creationId xmlns:a16="http://schemas.microsoft.com/office/drawing/2014/main" id="{4985CA4C-8072-1CBF-EFD6-9FDEE15624C0}"/>
              </a:ext>
            </a:extLst>
          </p:cNvPr>
          <p:cNvSpPr txBox="1"/>
          <p:nvPr/>
        </p:nvSpPr>
        <p:spPr>
          <a:xfrm>
            <a:off x="11513558" y="4999533"/>
            <a:ext cx="692400" cy="1012400"/>
          </a:xfrm>
          <a:prstGeom prst="rect">
            <a:avLst/>
          </a:prstGeom>
          <a:no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6667" b="0" i="0" u="none" strike="noStrike" kern="0" cap="none" spc="0" normalizeH="0" baseline="0" noProof="0" dirty="0">
                <a:ln>
                  <a:noFill/>
                </a:ln>
                <a:solidFill>
                  <a:srgbClr val="4CAE97"/>
                </a:solidFill>
                <a:effectLst/>
                <a:uLnTx/>
                <a:uFillTx/>
                <a:latin typeface="Comfortaa"/>
                <a:ea typeface="Comfortaa"/>
                <a:cs typeface="Comfortaa"/>
                <a:sym typeface="Comfortaa"/>
              </a:rPr>
              <a:t>}</a:t>
            </a:r>
            <a:endParaRPr kumimoji="0" sz="6667" b="0" i="0" u="none" strike="noStrike" kern="0" cap="none" spc="0" normalizeH="0" baseline="0" noProof="0" dirty="0">
              <a:ln>
                <a:noFill/>
              </a:ln>
              <a:solidFill>
                <a:srgbClr val="4CAE97"/>
              </a:solidFill>
              <a:effectLst/>
              <a:uLnTx/>
              <a:uFillTx/>
              <a:latin typeface="Comfortaa"/>
              <a:ea typeface="Comfortaa"/>
              <a:cs typeface="Comfortaa"/>
              <a:sym typeface="Comfortaa"/>
            </a:endParaRPr>
          </a:p>
        </p:txBody>
      </p:sp>
      <p:grpSp>
        <p:nvGrpSpPr>
          <p:cNvPr id="504" name="Google Shape;504;p38">
            <a:extLst>
              <a:ext uri="{FF2B5EF4-FFF2-40B4-BE49-F238E27FC236}">
                <a16:creationId xmlns:a16="http://schemas.microsoft.com/office/drawing/2014/main" id="{34005E04-8424-07ED-DAF0-CF30C0B04660}"/>
              </a:ext>
            </a:extLst>
          </p:cNvPr>
          <p:cNvGrpSpPr/>
          <p:nvPr/>
        </p:nvGrpSpPr>
        <p:grpSpPr>
          <a:xfrm>
            <a:off x="466720" y="5258667"/>
            <a:ext cx="3381529" cy="1183100"/>
            <a:chOff x="880714" y="3731738"/>
            <a:chExt cx="2536147" cy="887325"/>
          </a:xfrm>
        </p:grpSpPr>
        <p:sp>
          <p:nvSpPr>
            <p:cNvPr id="505" name="Google Shape;505;p38">
              <a:extLst>
                <a:ext uri="{FF2B5EF4-FFF2-40B4-BE49-F238E27FC236}">
                  <a16:creationId xmlns:a16="http://schemas.microsoft.com/office/drawing/2014/main" id="{993D00D8-6EE2-0838-C8D1-67E2CD16D5E3}"/>
                </a:ext>
              </a:extLst>
            </p:cNvPr>
            <p:cNvSpPr/>
            <p:nvPr/>
          </p:nvSpPr>
          <p:spPr>
            <a:xfrm>
              <a:off x="880714" y="3748200"/>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06" name="Google Shape;506;p38">
              <a:extLst>
                <a:ext uri="{FF2B5EF4-FFF2-40B4-BE49-F238E27FC236}">
                  <a16:creationId xmlns:a16="http://schemas.microsoft.com/office/drawing/2014/main" id="{15CD8269-E19D-539E-7443-E4BF2DEC7A20}"/>
                </a:ext>
              </a:extLst>
            </p:cNvPr>
            <p:cNvSpPr/>
            <p:nvPr/>
          </p:nvSpPr>
          <p:spPr>
            <a:xfrm>
              <a:off x="880714" y="3987275"/>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07" name="Google Shape;507;p38">
              <a:extLst>
                <a:ext uri="{FF2B5EF4-FFF2-40B4-BE49-F238E27FC236}">
                  <a16:creationId xmlns:a16="http://schemas.microsoft.com/office/drawing/2014/main" id="{6F71331A-DDD0-CDD9-CFC0-84C590B312F3}"/>
                </a:ext>
              </a:extLst>
            </p:cNvPr>
            <p:cNvSpPr/>
            <p:nvPr/>
          </p:nvSpPr>
          <p:spPr>
            <a:xfrm>
              <a:off x="880732" y="4260575"/>
              <a:ext cx="327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08" name="Google Shape;508;p38">
              <a:extLst>
                <a:ext uri="{FF2B5EF4-FFF2-40B4-BE49-F238E27FC236}">
                  <a16:creationId xmlns:a16="http://schemas.microsoft.com/office/drawing/2014/main" id="{65281E88-103E-F7A5-952E-6EE4EDA7CE3A}"/>
                </a:ext>
              </a:extLst>
            </p:cNvPr>
            <p:cNvSpPr/>
            <p:nvPr/>
          </p:nvSpPr>
          <p:spPr>
            <a:xfrm>
              <a:off x="1374131" y="4260575"/>
              <a:ext cx="5244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09" name="Google Shape;509;p38">
              <a:extLst>
                <a:ext uri="{FF2B5EF4-FFF2-40B4-BE49-F238E27FC236}">
                  <a16:creationId xmlns:a16="http://schemas.microsoft.com/office/drawing/2014/main" id="{41281571-130E-A712-7D44-930B55A63EF9}"/>
                </a:ext>
              </a:extLst>
            </p:cNvPr>
            <p:cNvSpPr/>
            <p:nvPr/>
          </p:nvSpPr>
          <p:spPr>
            <a:xfrm>
              <a:off x="2032952" y="4260575"/>
              <a:ext cx="661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0" name="Google Shape;510;p38">
              <a:extLst>
                <a:ext uri="{FF2B5EF4-FFF2-40B4-BE49-F238E27FC236}">
                  <a16:creationId xmlns:a16="http://schemas.microsoft.com/office/drawing/2014/main" id="{83475735-BD97-E086-3DAF-9F1AD80205A9}"/>
                </a:ext>
              </a:extLst>
            </p:cNvPr>
            <p:cNvSpPr/>
            <p:nvPr/>
          </p:nvSpPr>
          <p:spPr>
            <a:xfrm>
              <a:off x="2783250" y="4260575"/>
              <a:ext cx="2415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1" name="Google Shape;511;p38">
              <a:extLst>
                <a:ext uri="{FF2B5EF4-FFF2-40B4-BE49-F238E27FC236}">
                  <a16:creationId xmlns:a16="http://schemas.microsoft.com/office/drawing/2014/main" id="{4D03443D-7A74-8FF8-3A11-9EB75046F8C3}"/>
                </a:ext>
              </a:extLst>
            </p:cNvPr>
            <p:cNvSpPr/>
            <p:nvPr/>
          </p:nvSpPr>
          <p:spPr>
            <a:xfrm>
              <a:off x="880732" y="4469100"/>
              <a:ext cx="3276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2" name="Google Shape;512;p38">
              <a:extLst>
                <a:ext uri="{FF2B5EF4-FFF2-40B4-BE49-F238E27FC236}">
                  <a16:creationId xmlns:a16="http://schemas.microsoft.com/office/drawing/2014/main" id="{E4064DEF-7A0C-A0EE-BC03-547297ECC3A8}"/>
                </a:ext>
              </a:extLst>
            </p:cNvPr>
            <p:cNvSpPr/>
            <p:nvPr/>
          </p:nvSpPr>
          <p:spPr>
            <a:xfrm>
              <a:off x="1374131" y="4469100"/>
              <a:ext cx="8340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3" name="Google Shape;513;p38">
              <a:extLst>
                <a:ext uri="{FF2B5EF4-FFF2-40B4-BE49-F238E27FC236}">
                  <a16:creationId xmlns:a16="http://schemas.microsoft.com/office/drawing/2014/main" id="{07240010-C99D-3F8E-7344-81D22C670D35}"/>
                </a:ext>
              </a:extLst>
            </p:cNvPr>
            <p:cNvSpPr/>
            <p:nvPr/>
          </p:nvSpPr>
          <p:spPr>
            <a:xfrm>
              <a:off x="2318331" y="4469100"/>
              <a:ext cx="3549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4" name="Google Shape;514;p38">
              <a:extLst>
                <a:ext uri="{FF2B5EF4-FFF2-40B4-BE49-F238E27FC236}">
                  <a16:creationId xmlns:a16="http://schemas.microsoft.com/office/drawing/2014/main" id="{7A1536F5-5358-FAC0-D59B-46ED8D260BAA}"/>
                </a:ext>
              </a:extLst>
            </p:cNvPr>
            <p:cNvSpPr/>
            <p:nvPr/>
          </p:nvSpPr>
          <p:spPr>
            <a:xfrm>
              <a:off x="2783561" y="4471163"/>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5" name="Google Shape;515;p38">
              <a:extLst>
                <a:ext uri="{FF2B5EF4-FFF2-40B4-BE49-F238E27FC236}">
                  <a16:creationId xmlns:a16="http://schemas.microsoft.com/office/drawing/2014/main" id="{521C8872-6358-23B5-580C-883498E0C7C7}"/>
                </a:ext>
              </a:extLst>
            </p:cNvPr>
            <p:cNvSpPr/>
            <p:nvPr/>
          </p:nvSpPr>
          <p:spPr>
            <a:xfrm>
              <a:off x="1301861" y="39618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6" name="Google Shape;516;p38">
              <a:extLst>
                <a:ext uri="{FF2B5EF4-FFF2-40B4-BE49-F238E27FC236}">
                  <a16:creationId xmlns:a16="http://schemas.microsoft.com/office/drawing/2014/main" id="{BAEDBAA8-EBFD-7BCE-0665-A6F842017E16}"/>
                </a:ext>
              </a:extLst>
            </p:cNvPr>
            <p:cNvSpPr/>
            <p:nvPr/>
          </p:nvSpPr>
          <p:spPr>
            <a:xfrm>
              <a:off x="1301861" y="37317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7" name="Google Shape;517;p38">
              <a:extLst>
                <a:ext uri="{FF2B5EF4-FFF2-40B4-BE49-F238E27FC236}">
                  <a16:creationId xmlns:a16="http://schemas.microsoft.com/office/drawing/2014/main" id="{0466E76C-0E56-DEC4-6F66-8EBD13A2F378}"/>
                </a:ext>
              </a:extLst>
            </p:cNvPr>
            <p:cNvSpPr/>
            <p:nvPr/>
          </p:nvSpPr>
          <p:spPr>
            <a:xfrm>
              <a:off x="2028686" y="39618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518" name="Google Shape;518;p38">
            <a:extLst>
              <a:ext uri="{FF2B5EF4-FFF2-40B4-BE49-F238E27FC236}">
                <a16:creationId xmlns:a16="http://schemas.microsoft.com/office/drawing/2014/main" id="{66195218-052F-4808-9E72-425835442F22}"/>
              </a:ext>
            </a:extLst>
          </p:cNvPr>
          <p:cNvSpPr txBox="1"/>
          <p:nvPr/>
        </p:nvSpPr>
        <p:spPr>
          <a:xfrm>
            <a:off x="10011933" y="5484133"/>
            <a:ext cx="692400" cy="1055600"/>
          </a:xfrm>
          <a:prstGeom prst="rect">
            <a:avLst/>
          </a:prstGeom>
          <a:noFill/>
          <a:ln>
            <a:noFill/>
          </a:ln>
        </p:spPr>
        <p:txBody>
          <a:bodyPr spcFirstLastPara="1" wrap="square" lIns="121900" tIns="121900" rIns="121900" bIns="121900" anchor="t"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12800" b="0" i="0" u="none" strike="noStrike" kern="0" cap="none" spc="0" normalizeH="0" baseline="0" noProof="0">
                <a:ln>
                  <a:noFill/>
                </a:ln>
                <a:solidFill>
                  <a:srgbClr val="FFFF99"/>
                </a:solidFill>
                <a:effectLst/>
                <a:uLnTx/>
                <a:uFillTx/>
                <a:latin typeface="Comfortaa"/>
                <a:ea typeface="Comfortaa"/>
                <a:cs typeface="Comfortaa"/>
                <a:sym typeface="Comfortaa"/>
              </a:rPr>
              <a:t>*</a:t>
            </a:r>
            <a:endParaRPr kumimoji="0" sz="12800" b="0" i="0" u="none" strike="noStrike" kern="0" cap="none" spc="0" normalizeH="0" baseline="0" noProof="0">
              <a:ln>
                <a:noFill/>
              </a:ln>
              <a:solidFill>
                <a:srgbClr val="FFFF99"/>
              </a:solidFill>
              <a:effectLst/>
              <a:uLnTx/>
              <a:uFillTx/>
              <a:latin typeface="Comfortaa"/>
              <a:ea typeface="Comfortaa"/>
              <a:cs typeface="Comfortaa"/>
              <a:sym typeface="Comfortaa"/>
            </a:endParaRPr>
          </a:p>
        </p:txBody>
      </p:sp>
      <p:sp>
        <p:nvSpPr>
          <p:cNvPr id="2" name="TextBox 1">
            <a:extLst>
              <a:ext uri="{FF2B5EF4-FFF2-40B4-BE49-F238E27FC236}">
                <a16:creationId xmlns:a16="http://schemas.microsoft.com/office/drawing/2014/main" id="{9238160E-C9B5-F788-B2BA-8C2E1F7373D4}"/>
              </a:ext>
            </a:extLst>
          </p:cNvPr>
          <p:cNvSpPr txBox="1"/>
          <p:nvPr/>
        </p:nvSpPr>
        <p:spPr>
          <a:xfrm>
            <a:off x="4297089" y="1692637"/>
            <a:ext cx="646176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7E7E7"/>
                </a:solidFill>
                <a:effectLst/>
                <a:uLnTx/>
                <a:uFillTx/>
                <a:latin typeface="Source Code Pro" panose="020B0509030403020204" pitchFamily="49" charset="0"/>
                <a:ea typeface="Source Code Pro" panose="020B0509030403020204" pitchFamily="49" charset="0"/>
                <a:cs typeface="+mn-cs"/>
              </a:rPr>
              <a:t>Lambda Expressions</a:t>
            </a:r>
          </a:p>
        </p:txBody>
      </p:sp>
      <p:sp>
        <p:nvSpPr>
          <p:cNvPr id="9" name="TextBox 8">
            <a:extLst>
              <a:ext uri="{FF2B5EF4-FFF2-40B4-BE49-F238E27FC236}">
                <a16:creationId xmlns:a16="http://schemas.microsoft.com/office/drawing/2014/main" id="{2DFA2A6F-AC8E-CA5E-71B0-628475CD277F}"/>
              </a:ext>
            </a:extLst>
          </p:cNvPr>
          <p:cNvSpPr txBox="1"/>
          <p:nvPr/>
        </p:nvSpPr>
        <p:spPr>
          <a:xfrm>
            <a:off x="3942380" y="4257423"/>
            <a:ext cx="5912820" cy="1077218"/>
          </a:xfrm>
          <a:prstGeom prst="rect">
            <a:avLst/>
          </a:prstGeom>
          <a:noFill/>
        </p:spPr>
        <p:txBody>
          <a:bodyPr wrap="square" rtlCol="0">
            <a:spAutoFit/>
          </a:bodyPr>
          <a:lstStyle/>
          <a:p>
            <a:r>
              <a:rPr lang="en-US" sz="1600" dirty="0">
                <a:solidFill>
                  <a:schemeClr val="accent1"/>
                </a:solidFill>
                <a:latin typeface="Source Code Pro Medium" panose="020B0509030403020204" pitchFamily="49" charset="0"/>
                <a:ea typeface="Source Code Pro Medium" panose="020B0509030403020204" pitchFamily="49" charset="0"/>
              </a:rPr>
              <a:t>Why not / Rules to follow: </a:t>
            </a:r>
          </a:p>
          <a:p>
            <a:r>
              <a:rPr lang="en-US" sz="1600" dirty="0">
                <a:latin typeface="Source Code Pro Medium" panose="020B0509030403020204" pitchFamily="49" charset="0"/>
                <a:ea typeface="Source Code Pro Medium" panose="020B0509030403020204" pitchFamily="49" charset="0"/>
              </a:rPr>
              <a:t>Do not use Lambda for complex logic. If it takes more than one line of code, use a standard def function for readability</a:t>
            </a:r>
          </a:p>
        </p:txBody>
      </p:sp>
    </p:spTree>
    <p:extLst>
      <p:ext uri="{BB962C8B-B14F-4D97-AF65-F5344CB8AC3E}">
        <p14:creationId xmlns:p14="http://schemas.microsoft.com/office/powerpoint/2010/main" val="4294431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4EFBE6D0-C163-2D96-5F97-35709D55083B}"/>
            </a:ext>
          </a:extLst>
        </p:cNvPr>
        <p:cNvGrpSpPr/>
        <p:nvPr/>
      </p:nvGrpSpPr>
      <p:grpSpPr>
        <a:xfrm>
          <a:off x="0" y="0"/>
          <a:ext cx="0" cy="0"/>
          <a:chOff x="0" y="0"/>
          <a:chExt cx="0" cy="0"/>
        </a:xfrm>
      </p:grpSpPr>
      <p:sp>
        <p:nvSpPr>
          <p:cNvPr id="497" name="Google Shape;497;p38">
            <a:extLst>
              <a:ext uri="{FF2B5EF4-FFF2-40B4-BE49-F238E27FC236}">
                <a16:creationId xmlns:a16="http://schemas.microsoft.com/office/drawing/2014/main" id="{9016259B-CDE5-C12D-4007-AE37F0C68FDC}"/>
              </a:ext>
            </a:extLst>
          </p:cNvPr>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dirty="0"/>
              <a:t>Core Concept </a:t>
            </a:r>
            <a:r>
              <a:rPr lang="en" dirty="0">
                <a:solidFill>
                  <a:schemeClr val="accent4"/>
                </a:solidFill>
              </a:rPr>
              <a:t>(</a:t>
            </a:r>
            <a:r>
              <a:rPr lang="en-US" dirty="0">
                <a:solidFill>
                  <a:schemeClr val="accent4"/>
                </a:solidFill>
              </a:rPr>
              <a:t>Definition</a:t>
            </a:r>
            <a:r>
              <a:rPr lang="en" dirty="0">
                <a:solidFill>
                  <a:schemeClr val="accent4"/>
                </a:solidFill>
              </a:rPr>
              <a:t> &amp; Rules)</a:t>
            </a:r>
            <a:endParaRPr dirty="0">
              <a:solidFill>
                <a:schemeClr val="accent4"/>
              </a:solidFill>
            </a:endParaRPr>
          </a:p>
        </p:txBody>
      </p:sp>
      <p:sp>
        <p:nvSpPr>
          <p:cNvPr id="499" name="Google Shape;499;p38">
            <a:extLst>
              <a:ext uri="{FF2B5EF4-FFF2-40B4-BE49-F238E27FC236}">
                <a16:creationId xmlns:a16="http://schemas.microsoft.com/office/drawing/2014/main" id="{C49B6C57-DC03-B4A4-79CD-797185E3F70D}"/>
              </a:ext>
            </a:extLst>
          </p:cNvPr>
          <p:cNvSpPr txBox="1">
            <a:spLocks noGrp="1"/>
          </p:cNvSpPr>
          <p:nvPr>
            <p:ph type="subTitle" idx="2"/>
          </p:nvPr>
        </p:nvSpPr>
        <p:spPr>
          <a:xfrm>
            <a:off x="466720" y="2016764"/>
            <a:ext cx="4708235" cy="4688836"/>
          </a:xfrm>
          <a:prstGeom prst="rect">
            <a:avLst/>
          </a:prstGeom>
        </p:spPr>
        <p:txBody>
          <a:bodyPr spcFirstLastPara="1" wrap="square" lIns="121900" tIns="121900" rIns="121900" bIns="121900" anchor="t" anchorCtr="0">
            <a:noAutofit/>
          </a:bodyPr>
          <a:lstStyle/>
          <a:p>
            <a:pPr marL="0" indent="0"/>
            <a:endParaRPr lang="en-US" sz="1600" dirty="0"/>
          </a:p>
          <a:p>
            <a:pPr marL="0" indent="0"/>
            <a:r>
              <a:rPr lang="en-US" sz="1900" dirty="0">
                <a:solidFill>
                  <a:schemeClr val="accent3"/>
                </a:solidFill>
              </a:rPr>
              <a:t>map() </a:t>
            </a:r>
            <a:r>
              <a:rPr lang="en-US" sz="1600" dirty="0"/>
              <a:t>applies a specific function to every item in a list. </a:t>
            </a:r>
          </a:p>
          <a:p>
            <a:pPr marL="0" indent="0"/>
            <a:endParaRPr lang="en-US" sz="1600" dirty="0">
              <a:solidFill>
                <a:schemeClr val="accent3"/>
              </a:solidFill>
            </a:endParaRPr>
          </a:p>
          <a:p>
            <a:pPr marL="0" indent="0"/>
            <a:r>
              <a:rPr lang="en-US" sz="1900" dirty="0">
                <a:solidFill>
                  <a:schemeClr val="accent3"/>
                </a:solidFill>
              </a:rPr>
              <a:t>filter() </a:t>
            </a:r>
            <a:r>
              <a:rPr lang="en-US" sz="1600" dirty="0"/>
              <a:t>extracts items from a list that meet a specific </a:t>
            </a:r>
            <a:r>
              <a:rPr lang="en-US" sz="1600" dirty="0">
                <a:solidFill>
                  <a:schemeClr val="tx2"/>
                </a:solidFill>
              </a:rPr>
              <a:t>true/false </a:t>
            </a:r>
            <a:r>
              <a:rPr lang="en-US" sz="1600" dirty="0"/>
              <a:t>condition. </a:t>
            </a:r>
          </a:p>
        </p:txBody>
      </p:sp>
      <p:sp>
        <p:nvSpPr>
          <p:cNvPr id="500" name="Google Shape;500;p38">
            <a:extLst>
              <a:ext uri="{FF2B5EF4-FFF2-40B4-BE49-F238E27FC236}">
                <a16:creationId xmlns:a16="http://schemas.microsoft.com/office/drawing/2014/main" id="{5DFA2D8E-0B38-B8B5-E5C0-11694BE39FDF}"/>
              </a:ext>
            </a:extLst>
          </p:cNvPr>
          <p:cNvSpPr txBox="1">
            <a:spLocks noGrp="1"/>
          </p:cNvSpPr>
          <p:nvPr>
            <p:ph type="subTitle" idx="3"/>
          </p:nvPr>
        </p:nvSpPr>
        <p:spPr>
          <a:xfrm>
            <a:off x="466720" y="1737841"/>
            <a:ext cx="3719200" cy="745200"/>
          </a:xfrm>
          <a:prstGeom prst="rect">
            <a:avLst/>
          </a:prstGeom>
        </p:spPr>
        <p:txBody>
          <a:bodyPr spcFirstLastPara="1" wrap="square" lIns="121900" tIns="121900" rIns="121900" bIns="121900" anchor="b" anchorCtr="0">
            <a:noAutofit/>
          </a:bodyPr>
          <a:lstStyle/>
          <a:p>
            <a:pPr marL="0" indent="0"/>
            <a:r>
              <a:rPr lang="en" sz="1600" dirty="0"/>
              <a:t>Definition:</a:t>
            </a:r>
            <a:endParaRPr sz="1600" dirty="0"/>
          </a:p>
        </p:txBody>
      </p:sp>
      <p:sp>
        <p:nvSpPr>
          <p:cNvPr id="501" name="Google Shape;501;p38">
            <a:extLst>
              <a:ext uri="{FF2B5EF4-FFF2-40B4-BE49-F238E27FC236}">
                <a16:creationId xmlns:a16="http://schemas.microsoft.com/office/drawing/2014/main" id="{5BA1782D-FBAB-FE4D-0668-2EF030237C46}"/>
              </a:ext>
            </a:extLst>
          </p:cNvPr>
          <p:cNvSpPr txBox="1">
            <a:spLocks noGrp="1"/>
          </p:cNvSpPr>
          <p:nvPr>
            <p:ph type="subTitle" idx="4"/>
          </p:nvPr>
        </p:nvSpPr>
        <p:spPr>
          <a:xfrm>
            <a:off x="6991665" y="1356967"/>
            <a:ext cx="4521893" cy="2262897"/>
          </a:xfrm>
          <a:prstGeom prst="rect">
            <a:avLst/>
          </a:prstGeom>
        </p:spPr>
        <p:txBody>
          <a:bodyPr spcFirstLastPara="1" wrap="square" lIns="121900" tIns="121900" rIns="121900" bIns="121900" anchor="b" anchorCtr="0">
            <a:noAutofit/>
          </a:bodyPr>
          <a:lstStyle/>
          <a:p>
            <a:pPr marL="0" indent="0"/>
            <a:r>
              <a:rPr lang="en-US" sz="1600" dirty="0"/>
              <a:t>Why we use it: </a:t>
            </a:r>
          </a:p>
          <a:p>
            <a:pPr marL="0" indent="0"/>
            <a:r>
              <a:rPr lang="en-US" sz="1600" dirty="0">
                <a:solidFill>
                  <a:schemeClr val="tx1"/>
                </a:solidFill>
              </a:rPr>
              <a:t>They are highly optimized tools for transforming large arrays of data quickly without writing manual </a:t>
            </a:r>
            <a:r>
              <a:rPr lang="en-US" sz="1600" dirty="0">
                <a:solidFill>
                  <a:schemeClr val="tx2"/>
                </a:solidFill>
              </a:rPr>
              <a:t>for</a:t>
            </a:r>
            <a:r>
              <a:rPr lang="en-US" sz="1600" dirty="0">
                <a:solidFill>
                  <a:schemeClr val="tx1"/>
                </a:solidFill>
              </a:rPr>
              <a:t> loops.</a:t>
            </a:r>
            <a:endParaRPr sz="1600" dirty="0">
              <a:solidFill>
                <a:schemeClr val="tx1"/>
              </a:solidFill>
            </a:endParaRPr>
          </a:p>
        </p:txBody>
      </p:sp>
      <p:sp>
        <p:nvSpPr>
          <p:cNvPr id="502" name="Google Shape;502;p38">
            <a:extLst>
              <a:ext uri="{FF2B5EF4-FFF2-40B4-BE49-F238E27FC236}">
                <a16:creationId xmlns:a16="http://schemas.microsoft.com/office/drawing/2014/main" id="{0FEB49F2-FF77-0106-5505-2C958ECBCFEA}"/>
              </a:ext>
            </a:extLst>
          </p:cNvPr>
          <p:cNvSpPr txBox="1"/>
          <p:nvPr/>
        </p:nvSpPr>
        <p:spPr>
          <a:xfrm>
            <a:off x="-109467" y="1268241"/>
            <a:ext cx="939600" cy="1160000"/>
          </a:xfrm>
          <a:prstGeom prst="rect">
            <a:avLst/>
          </a:prstGeom>
          <a:noFill/>
          <a:ln>
            <a:noFill/>
          </a:ln>
        </p:spPr>
        <p:txBody>
          <a:bodyPr spcFirstLastPara="1" wrap="square" lIns="121900" tIns="121900" rIns="121900" bIns="121900" anchor="t"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6667" b="0" i="0" u="none" strike="noStrike" kern="0" cap="none" spc="0" normalizeH="0" baseline="0" noProof="0" dirty="0">
                <a:ln>
                  <a:noFill/>
                </a:ln>
                <a:solidFill>
                  <a:srgbClr val="E81A81"/>
                </a:solidFill>
                <a:effectLst/>
                <a:uLnTx/>
                <a:uFillTx/>
                <a:latin typeface="Comfortaa"/>
                <a:ea typeface="Comfortaa"/>
                <a:cs typeface="Comfortaa"/>
                <a:sym typeface="Comfortaa"/>
              </a:rPr>
              <a:t>{</a:t>
            </a:r>
            <a:endParaRPr kumimoji="0" sz="6667" b="0" i="0" u="none" strike="noStrike" kern="0" cap="none" spc="0" normalizeH="0" baseline="0" noProof="0" dirty="0">
              <a:ln>
                <a:noFill/>
              </a:ln>
              <a:solidFill>
                <a:srgbClr val="E81A81"/>
              </a:solidFill>
              <a:effectLst/>
              <a:uLnTx/>
              <a:uFillTx/>
              <a:latin typeface="Comfortaa"/>
              <a:ea typeface="Comfortaa"/>
              <a:cs typeface="Comfortaa"/>
              <a:sym typeface="Comfortaa"/>
            </a:endParaRPr>
          </a:p>
        </p:txBody>
      </p:sp>
      <p:sp>
        <p:nvSpPr>
          <p:cNvPr id="503" name="Google Shape;503;p38">
            <a:extLst>
              <a:ext uri="{FF2B5EF4-FFF2-40B4-BE49-F238E27FC236}">
                <a16:creationId xmlns:a16="http://schemas.microsoft.com/office/drawing/2014/main" id="{846845E4-B616-EDCD-28D0-FF8033BA569A}"/>
              </a:ext>
            </a:extLst>
          </p:cNvPr>
          <p:cNvSpPr txBox="1"/>
          <p:nvPr/>
        </p:nvSpPr>
        <p:spPr>
          <a:xfrm>
            <a:off x="11513558" y="4999533"/>
            <a:ext cx="692400" cy="1012400"/>
          </a:xfrm>
          <a:prstGeom prst="rect">
            <a:avLst/>
          </a:prstGeom>
          <a:no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6667" b="0" i="0" u="none" strike="noStrike" kern="0" cap="none" spc="0" normalizeH="0" baseline="0" noProof="0" dirty="0">
                <a:ln>
                  <a:noFill/>
                </a:ln>
                <a:solidFill>
                  <a:srgbClr val="4CAE97"/>
                </a:solidFill>
                <a:effectLst/>
                <a:uLnTx/>
                <a:uFillTx/>
                <a:latin typeface="Comfortaa"/>
                <a:ea typeface="Comfortaa"/>
                <a:cs typeface="Comfortaa"/>
                <a:sym typeface="Comfortaa"/>
              </a:rPr>
              <a:t>}</a:t>
            </a:r>
            <a:endParaRPr kumimoji="0" sz="6667" b="0" i="0" u="none" strike="noStrike" kern="0" cap="none" spc="0" normalizeH="0" baseline="0" noProof="0" dirty="0">
              <a:ln>
                <a:noFill/>
              </a:ln>
              <a:solidFill>
                <a:srgbClr val="4CAE97"/>
              </a:solidFill>
              <a:effectLst/>
              <a:uLnTx/>
              <a:uFillTx/>
              <a:latin typeface="Comfortaa"/>
              <a:ea typeface="Comfortaa"/>
              <a:cs typeface="Comfortaa"/>
              <a:sym typeface="Comfortaa"/>
            </a:endParaRPr>
          </a:p>
        </p:txBody>
      </p:sp>
      <p:grpSp>
        <p:nvGrpSpPr>
          <p:cNvPr id="504" name="Google Shape;504;p38">
            <a:extLst>
              <a:ext uri="{FF2B5EF4-FFF2-40B4-BE49-F238E27FC236}">
                <a16:creationId xmlns:a16="http://schemas.microsoft.com/office/drawing/2014/main" id="{E689F539-813B-ECE3-17E3-CDF771B0D31E}"/>
              </a:ext>
            </a:extLst>
          </p:cNvPr>
          <p:cNvGrpSpPr/>
          <p:nvPr/>
        </p:nvGrpSpPr>
        <p:grpSpPr>
          <a:xfrm>
            <a:off x="466720" y="5258667"/>
            <a:ext cx="3381529" cy="1183100"/>
            <a:chOff x="880714" y="3731738"/>
            <a:chExt cx="2536147" cy="887325"/>
          </a:xfrm>
        </p:grpSpPr>
        <p:sp>
          <p:nvSpPr>
            <p:cNvPr id="505" name="Google Shape;505;p38">
              <a:extLst>
                <a:ext uri="{FF2B5EF4-FFF2-40B4-BE49-F238E27FC236}">
                  <a16:creationId xmlns:a16="http://schemas.microsoft.com/office/drawing/2014/main" id="{F9A4AB67-5E33-F6AF-FB09-2198EE4A7CC0}"/>
                </a:ext>
              </a:extLst>
            </p:cNvPr>
            <p:cNvSpPr/>
            <p:nvPr/>
          </p:nvSpPr>
          <p:spPr>
            <a:xfrm>
              <a:off x="880714" y="3748200"/>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06" name="Google Shape;506;p38">
              <a:extLst>
                <a:ext uri="{FF2B5EF4-FFF2-40B4-BE49-F238E27FC236}">
                  <a16:creationId xmlns:a16="http://schemas.microsoft.com/office/drawing/2014/main" id="{FDFA5ED3-E78A-05D4-A6EE-5DACB7E8B5E1}"/>
                </a:ext>
              </a:extLst>
            </p:cNvPr>
            <p:cNvSpPr/>
            <p:nvPr/>
          </p:nvSpPr>
          <p:spPr>
            <a:xfrm>
              <a:off x="880714" y="3987275"/>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07" name="Google Shape;507;p38">
              <a:extLst>
                <a:ext uri="{FF2B5EF4-FFF2-40B4-BE49-F238E27FC236}">
                  <a16:creationId xmlns:a16="http://schemas.microsoft.com/office/drawing/2014/main" id="{C5D67A41-F873-7C51-9CD3-E2CAF6E9F214}"/>
                </a:ext>
              </a:extLst>
            </p:cNvPr>
            <p:cNvSpPr/>
            <p:nvPr/>
          </p:nvSpPr>
          <p:spPr>
            <a:xfrm>
              <a:off x="880732" y="4260575"/>
              <a:ext cx="327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08" name="Google Shape;508;p38">
              <a:extLst>
                <a:ext uri="{FF2B5EF4-FFF2-40B4-BE49-F238E27FC236}">
                  <a16:creationId xmlns:a16="http://schemas.microsoft.com/office/drawing/2014/main" id="{7AB8EF75-E306-564D-CDF4-EA63B6EE05E4}"/>
                </a:ext>
              </a:extLst>
            </p:cNvPr>
            <p:cNvSpPr/>
            <p:nvPr/>
          </p:nvSpPr>
          <p:spPr>
            <a:xfrm>
              <a:off x="1374131" y="4260575"/>
              <a:ext cx="5244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09" name="Google Shape;509;p38">
              <a:extLst>
                <a:ext uri="{FF2B5EF4-FFF2-40B4-BE49-F238E27FC236}">
                  <a16:creationId xmlns:a16="http://schemas.microsoft.com/office/drawing/2014/main" id="{33DBD2EB-A119-AEF4-CC18-3C2B3A836A73}"/>
                </a:ext>
              </a:extLst>
            </p:cNvPr>
            <p:cNvSpPr/>
            <p:nvPr/>
          </p:nvSpPr>
          <p:spPr>
            <a:xfrm>
              <a:off x="2032952" y="4260575"/>
              <a:ext cx="661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0" name="Google Shape;510;p38">
              <a:extLst>
                <a:ext uri="{FF2B5EF4-FFF2-40B4-BE49-F238E27FC236}">
                  <a16:creationId xmlns:a16="http://schemas.microsoft.com/office/drawing/2014/main" id="{D83623C8-7A5B-188B-72D8-DAD18E997960}"/>
                </a:ext>
              </a:extLst>
            </p:cNvPr>
            <p:cNvSpPr/>
            <p:nvPr/>
          </p:nvSpPr>
          <p:spPr>
            <a:xfrm>
              <a:off x="2783250" y="4260575"/>
              <a:ext cx="2415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1" name="Google Shape;511;p38">
              <a:extLst>
                <a:ext uri="{FF2B5EF4-FFF2-40B4-BE49-F238E27FC236}">
                  <a16:creationId xmlns:a16="http://schemas.microsoft.com/office/drawing/2014/main" id="{4DC60599-DB69-5582-5BB1-EAE6B4243DEC}"/>
                </a:ext>
              </a:extLst>
            </p:cNvPr>
            <p:cNvSpPr/>
            <p:nvPr/>
          </p:nvSpPr>
          <p:spPr>
            <a:xfrm>
              <a:off x="880732" y="4469100"/>
              <a:ext cx="3276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2" name="Google Shape;512;p38">
              <a:extLst>
                <a:ext uri="{FF2B5EF4-FFF2-40B4-BE49-F238E27FC236}">
                  <a16:creationId xmlns:a16="http://schemas.microsoft.com/office/drawing/2014/main" id="{386A6F2F-FF36-611F-1B01-42040685FEF6}"/>
                </a:ext>
              </a:extLst>
            </p:cNvPr>
            <p:cNvSpPr/>
            <p:nvPr/>
          </p:nvSpPr>
          <p:spPr>
            <a:xfrm>
              <a:off x="1374131" y="4469100"/>
              <a:ext cx="8340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3" name="Google Shape;513;p38">
              <a:extLst>
                <a:ext uri="{FF2B5EF4-FFF2-40B4-BE49-F238E27FC236}">
                  <a16:creationId xmlns:a16="http://schemas.microsoft.com/office/drawing/2014/main" id="{490588CF-FC0F-9225-2CAC-477FDF31DBA5}"/>
                </a:ext>
              </a:extLst>
            </p:cNvPr>
            <p:cNvSpPr/>
            <p:nvPr/>
          </p:nvSpPr>
          <p:spPr>
            <a:xfrm>
              <a:off x="2318331" y="4469100"/>
              <a:ext cx="3549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4" name="Google Shape;514;p38">
              <a:extLst>
                <a:ext uri="{FF2B5EF4-FFF2-40B4-BE49-F238E27FC236}">
                  <a16:creationId xmlns:a16="http://schemas.microsoft.com/office/drawing/2014/main" id="{E942F5C3-B293-883C-5CA7-7D98119B3A2E}"/>
                </a:ext>
              </a:extLst>
            </p:cNvPr>
            <p:cNvSpPr/>
            <p:nvPr/>
          </p:nvSpPr>
          <p:spPr>
            <a:xfrm>
              <a:off x="2783561" y="4471163"/>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5" name="Google Shape;515;p38">
              <a:extLst>
                <a:ext uri="{FF2B5EF4-FFF2-40B4-BE49-F238E27FC236}">
                  <a16:creationId xmlns:a16="http://schemas.microsoft.com/office/drawing/2014/main" id="{733BC11E-9210-E312-1239-EF8E1240EB8B}"/>
                </a:ext>
              </a:extLst>
            </p:cNvPr>
            <p:cNvSpPr/>
            <p:nvPr/>
          </p:nvSpPr>
          <p:spPr>
            <a:xfrm>
              <a:off x="1301861" y="39618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6" name="Google Shape;516;p38">
              <a:extLst>
                <a:ext uri="{FF2B5EF4-FFF2-40B4-BE49-F238E27FC236}">
                  <a16:creationId xmlns:a16="http://schemas.microsoft.com/office/drawing/2014/main" id="{2861D893-56DA-789A-0C53-3746D36C1CB1}"/>
                </a:ext>
              </a:extLst>
            </p:cNvPr>
            <p:cNvSpPr/>
            <p:nvPr/>
          </p:nvSpPr>
          <p:spPr>
            <a:xfrm>
              <a:off x="1301861" y="37317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7" name="Google Shape;517;p38">
              <a:extLst>
                <a:ext uri="{FF2B5EF4-FFF2-40B4-BE49-F238E27FC236}">
                  <a16:creationId xmlns:a16="http://schemas.microsoft.com/office/drawing/2014/main" id="{519D6A62-5451-C71B-BFC4-1672A2B32F9E}"/>
                </a:ext>
              </a:extLst>
            </p:cNvPr>
            <p:cNvSpPr/>
            <p:nvPr/>
          </p:nvSpPr>
          <p:spPr>
            <a:xfrm>
              <a:off x="2028686" y="39618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518" name="Google Shape;518;p38">
            <a:extLst>
              <a:ext uri="{FF2B5EF4-FFF2-40B4-BE49-F238E27FC236}">
                <a16:creationId xmlns:a16="http://schemas.microsoft.com/office/drawing/2014/main" id="{EB9FF130-C0CF-4445-2718-B5E902749E10}"/>
              </a:ext>
            </a:extLst>
          </p:cNvPr>
          <p:cNvSpPr txBox="1"/>
          <p:nvPr/>
        </p:nvSpPr>
        <p:spPr>
          <a:xfrm>
            <a:off x="10011933" y="5484133"/>
            <a:ext cx="692400" cy="1055600"/>
          </a:xfrm>
          <a:prstGeom prst="rect">
            <a:avLst/>
          </a:prstGeom>
          <a:noFill/>
          <a:ln>
            <a:noFill/>
          </a:ln>
        </p:spPr>
        <p:txBody>
          <a:bodyPr spcFirstLastPara="1" wrap="square" lIns="121900" tIns="121900" rIns="121900" bIns="121900" anchor="t"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12800" b="0" i="0" u="none" strike="noStrike" kern="0" cap="none" spc="0" normalizeH="0" baseline="0" noProof="0">
                <a:ln>
                  <a:noFill/>
                </a:ln>
                <a:solidFill>
                  <a:srgbClr val="FFFF99"/>
                </a:solidFill>
                <a:effectLst/>
                <a:uLnTx/>
                <a:uFillTx/>
                <a:latin typeface="Comfortaa"/>
                <a:ea typeface="Comfortaa"/>
                <a:cs typeface="Comfortaa"/>
                <a:sym typeface="Comfortaa"/>
              </a:rPr>
              <a:t>*</a:t>
            </a:r>
            <a:endParaRPr kumimoji="0" sz="12800" b="0" i="0" u="none" strike="noStrike" kern="0" cap="none" spc="0" normalizeH="0" baseline="0" noProof="0">
              <a:ln>
                <a:noFill/>
              </a:ln>
              <a:solidFill>
                <a:srgbClr val="FFFF99"/>
              </a:solidFill>
              <a:effectLst/>
              <a:uLnTx/>
              <a:uFillTx/>
              <a:latin typeface="Comfortaa"/>
              <a:ea typeface="Comfortaa"/>
              <a:cs typeface="Comfortaa"/>
              <a:sym typeface="Comfortaa"/>
            </a:endParaRPr>
          </a:p>
        </p:txBody>
      </p:sp>
      <p:sp>
        <p:nvSpPr>
          <p:cNvPr id="2" name="TextBox 1">
            <a:extLst>
              <a:ext uri="{FF2B5EF4-FFF2-40B4-BE49-F238E27FC236}">
                <a16:creationId xmlns:a16="http://schemas.microsoft.com/office/drawing/2014/main" id="{2173036B-E9A1-636A-ED2B-4D5AFF22F9DC}"/>
              </a:ext>
            </a:extLst>
          </p:cNvPr>
          <p:cNvSpPr txBox="1"/>
          <p:nvPr/>
        </p:nvSpPr>
        <p:spPr>
          <a:xfrm>
            <a:off x="4297089" y="1692637"/>
            <a:ext cx="646176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7E7E7"/>
                </a:solidFill>
                <a:effectLst/>
                <a:uLnTx/>
                <a:uFillTx/>
                <a:latin typeface="Source Code Pro" panose="020B0509030403020204" pitchFamily="49" charset="0"/>
                <a:ea typeface="Source Code Pro" panose="020B0509030403020204" pitchFamily="49" charset="0"/>
                <a:cs typeface="+mn-cs"/>
              </a:rPr>
              <a:t>Map and Filter</a:t>
            </a:r>
          </a:p>
        </p:txBody>
      </p:sp>
      <p:sp>
        <p:nvSpPr>
          <p:cNvPr id="9" name="TextBox 8">
            <a:extLst>
              <a:ext uri="{FF2B5EF4-FFF2-40B4-BE49-F238E27FC236}">
                <a16:creationId xmlns:a16="http://schemas.microsoft.com/office/drawing/2014/main" id="{9DAE8E7B-A06C-12DF-7882-95FA3BAB99B0}"/>
              </a:ext>
            </a:extLst>
          </p:cNvPr>
          <p:cNvSpPr txBox="1"/>
          <p:nvPr/>
        </p:nvSpPr>
        <p:spPr>
          <a:xfrm>
            <a:off x="3942380" y="4257423"/>
            <a:ext cx="5912820" cy="1077218"/>
          </a:xfrm>
          <a:prstGeom prst="rect">
            <a:avLst/>
          </a:prstGeom>
          <a:noFill/>
        </p:spPr>
        <p:txBody>
          <a:bodyPr wrap="square" rtlCol="0">
            <a:spAutoFit/>
          </a:bodyPr>
          <a:lstStyle/>
          <a:p>
            <a:r>
              <a:rPr lang="en-US" sz="1600" dirty="0">
                <a:solidFill>
                  <a:schemeClr val="accent1"/>
                </a:solidFill>
                <a:latin typeface="Source Code Pro Medium" panose="020B0509030403020204" pitchFamily="49" charset="0"/>
                <a:ea typeface="Source Code Pro Medium" panose="020B0509030403020204" pitchFamily="49" charset="0"/>
              </a:rPr>
              <a:t>Why not / Rules to follow: </a:t>
            </a:r>
          </a:p>
          <a:p>
            <a:r>
              <a:rPr lang="en-US" sz="1600" dirty="0">
                <a:latin typeface="Source Code Pro Medium" panose="020B0509030403020204" pitchFamily="49" charset="0"/>
                <a:ea typeface="Source Code Pro Medium" panose="020B0509030403020204" pitchFamily="49" charset="0"/>
              </a:rPr>
              <a:t>Do not use Lambda for complex logic. If it takes more than one line of code, use a standard def function for readability</a:t>
            </a:r>
          </a:p>
        </p:txBody>
      </p:sp>
    </p:spTree>
    <p:extLst>
      <p:ext uri="{BB962C8B-B14F-4D97-AF65-F5344CB8AC3E}">
        <p14:creationId xmlns:p14="http://schemas.microsoft.com/office/powerpoint/2010/main" val="2777595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C7E2172A-01F4-A00B-F0A9-917B552024BE}"/>
            </a:ext>
          </a:extLst>
        </p:cNvPr>
        <p:cNvGrpSpPr/>
        <p:nvPr/>
      </p:nvGrpSpPr>
      <p:grpSpPr>
        <a:xfrm>
          <a:off x="0" y="0"/>
          <a:ext cx="0" cy="0"/>
          <a:chOff x="0" y="0"/>
          <a:chExt cx="0" cy="0"/>
        </a:xfrm>
      </p:grpSpPr>
      <p:sp>
        <p:nvSpPr>
          <p:cNvPr id="497" name="Google Shape;497;p38">
            <a:extLst>
              <a:ext uri="{FF2B5EF4-FFF2-40B4-BE49-F238E27FC236}">
                <a16:creationId xmlns:a16="http://schemas.microsoft.com/office/drawing/2014/main" id="{8F05AFD3-6F97-53F6-78C0-7E2BE252EB9A}"/>
              </a:ext>
            </a:extLst>
          </p:cNvPr>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dirty="0"/>
              <a:t>Core Concept </a:t>
            </a:r>
            <a:r>
              <a:rPr lang="en" dirty="0">
                <a:solidFill>
                  <a:schemeClr val="accent4"/>
                </a:solidFill>
              </a:rPr>
              <a:t>(</a:t>
            </a:r>
            <a:r>
              <a:rPr lang="en-US" dirty="0">
                <a:solidFill>
                  <a:schemeClr val="accent4"/>
                </a:solidFill>
              </a:rPr>
              <a:t>Definition</a:t>
            </a:r>
            <a:r>
              <a:rPr lang="en" dirty="0">
                <a:solidFill>
                  <a:schemeClr val="accent4"/>
                </a:solidFill>
              </a:rPr>
              <a:t> &amp; Rules)</a:t>
            </a:r>
            <a:endParaRPr dirty="0">
              <a:solidFill>
                <a:schemeClr val="accent4"/>
              </a:solidFill>
            </a:endParaRPr>
          </a:p>
        </p:txBody>
      </p:sp>
      <p:sp>
        <p:nvSpPr>
          <p:cNvPr id="499" name="Google Shape;499;p38">
            <a:extLst>
              <a:ext uri="{FF2B5EF4-FFF2-40B4-BE49-F238E27FC236}">
                <a16:creationId xmlns:a16="http://schemas.microsoft.com/office/drawing/2014/main" id="{D9E35CFB-C528-C2FD-0C98-9ED0DE189952}"/>
              </a:ext>
            </a:extLst>
          </p:cNvPr>
          <p:cNvSpPr txBox="1">
            <a:spLocks noGrp="1"/>
          </p:cNvSpPr>
          <p:nvPr>
            <p:ph type="subTitle" idx="2"/>
          </p:nvPr>
        </p:nvSpPr>
        <p:spPr>
          <a:xfrm>
            <a:off x="466720" y="2016764"/>
            <a:ext cx="4708235" cy="4688836"/>
          </a:xfrm>
          <a:prstGeom prst="rect">
            <a:avLst/>
          </a:prstGeom>
        </p:spPr>
        <p:txBody>
          <a:bodyPr spcFirstLastPara="1" wrap="square" lIns="121900" tIns="121900" rIns="121900" bIns="121900" anchor="t" anchorCtr="0">
            <a:noAutofit/>
          </a:bodyPr>
          <a:lstStyle/>
          <a:p>
            <a:pPr marL="0" indent="0"/>
            <a:endParaRPr lang="en-US" sz="1600" dirty="0"/>
          </a:p>
          <a:p>
            <a:pPr marL="0" indent="0"/>
            <a:r>
              <a:rPr lang="en-US" sz="1600" dirty="0">
                <a:solidFill>
                  <a:schemeClr val="tx1"/>
                </a:solidFill>
              </a:rPr>
              <a:t>File handling is the process of using Python to open, </a:t>
            </a:r>
            <a:br>
              <a:rPr lang="en-US" sz="1600" dirty="0">
                <a:solidFill>
                  <a:schemeClr val="tx1"/>
                </a:solidFill>
              </a:rPr>
            </a:br>
            <a:r>
              <a:rPr lang="en-US" sz="1600" dirty="0">
                <a:solidFill>
                  <a:schemeClr val="tx1"/>
                </a:solidFill>
              </a:rPr>
              <a:t>read, write, append, and close external files </a:t>
            </a:r>
          </a:p>
          <a:p>
            <a:pPr marL="0" indent="0"/>
            <a:r>
              <a:rPr lang="en-US" sz="1600" dirty="0">
                <a:solidFill>
                  <a:schemeClr val="tx1"/>
                </a:solidFill>
              </a:rPr>
              <a:t>(like .txt, .csv, or .json) stored on your computer.</a:t>
            </a:r>
          </a:p>
        </p:txBody>
      </p:sp>
      <p:sp>
        <p:nvSpPr>
          <p:cNvPr id="500" name="Google Shape;500;p38">
            <a:extLst>
              <a:ext uri="{FF2B5EF4-FFF2-40B4-BE49-F238E27FC236}">
                <a16:creationId xmlns:a16="http://schemas.microsoft.com/office/drawing/2014/main" id="{9C2B1BC9-BA17-B576-5233-DCE511947C3C}"/>
              </a:ext>
            </a:extLst>
          </p:cNvPr>
          <p:cNvSpPr txBox="1">
            <a:spLocks noGrp="1"/>
          </p:cNvSpPr>
          <p:nvPr>
            <p:ph type="subTitle" idx="3"/>
          </p:nvPr>
        </p:nvSpPr>
        <p:spPr>
          <a:xfrm>
            <a:off x="466720" y="1737841"/>
            <a:ext cx="3719200" cy="745200"/>
          </a:xfrm>
          <a:prstGeom prst="rect">
            <a:avLst/>
          </a:prstGeom>
        </p:spPr>
        <p:txBody>
          <a:bodyPr spcFirstLastPara="1" wrap="square" lIns="121900" tIns="121900" rIns="121900" bIns="121900" anchor="b" anchorCtr="0">
            <a:noAutofit/>
          </a:bodyPr>
          <a:lstStyle/>
          <a:p>
            <a:pPr marL="0" indent="0"/>
            <a:r>
              <a:rPr lang="en" sz="1600" dirty="0"/>
              <a:t>Definition:</a:t>
            </a:r>
            <a:endParaRPr sz="1600" dirty="0"/>
          </a:p>
        </p:txBody>
      </p:sp>
      <p:sp>
        <p:nvSpPr>
          <p:cNvPr id="501" name="Google Shape;501;p38">
            <a:extLst>
              <a:ext uri="{FF2B5EF4-FFF2-40B4-BE49-F238E27FC236}">
                <a16:creationId xmlns:a16="http://schemas.microsoft.com/office/drawing/2014/main" id="{EAECBC71-140F-5D4E-3309-1404EFD51734}"/>
              </a:ext>
            </a:extLst>
          </p:cNvPr>
          <p:cNvSpPr txBox="1">
            <a:spLocks noGrp="1"/>
          </p:cNvSpPr>
          <p:nvPr>
            <p:ph type="subTitle" idx="4"/>
          </p:nvPr>
        </p:nvSpPr>
        <p:spPr>
          <a:xfrm>
            <a:off x="7103186" y="2028248"/>
            <a:ext cx="4521893" cy="2262897"/>
          </a:xfrm>
          <a:prstGeom prst="rect">
            <a:avLst/>
          </a:prstGeom>
        </p:spPr>
        <p:txBody>
          <a:bodyPr spcFirstLastPara="1" wrap="square" lIns="121900" tIns="121900" rIns="121900" bIns="121900" anchor="b" anchorCtr="0">
            <a:noAutofit/>
          </a:bodyPr>
          <a:lstStyle/>
          <a:p>
            <a:pPr marL="0" indent="0"/>
            <a:r>
              <a:rPr lang="en-US" sz="1600" dirty="0"/>
              <a:t>Why we use it: </a:t>
            </a:r>
          </a:p>
          <a:p>
            <a:pPr marL="0" indent="0"/>
            <a:r>
              <a:rPr lang="en-US" sz="1600" dirty="0">
                <a:solidFill>
                  <a:schemeClr val="tx1"/>
                </a:solidFill>
              </a:rPr>
              <a:t>AI models don't rely on data typed directly into the code. We use file handling to load massive datasets into our machine learning pipelines and to save our final predictions or model weights back to the hard drive.</a:t>
            </a:r>
            <a:endParaRPr sz="1600" dirty="0">
              <a:solidFill>
                <a:schemeClr val="tx1"/>
              </a:solidFill>
            </a:endParaRPr>
          </a:p>
        </p:txBody>
      </p:sp>
      <p:sp>
        <p:nvSpPr>
          <p:cNvPr id="502" name="Google Shape;502;p38">
            <a:extLst>
              <a:ext uri="{FF2B5EF4-FFF2-40B4-BE49-F238E27FC236}">
                <a16:creationId xmlns:a16="http://schemas.microsoft.com/office/drawing/2014/main" id="{50E41EDF-17CD-0D44-C498-92DB4BF7886B}"/>
              </a:ext>
            </a:extLst>
          </p:cNvPr>
          <p:cNvSpPr txBox="1"/>
          <p:nvPr/>
        </p:nvSpPr>
        <p:spPr>
          <a:xfrm>
            <a:off x="-109467" y="1268241"/>
            <a:ext cx="939600" cy="1160000"/>
          </a:xfrm>
          <a:prstGeom prst="rect">
            <a:avLst/>
          </a:prstGeom>
          <a:noFill/>
          <a:ln>
            <a:noFill/>
          </a:ln>
        </p:spPr>
        <p:txBody>
          <a:bodyPr spcFirstLastPara="1" wrap="square" lIns="121900" tIns="121900" rIns="121900" bIns="121900" anchor="t"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6667" b="0" i="0" u="none" strike="noStrike" kern="0" cap="none" spc="0" normalizeH="0" baseline="0" noProof="0" dirty="0">
                <a:ln>
                  <a:noFill/>
                </a:ln>
                <a:solidFill>
                  <a:srgbClr val="E81A81"/>
                </a:solidFill>
                <a:effectLst/>
                <a:uLnTx/>
                <a:uFillTx/>
                <a:latin typeface="Comfortaa"/>
                <a:ea typeface="Comfortaa"/>
                <a:cs typeface="Comfortaa"/>
                <a:sym typeface="Comfortaa"/>
              </a:rPr>
              <a:t>{</a:t>
            </a:r>
            <a:endParaRPr kumimoji="0" sz="6667" b="0" i="0" u="none" strike="noStrike" kern="0" cap="none" spc="0" normalizeH="0" baseline="0" noProof="0" dirty="0">
              <a:ln>
                <a:noFill/>
              </a:ln>
              <a:solidFill>
                <a:srgbClr val="E81A81"/>
              </a:solidFill>
              <a:effectLst/>
              <a:uLnTx/>
              <a:uFillTx/>
              <a:latin typeface="Comfortaa"/>
              <a:ea typeface="Comfortaa"/>
              <a:cs typeface="Comfortaa"/>
              <a:sym typeface="Comfortaa"/>
            </a:endParaRPr>
          </a:p>
        </p:txBody>
      </p:sp>
      <p:sp>
        <p:nvSpPr>
          <p:cNvPr id="503" name="Google Shape;503;p38">
            <a:extLst>
              <a:ext uri="{FF2B5EF4-FFF2-40B4-BE49-F238E27FC236}">
                <a16:creationId xmlns:a16="http://schemas.microsoft.com/office/drawing/2014/main" id="{0019E711-EFA4-7437-2518-439F3B7D8443}"/>
              </a:ext>
            </a:extLst>
          </p:cNvPr>
          <p:cNvSpPr txBox="1"/>
          <p:nvPr/>
        </p:nvSpPr>
        <p:spPr>
          <a:xfrm>
            <a:off x="11513558" y="4999533"/>
            <a:ext cx="692400" cy="1012400"/>
          </a:xfrm>
          <a:prstGeom prst="rect">
            <a:avLst/>
          </a:prstGeom>
          <a:no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6667" b="0" i="0" u="none" strike="noStrike" kern="0" cap="none" spc="0" normalizeH="0" baseline="0" noProof="0" dirty="0">
                <a:ln>
                  <a:noFill/>
                </a:ln>
                <a:solidFill>
                  <a:srgbClr val="4CAE97"/>
                </a:solidFill>
                <a:effectLst/>
                <a:uLnTx/>
                <a:uFillTx/>
                <a:latin typeface="Comfortaa"/>
                <a:ea typeface="Comfortaa"/>
                <a:cs typeface="Comfortaa"/>
                <a:sym typeface="Comfortaa"/>
              </a:rPr>
              <a:t>}</a:t>
            </a:r>
            <a:endParaRPr kumimoji="0" sz="6667" b="0" i="0" u="none" strike="noStrike" kern="0" cap="none" spc="0" normalizeH="0" baseline="0" noProof="0" dirty="0">
              <a:ln>
                <a:noFill/>
              </a:ln>
              <a:solidFill>
                <a:srgbClr val="4CAE97"/>
              </a:solidFill>
              <a:effectLst/>
              <a:uLnTx/>
              <a:uFillTx/>
              <a:latin typeface="Comfortaa"/>
              <a:ea typeface="Comfortaa"/>
              <a:cs typeface="Comfortaa"/>
              <a:sym typeface="Comfortaa"/>
            </a:endParaRPr>
          </a:p>
        </p:txBody>
      </p:sp>
      <p:grpSp>
        <p:nvGrpSpPr>
          <p:cNvPr id="504" name="Google Shape;504;p38">
            <a:extLst>
              <a:ext uri="{FF2B5EF4-FFF2-40B4-BE49-F238E27FC236}">
                <a16:creationId xmlns:a16="http://schemas.microsoft.com/office/drawing/2014/main" id="{F73C4ABD-B6D1-45B1-C425-7029DABFF082}"/>
              </a:ext>
            </a:extLst>
          </p:cNvPr>
          <p:cNvGrpSpPr/>
          <p:nvPr/>
        </p:nvGrpSpPr>
        <p:grpSpPr>
          <a:xfrm>
            <a:off x="466720" y="5258667"/>
            <a:ext cx="3381529" cy="1183100"/>
            <a:chOff x="880714" y="3731738"/>
            <a:chExt cx="2536147" cy="887325"/>
          </a:xfrm>
        </p:grpSpPr>
        <p:sp>
          <p:nvSpPr>
            <p:cNvPr id="505" name="Google Shape;505;p38">
              <a:extLst>
                <a:ext uri="{FF2B5EF4-FFF2-40B4-BE49-F238E27FC236}">
                  <a16:creationId xmlns:a16="http://schemas.microsoft.com/office/drawing/2014/main" id="{0817D1CF-EBFC-14A3-FF4A-7B204B99CB5A}"/>
                </a:ext>
              </a:extLst>
            </p:cNvPr>
            <p:cNvSpPr/>
            <p:nvPr/>
          </p:nvSpPr>
          <p:spPr>
            <a:xfrm>
              <a:off x="880714" y="3748200"/>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06" name="Google Shape;506;p38">
              <a:extLst>
                <a:ext uri="{FF2B5EF4-FFF2-40B4-BE49-F238E27FC236}">
                  <a16:creationId xmlns:a16="http://schemas.microsoft.com/office/drawing/2014/main" id="{A2CA02EA-6C28-07B3-B696-42926BF1BE7B}"/>
                </a:ext>
              </a:extLst>
            </p:cNvPr>
            <p:cNvSpPr/>
            <p:nvPr/>
          </p:nvSpPr>
          <p:spPr>
            <a:xfrm>
              <a:off x="880714" y="3987275"/>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07" name="Google Shape;507;p38">
              <a:extLst>
                <a:ext uri="{FF2B5EF4-FFF2-40B4-BE49-F238E27FC236}">
                  <a16:creationId xmlns:a16="http://schemas.microsoft.com/office/drawing/2014/main" id="{A0866553-C674-5871-FC77-5C07AF745756}"/>
                </a:ext>
              </a:extLst>
            </p:cNvPr>
            <p:cNvSpPr/>
            <p:nvPr/>
          </p:nvSpPr>
          <p:spPr>
            <a:xfrm>
              <a:off x="880732" y="4260575"/>
              <a:ext cx="327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08" name="Google Shape;508;p38">
              <a:extLst>
                <a:ext uri="{FF2B5EF4-FFF2-40B4-BE49-F238E27FC236}">
                  <a16:creationId xmlns:a16="http://schemas.microsoft.com/office/drawing/2014/main" id="{14DCC53E-204C-FD14-3A2B-E68F60F8C0DF}"/>
                </a:ext>
              </a:extLst>
            </p:cNvPr>
            <p:cNvSpPr/>
            <p:nvPr/>
          </p:nvSpPr>
          <p:spPr>
            <a:xfrm>
              <a:off x="1374131" y="4260575"/>
              <a:ext cx="5244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09" name="Google Shape;509;p38">
              <a:extLst>
                <a:ext uri="{FF2B5EF4-FFF2-40B4-BE49-F238E27FC236}">
                  <a16:creationId xmlns:a16="http://schemas.microsoft.com/office/drawing/2014/main" id="{070F3214-FB9B-34C6-6A5B-938BF96EF995}"/>
                </a:ext>
              </a:extLst>
            </p:cNvPr>
            <p:cNvSpPr/>
            <p:nvPr/>
          </p:nvSpPr>
          <p:spPr>
            <a:xfrm>
              <a:off x="2032952" y="4260575"/>
              <a:ext cx="661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0" name="Google Shape;510;p38">
              <a:extLst>
                <a:ext uri="{FF2B5EF4-FFF2-40B4-BE49-F238E27FC236}">
                  <a16:creationId xmlns:a16="http://schemas.microsoft.com/office/drawing/2014/main" id="{43051C0C-A5D3-6734-76F8-29E5558D54B1}"/>
                </a:ext>
              </a:extLst>
            </p:cNvPr>
            <p:cNvSpPr/>
            <p:nvPr/>
          </p:nvSpPr>
          <p:spPr>
            <a:xfrm>
              <a:off x="2783250" y="4260575"/>
              <a:ext cx="2415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1" name="Google Shape;511;p38">
              <a:extLst>
                <a:ext uri="{FF2B5EF4-FFF2-40B4-BE49-F238E27FC236}">
                  <a16:creationId xmlns:a16="http://schemas.microsoft.com/office/drawing/2014/main" id="{A0E3BA5C-C16A-6105-4F5B-0FC728D698BB}"/>
                </a:ext>
              </a:extLst>
            </p:cNvPr>
            <p:cNvSpPr/>
            <p:nvPr/>
          </p:nvSpPr>
          <p:spPr>
            <a:xfrm>
              <a:off x="880732" y="4469100"/>
              <a:ext cx="3276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2" name="Google Shape;512;p38">
              <a:extLst>
                <a:ext uri="{FF2B5EF4-FFF2-40B4-BE49-F238E27FC236}">
                  <a16:creationId xmlns:a16="http://schemas.microsoft.com/office/drawing/2014/main" id="{FA9DA1A1-A8CE-9FBE-789F-89BCF3BEC324}"/>
                </a:ext>
              </a:extLst>
            </p:cNvPr>
            <p:cNvSpPr/>
            <p:nvPr/>
          </p:nvSpPr>
          <p:spPr>
            <a:xfrm>
              <a:off x="1374131" y="4469100"/>
              <a:ext cx="8340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3" name="Google Shape;513;p38">
              <a:extLst>
                <a:ext uri="{FF2B5EF4-FFF2-40B4-BE49-F238E27FC236}">
                  <a16:creationId xmlns:a16="http://schemas.microsoft.com/office/drawing/2014/main" id="{5D62C968-620F-314C-C91F-C6B0424F4C57}"/>
                </a:ext>
              </a:extLst>
            </p:cNvPr>
            <p:cNvSpPr/>
            <p:nvPr/>
          </p:nvSpPr>
          <p:spPr>
            <a:xfrm>
              <a:off x="2318331" y="4469100"/>
              <a:ext cx="3549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4" name="Google Shape;514;p38">
              <a:extLst>
                <a:ext uri="{FF2B5EF4-FFF2-40B4-BE49-F238E27FC236}">
                  <a16:creationId xmlns:a16="http://schemas.microsoft.com/office/drawing/2014/main" id="{3097D28C-1D20-3E24-6636-00E44DF35366}"/>
                </a:ext>
              </a:extLst>
            </p:cNvPr>
            <p:cNvSpPr/>
            <p:nvPr/>
          </p:nvSpPr>
          <p:spPr>
            <a:xfrm>
              <a:off x="2783561" y="4471163"/>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5" name="Google Shape;515;p38">
              <a:extLst>
                <a:ext uri="{FF2B5EF4-FFF2-40B4-BE49-F238E27FC236}">
                  <a16:creationId xmlns:a16="http://schemas.microsoft.com/office/drawing/2014/main" id="{135F7B40-7094-BA08-94F0-609784D9743C}"/>
                </a:ext>
              </a:extLst>
            </p:cNvPr>
            <p:cNvSpPr/>
            <p:nvPr/>
          </p:nvSpPr>
          <p:spPr>
            <a:xfrm>
              <a:off x="1301861" y="39618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6" name="Google Shape;516;p38">
              <a:extLst>
                <a:ext uri="{FF2B5EF4-FFF2-40B4-BE49-F238E27FC236}">
                  <a16:creationId xmlns:a16="http://schemas.microsoft.com/office/drawing/2014/main" id="{849E7E92-51A1-F981-17DE-3ABCBD0144FD}"/>
                </a:ext>
              </a:extLst>
            </p:cNvPr>
            <p:cNvSpPr/>
            <p:nvPr/>
          </p:nvSpPr>
          <p:spPr>
            <a:xfrm>
              <a:off x="1301861" y="37317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7" name="Google Shape;517;p38">
              <a:extLst>
                <a:ext uri="{FF2B5EF4-FFF2-40B4-BE49-F238E27FC236}">
                  <a16:creationId xmlns:a16="http://schemas.microsoft.com/office/drawing/2014/main" id="{C2CA03DA-7708-3F6D-7FDC-78C293C3C10F}"/>
                </a:ext>
              </a:extLst>
            </p:cNvPr>
            <p:cNvSpPr/>
            <p:nvPr/>
          </p:nvSpPr>
          <p:spPr>
            <a:xfrm>
              <a:off x="2028686" y="39618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518" name="Google Shape;518;p38">
            <a:extLst>
              <a:ext uri="{FF2B5EF4-FFF2-40B4-BE49-F238E27FC236}">
                <a16:creationId xmlns:a16="http://schemas.microsoft.com/office/drawing/2014/main" id="{38E397E7-17BE-F7CC-62C5-11B2D5541B4E}"/>
              </a:ext>
            </a:extLst>
          </p:cNvPr>
          <p:cNvSpPr txBox="1"/>
          <p:nvPr/>
        </p:nvSpPr>
        <p:spPr>
          <a:xfrm>
            <a:off x="10011933" y="5484133"/>
            <a:ext cx="692400" cy="1055600"/>
          </a:xfrm>
          <a:prstGeom prst="rect">
            <a:avLst/>
          </a:prstGeom>
          <a:noFill/>
          <a:ln>
            <a:noFill/>
          </a:ln>
        </p:spPr>
        <p:txBody>
          <a:bodyPr spcFirstLastPara="1" wrap="square" lIns="121900" tIns="121900" rIns="121900" bIns="121900" anchor="t"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12800" b="0" i="0" u="none" strike="noStrike" kern="0" cap="none" spc="0" normalizeH="0" baseline="0" noProof="0">
                <a:ln>
                  <a:noFill/>
                </a:ln>
                <a:solidFill>
                  <a:srgbClr val="FFFF99"/>
                </a:solidFill>
                <a:effectLst/>
                <a:uLnTx/>
                <a:uFillTx/>
                <a:latin typeface="Comfortaa"/>
                <a:ea typeface="Comfortaa"/>
                <a:cs typeface="Comfortaa"/>
                <a:sym typeface="Comfortaa"/>
              </a:rPr>
              <a:t>*</a:t>
            </a:r>
            <a:endParaRPr kumimoji="0" sz="12800" b="0" i="0" u="none" strike="noStrike" kern="0" cap="none" spc="0" normalizeH="0" baseline="0" noProof="0">
              <a:ln>
                <a:noFill/>
              </a:ln>
              <a:solidFill>
                <a:srgbClr val="FFFF99"/>
              </a:solidFill>
              <a:effectLst/>
              <a:uLnTx/>
              <a:uFillTx/>
              <a:latin typeface="Comfortaa"/>
              <a:ea typeface="Comfortaa"/>
              <a:cs typeface="Comfortaa"/>
              <a:sym typeface="Comfortaa"/>
            </a:endParaRPr>
          </a:p>
        </p:txBody>
      </p:sp>
      <p:sp>
        <p:nvSpPr>
          <p:cNvPr id="2" name="TextBox 1">
            <a:extLst>
              <a:ext uri="{FF2B5EF4-FFF2-40B4-BE49-F238E27FC236}">
                <a16:creationId xmlns:a16="http://schemas.microsoft.com/office/drawing/2014/main" id="{3F07C342-9590-94F7-7441-37916669033F}"/>
              </a:ext>
            </a:extLst>
          </p:cNvPr>
          <p:cNvSpPr txBox="1"/>
          <p:nvPr/>
        </p:nvSpPr>
        <p:spPr>
          <a:xfrm>
            <a:off x="4297089" y="1692637"/>
            <a:ext cx="646176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7E7E7"/>
                </a:solidFill>
                <a:effectLst/>
                <a:uLnTx/>
                <a:uFillTx/>
                <a:latin typeface="Source Code Pro" panose="020B0509030403020204" pitchFamily="49" charset="0"/>
                <a:ea typeface="Source Code Pro" panose="020B0509030403020204" pitchFamily="49" charset="0"/>
                <a:cs typeface="+mn-cs"/>
              </a:rPr>
              <a:t>File Handling</a:t>
            </a:r>
          </a:p>
        </p:txBody>
      </p:sp>
      <p:sp>
        <p:nvSpPr>
          <p:cNvPr id="9" name="TextBox 8">
            <a:extLst>
              <a:ext uri="{FF2B5EF4-FFF2-40B4-BE49-F238E27FC236}">
                <a16:creationId xmlns:a16="http://schemas.microsoft.com/office/drawing/2014/main" id="{BB001A0B-1681-2945-B0CF-E8A4D713BA9F}"/>
              </a:ext>
            </a:extLst>
          </p:cNvPr>
          <p:cNvSpPr txBox="1"/>
          <p:nvPr/>
        </p:nvSpPr>
        <p:spPr>
          <a:xfrm>
            <a:off x="3942380" y="4257423"/>
            <a:ext cx="5912820" cy="1815882"/>
          </a:xfrm>
          <a:prstGeom prst="rect">
            <a:avLst/>
          </a:prstGeom>
          <a:noFill/>
        </p:spPr>
        <p:txBody>
          <a:bodyPr wrap="square" rtlCol="0">
            <a:spAutoFit/>
          </a:bodyPr>
          <a:lstStyle/>
          <a:p>
            <a:r>
              <a:rPr lang="en-US" sz="1600" dirty="0">
                <a:solidFill>
                  <a:schemeClr val="accent1"/>
                </a:solidFill>
                <a:latin typeface="Source Code Pro Medium" panose="020B0509030403020204" pitchFamily="49" charset="0"/>
                <a:ea typeface="Source Code Pro Medium" panose="020B0509030403020204" pitchFamily="49" charset="0"/>
              </a:rPr>
              <a:t>Why not / Rules to follow: </a:t>
            </a:r>
          </a:p>
          <a:p>
            <a:r>
              <a:rPr lang="en-US" sz="1600" dirty="0">
                <a:latin typeface="Source Code Pro Medium" panose="020B0509030403020204" pitchFamily="49" charset="0"/>
                <a:ea typeface="Source Code Pro Medium" panose="020B0509030403020204" pitchFamily="49" charset="0"/>
              </a:rPr>
              <a:t>Always close a file after you are done with it using .close(). Leaving files open can cause memory leaks and crash your environment. Best practice: Use the with open(...) statement, as it automatically closes the file for you even if an error occurs.</a:t>
            </a:r>
          </a:p>
        </p:txBody>
      </p:sp>
    </p:spTree>
    <p:extLst>
      <p:ext uri="{BB962C8B-B14F-4D97-AF65-F5344CB8AC3E}">
        <p14:creationId xmlns:p14="http://schemas.microsoft.com/office/powerpoint/2010/main" val="124834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600E6379-0002-3C23-BA9E-E5F36FC14E64}"/>
            </a:ext>
          </a:extLst>
        </p:cNvPr>
        <p:cNvGrpSpPr/>
        <p:nvPr/>
      </p:nvGrpSpPr>
      <p:grpSpPr>
        <a:xfrm>
          <a:off x="0" y="0"/>
          <a:ext cx="0" cy="0"/>
          <a:chOff x="0" y="0"/>
          <a:chExt cx="0" cy="0"/>
        </a:xfrm>
      </p:grpSpPr>
      <p:sp>
        <p:nvSpPr>
          <p:cNvPr id="497" name="Google Shape;497;p38">
            <a:extLst>
              <a:ext uri="{FF2B5EF4-FFF2-40B4-BE49-F238E27FC236}">
                <a16:creationId xmlns:a16="http://schemas.microsoft.com/office/drawing/2014/main" id="{141B6AD1-9B1F-E64B-39E6-111A573DAE4E}"/>
              </a:ext>
            </a:extLst>
          </p:cNvPr>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dirty="0"/>
              <a:t>Core Concept </a:t>
            </a:r>
            <a:r>
              <a:rPr lang="en" dirty="0">
                <a:solidFill>
                  <a:schemeClr val="accent4"/>
                </a:solidFill>
              </a:rPr>
              <a:t>(</a:t>
            </a:r>
            <a:r>
              <a:rPr lang="en-US" dirty="0">
                <a:solidFill>
                  <a:schemeClr val="accent4"/>
                </a:solidFill>
              </a:rPr>
              <a:t>Definition</a:t>
            </a:r>
            <a:r>
              <a:rPr lang="en" dirty="0">
                <a:solidFill>
                  <a:schemeClr val="accent4"/>
                </a:solidFill>
              </a:rPr>
              <a:t> &amp; Rules)</a:t>
            </a:r>
            <a:endParaRPr dirty="0">
              <a:solidFill>
                <a:schemeClr val="accent4"/>
              </a:solidFill>
            </a:endParaRPr>
          </a:p>
        </p:txBody>
      </p:sp>
      <p:sp>
        <p:nvSpPr>
          <p:cNvPr id="499" name="Google Shape;499;p38">
            <a:extLst>
              <a:ext uri="{FF2B5EF4-FFF2-40B4-BE49-F238E27FC236}">
                <a16:creationId xmlns:a16="http://schemas.microsoft.com/office/drawing/2014/main" id="{647BAEC6-BE6A-E23B-4026-904B83B0872A}"/>
              </a:ext>
            </a:extLst>
          </p:cNvPr>
          <p:cNvSpPr txBox="1">
            <a:spLocks noGrp="1"/>
          </p:cNvSpPr>
          <p:nvPr>
            <p:ph type="subTitle" idx="2"/>
          </p:nvPr>
        </p:nvSpPr>
        <p:spPr>
          <a:xfrm>
            <a:off x="466720" y="2016764"/>
            <a:ext cx="4708235" cy="4688836"/>
          </a:xfrm>
          <a:prstGeom prst="rect">
            <a:avLst/>
          </a:prstGeom>
        </p:spPr>
        <p:txBody>
          <a:bodyPr spcFirstLastPara="1" wrap="square" lIns="121900" tIns="121900" rIns="121900" bIns="121900" anchor="t" anchorCtr="0">
            <a:noAutofit/>
          </a:bodyPr>
          <a:lstStyle/>
          <a:p>
            <a:pPr marL="0" indent="0"/>
            <a:endParaRPr lang="en-US" sz="1600" dirty="0"/>
          </a:p>
          <a:p>
            <a:pPr marL="0" indent="0"/>
            <a:r>
              <a:rPr lang="en-US" sz="1900" dirty="0">
                <a:solidFill>
                  <a:schemeClr val="tx1"/>
                </a:solidFill>
              </a:rPr>
              <a:t>Exception handling </a:t>
            </a:r>
            <a:br>
              <a:rPr lang="en-US" sz="1900" dirty="0">
                <a:solidFill>
                  <a:schemeClr val="tx1"/>
                </a:solidFill>
              </a:rPr>
            </a:br>
            <a:r>
              <a:rPr lang="en-US" sz="1900" dirty="0">
                <a:solidFill>
                  <a:schemeClr val="tx1"/>
                </a:solidFill>
              </a:rPr>
              <a:t>(</a:t>
            </a:r>
            <a:r>
              <a:rPr lang="en-US" sz="1900" dirty="0">
                <a:solidFill>
                  <a:schemeClr val="accent1"/>
                </a:solidFill>
              </a:rPr>
              <a:t>try</a:t>
            </a:r>
            <a:r>
              <a:rPr lang="en-US" sz="1900" dirty="0">
                <a:solidFill>
                  <a:schemeClr val="tx1"/>
                </a:solidFill>
              </a:rPr>
              <a:t>, </a:t>
            </a:r>
            <a:r>
              <a:rPr lang="en-US" sz="1900" dirty="0">
                <a:solidFill>
                  <a:schemeClr val="accent2"/>
                </a:solidFill>
              </a:rPr>
              <a:t>except</a:t>
            </a:r>
            <a:r>
              <a:rPr lang="en-US" sz="1900" dirty="0">
                <a:solidFill>
                  <a:schemeClr val="tx1"/>
                </a:solidFill>
              </a:rPr>
              <a:t>, </a:t>
            </a:r>
            <a:r>
              <a:rPr lang="en-US" sz="1900" dirty="0">
                <a:solidFill>
                  <a:schemeClr val="accent3"/>
                </a:solidFill>
              </a:rPr>
              <a:t>finally</a:t>
            </a:r>
            <a:r>
              <a:rPr lang="en-US" sz="1900" dirty="0">
                <a:solidFill>
                  <a:schemeClr val="tx1"/>
                </a:solidFill>
              </a:rPr>
              <a:t>) </a:t>
            </a:r>
            <a:br>
              <a:rPr lang="en-US" sz="1900" dirty="0">
                <a:solidFill>
                  <a:schemeClr val="tx1"/>
                </a:solidFill>
              </a:rPr>
            </a:br>
            <a:br>
              <a:rPr lang="en-US" sz="1900" dirty="0">
                <a:solidFill>
                  <a:schemeClr val="tx1"/>
                </a:solidFill>
              </a:rPr>
            </a:br>
            <a:r>
              <a:rPr lang="en-US" sz="1900" dirty="0">
                <a:solidFill>
                  <a:schemeClr val="tx1"/>
                </a:solidFill>
              </a:rPr>
              <a:t>allows your program to deal with unexpected errors without crashing.</a:t>
            </a:r>
            <a:endParaRPr lang="en-US" sz="1600" dirty="0">
              <a:solidFill>
                <a:schemeClr val="tx1"/>
              </a:solidFill>
            </a:endParaRPr>
          </a:p>
        </p:txBody>
      </p:sp>
      <p:sp>
        <p:nvSpPr>
          <p:cNvPr id="500" name="Google Shape;500;p38">
            <a:extLst>
              <a:ext uri="{FF2B5EF4-FFF2-40B4-BE49-F238E27FC236}">
                <a16:creationId xmlns:a16="http://schemas.microsoft.com/office/drawing/2014/main" id="{C017CF97-F37E-0A8B-5F82-37E3833B9A7A}"/>
              </a:ext>
            </a:extLst>
          </p:cNvPr>
          <p:cNvSpPr txBox="1">
            <a:spLocks noGrp="1"/>
          </p:cNvSpPr>
          <p:nvPr>
            <p:ph type="subTitle" idx="3"/>
          </p:nvPr>
        </p:nvSpPr>
        <p:spPr>
          <a:xfrm>
            <a:off x="466720" y="1737841"/>
            <a:ext cx="3719200" cy="745200"/>
          </a:xfrm>
          <a:prstGeom prst="rect">
            <a:avLst/>
          </a:prstGeom>
        </p:spPr>
        <p:txBody>
          <a:bodyPr spcFirstLastPara="1" wrap="square" lIns="121900" tIns="121900" rIns="121900" bIns="121900" anchor="b" anchorCtr="0">
            <a:noAutofit/>
          </a:bodyPr>
          <a:lstStyle/>
          <a:p>
            <a:pPr marL="0" indent="0"/>
            <a:r>
              <a:rPr lang="en" sz="1600" dirty="0"/>
              <a:t>Definition:</a:t>
            </a:r>
            <a:endParaRPr sz="1600" dirty="0"/>
          </a:p>
        </p:txBody>
      </p:sp>
      <p:sp>
        <p:nvSpPr>
          <p:cNvPr id="501" name="Google Shape;501;p38">
            <a:extLst>
              <a:ext uri="{FF2B5EF4-FFF2-40B4-BE49-F238E27FC236}">
                <a16:creationId xmlns:a16="http://schemas.microsoft.com/office/drawing/2014/main" id="{F06D7A18-7521-38F2-71C2-FF65869ACFF7}"/>
              </a:ext>
            </a:extLst>
          </p:cNvPr>
          <p:cNvSpPr txBox="1">
            <a:spLocks noGrp="1"/>
          </p:cNvSpPr>
          <p:nvPr>
            <p:ph type="subTitle" idx="4"/>
          </p:nvPr>
        </p:nvSpPr>
        <p:spPr>
          <a:xfrm>
            <a:off x="7070056" y="1755015"/>
            <a:ext cx="4521893" cy="2262897"/>
          </a:xfrm>
          <a:prstGeom prst="rect">
            <a:avLst/>
          </a:prstGeom>
        </p:spPr>
        <p:txBody>
          <a:bodyPr spcFirstLastPara="1" wrap="square" lIns="121900" tIns="121900" rIns="121900" bIns="121900" anchor="b" anchorCtr="0">
            <a:noAutofit/>
          </a:bodyPr>
          <a:lstStyle/>
          <a:p>
            <a:pPr marL="0" indent="0"/>
            <a:r>
              <a:rPr lang="en-US" sz="1600" dirty="0"/>
              <a:t>Why we use it: </a:t>
            </a:r>
          </a:p>
          <a:p>
            <a:pPr marL="0" indent="0"/>
            <a:r>
              <a:rPr lang="en-US" sz="1600" dirty="0">
                <a:solidFill>
                  <a:schemeClr val="tx1"/>
                </a:solidFill>
              </a:rPr>
              <a:t>AI models often ingest messy, unpredictable real-world data. If a model encounters a missing file or a string instead of a number, it shouldn't crash the whole system.</a:t>
            </a:r>
            <a:endParaRPr sz="1600" dirty="0">
              <a:solidFill>
                <a:schemeClr val="tx1"/>
              </a:solidFill>
            </a:endParaRPr>
          </a:p>
        </p:txBody>
      </p:sp>
      <p:sp>
        <p:nvSpPr>
          <p:cNvPr id="502" name="Google Shape;502;p38">
            <a:extLst>
              <a:ext uri="{FF2B5EF4-FFF2-40B4-BE49-F238E27FC236}">
                <a16:creationId xmlns:a16="http://schemas.microsoft.com/office/drawing/2014/main" id="{CE6612FD-8231-84BF-980D-377E42A99A39}"/>
              </a:ext>
            </a:extLst>
          </p:cNvPr>
          <p:cNvSpPr txBox="1"/>
          <p:nvPr/>
        </p:nvSpPr>
        <p:spPr>
          <a:xfrm>
            <a:off x="-109467" y="1268241"/>
            <a:ext cx="939600" cy="1160000"/>
          </a:xfrm>
          <a:prstGeom prst="rect">
            <a:avLst/>
          </a:prstGeom>
          <a:noFill/>
          <a:ln>
            <a:noFill/>
          </a:ln>
        </p:spPr>
        <p:txBody>
          <a:bodyPr spcFirstLastPara="1" wrap="square" lIns="121900" tIns="121900" rIns="121900" bIns="121900" anchor="t"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6667" b="0" i="0" u="none" strike="noStrike" kern="0" cap="none" spc="0" normalizeH="0" baseline="0" noProof="0" dirty="0">
                <a:ln>
                  <a:noFill/>
                </a:ln>
                <a:solidFill>
                  <a:srgbClr val="E81A81"/>
                </a:solidFill>
                <a:effectLst/>
                <a:uLnTx/>
                <a:uFillTx/>
                <a:latin typeface="Comfortaa"/>
                <a:ea typeface="Comfortaa"/>
                <a:cs typeface="Comfortaa"/>
                <a:sym typeface="Comfortaa"/>
              </a:rPr>
              <a:t>{</a:t>
            </a:r>
            <a:endParaRPr kumimoji="0" sz="6667" b="0" i="0" u="none" strike="noStrike" kern="0" cap="none" spc="0" normalizeH="0" baseline="0" noProof="0" dirty="0">
              <a:ln>
                <a:noFill/>
              </a:ln>
              <a:solidFill>
                <a:srgbClr val="E81A81"/>
              </a:solidFill>
              <a:effectLst/>
              <a:uLnTx/>
              <a:uFillTx/>
              <a:latin typeface="Comfortaa"/>
              <a:ea typeface="Comfortaa"/>
              <a:cs typeface="Comfortaa"/>
              <a:sym typeface="Comfortaa"/>
            </a:endParaRPr>
          </a:p>
        </p:txBody>
      </p:sp>
      <p:sp>
        <p:nvSpPr>
          <p:cNvPr id="503" name="Google Shape;503;p38">
            <a:extLst>
              <a:ext uri="{FF2B5EF4-FFF2-40B4-BE49-F238E27FC236}">
                <a16:creationId xmlns:a16="http://schemas.microsoft.com/office/drawing/2014/main" id="{0F073523-18A8-9709-0FEB-47A9CE82B59A}"/>
              </a:ext>
            </a:extLst>
          </p:cNvPr>
          <p:cNvSpPr txBox="1"/>
          <p:nvPr/>
        </p:nvSpPr>
        <p:spPr>
          <a:xfrm>
            <a:off x="11513558" y="4999533"/>
            <a:ext cx="692400" cy="1012400"/>
          </a:xfrm>
          <a:prstGeom prst="rect">
            <a:avLst/>
          </a:prstGeom>
          <a:no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6667" b="0" i="0" u="none" strike="noStrike" kern="0" cap="none" spc="0" normalizeH="0" baseline="0" noProof="0" dirty="0">
                <a:ln>
                  <a:noFill/>
                </a:ln>
                <a:solidFill>
                  <a:srgbClr val="4CAE97"/>
                </a:solidFill>
                <a:effectLst/>
                <a:uLnTx/>
                <a:uFillTx/>
                <a:latin typeface="Comfortaa"/>
                <a:ea typeface="Comfortaa"/>
                <a:cs typeface="Comfortaa"/>
                <a:sym typeface="Comfortaa"/>
              </a:rPr>
              <a:t>}</a:t>
            </a:r>
            <a:endParaRPr kumimoji="0" sz="6667" b="0" i="0" u="none" strike="noStrike" kern="0" cap="none" spc="0" normalizeH="0" baseline="0" noProof="0" dirty="0">
              <a:ln>
                <a:noFill/>
              </a:ln>
              <a:solidFill>
                <a:srgbClr val="4CAE97"/>
              </a:solidFill>
              <a:effectLst/>
              <a:uLnTx/>
              <a:uFillTx/>
              <a:latin typeface="Comfortaa"/>
              <a:ea typeface="Comfortaa"/>
              <a:cs typeface="Comfortaa"/>
              <a:sym typeface="Comfortaa"/>
            </a:endParaRPr>
          </a:p>
        </p:txBody>
      </p:sp>
      <p:grpSp>
        <p:nvGrpSpPr>
          <p:cNvPr id="504" name="Google Shape;504;p38">
            <a:extLst>
              <a:ext uri="{FF2B5EF4-FFF2-40B4-BE49-F238E27FC236}">
                <a16:creationId xmlns:a16="http://schemas.microsoft.com/office/drawing/2014/main" id="{8244DE31-DBAF-9EDF-4474-1AEABD918344}"/>
              </a:ext>
            </a:extLst>
          </p:cNvPr>
          <p:cNvGrpSpPr/>
          <p:nvPr/>
        </p:nvGrpSpPr>
        <p:grpSpPr>
          <a:xfrm>
            <a:off x="466720" y="5258667"/>
            <a:ext cx="3381529" cy="1183100"/>
            <a:chOff x="880714" y="3731738"/>
            <a:chExt cx="2536147" cy="887325"/>
          </a:xfrm>
        </p:grpSpPr>
        <p:sp>
          <p:nvSpPr>
            <p:cNvPr id="505" name="Google Shape;505;p38">
              <a:extLst>
                <a:ext uri="{FF2B5EF4-FFF2-40B4-BE49-F238E27FC236}">
                  <a16:creationId xmlns:a16="http://schemas.microsoft.com/office/drawing/2014/main" id="{3378D6EC-E805-4224-1C8B-441D9F7F11A5}"/>
                </a:ext>
              </a:extLst>
            </p:cNvPr>
            <p:cNvSpPr/>
            <p:nvPr/>
          </p:nvSpPr>
          <p:spPr>
            <a:xfrm>
              <a:off x="880714" y="3748200"/>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06" name="Google Shape;506;p38">
              <a:extLst>
                <a:ext uri="{FF2B5EF4-FFF2-40B4-BE49-F238E27FC236}">
                  <a16:creationId xmlns:a16="http://schemas.microsoft.com/office/drawing/2014/main" id="{22F6416B-930F-8F89-6096-1268CD28168F}"/>
                </a:ext>
              </a:extLst>
            </p:cNvPr>
            <p:cNvSpPr/>
            <p:nvPr/>
          </p:nvSpPr>
          <p:spPr>
            <a:xfrm>
              <a:off x="880714" y="3987275"/>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07" name="Google Shape;507;p38">
              <a:extLst>
                <a:ext uri="{FF2B5EF4-FFF2-40B4-BE49-F238E27FC236}">
                  <a16:creationId xmlns:a16="http://schemas.microsoft.com/office/drawing/2014/main" id="{8848AC2B-F5DF-6F26-3540-9F97BE09D7A9}"/>
                </a:ext>
              </a:extLst>
            </p:cNvPr>
            <p:cNvSpPr/>
            <p:nvPr/>
          </p:nvSpPr>
          <p:spPr>
            <a:xfrm>
              <a:off x="880732" y="4260575"/>
              <a:ext cx="327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08" name="Google Shape;508;p38">
              <a:extLst>
                <a:ext uri="{FF2B5EF4-FFF2-40B4-BE49-F238E27FC236}">
                  <a16:creationId xmlns:a16="http://schemas.microsoft.com/office/drawing/2014/main" id="{716029EB-D13C-F771-0DEC-41BDA6C9E0E7}"/>
                </a:ext>
              </a:extLst>
            </p:cNvPr>
            <p:cNvSpPr/>
            <p:nvPr/>
          </p:nvSpPr>
          <p:spPr>
            <a:xfrm>
              <a:off x="1374131" y="4260575"/>
              <a:ext cx="5244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09" name="Google Shape;509;p38">
              <a:extLst>
                <a:ext uri="{FF2B5EF4-FFF2-40B4-BE49-F238E27FC236}">
                  <a16:creationId xmlns:a16="http://schemas.microsoft.com/office/drawing/2014/main" id="{AE78BCE1-989E-514D-C12E-5E10392D85AB}"/>
                </a:ext>
              </a:extLst>
            </p:cNvPr>
            <p:cNvSpPr/>
            <p:nvPr/>
          </p:nvSpPr>
          <p:spPr>
            <a:xfrm>
              <a:off x="2032952" y="4260575"/>
              <a:ext cx="661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0" name="Google Shape;510;p38">
              <a:extLst>
                <a:ext uri="{FF2B5EF4-FFF2-40B4-BE49-F238E27FC236}">
                  <a16:creationId xmlns:a16="http://schemas.microsoft.com/office/drawing/2014/main" id="{70C969B1-8594-F11F-481B-33876B109AC9}"/>
                </a:ext>
              </a:extLst>
            </p:cNvPr>
            <p:cNvSpPr/>
            <p:nvPr/>
          </p:nvSpPr>
          <p:spPr>
            <a:xfrm>
              <a:off x="2783250" y="4260575"/>
              <a:ext cx="2415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1" name="Google Shape;511;p38">
              <a:extLst>
                <a:ext uri="{FF2B5EF4-FFF2-40B4-BE49-F238E27FC236}">
                  <a16:creationId xmlns:a16="http://schemas.microsoft.com/office/drawing/2014/main" id="{ABBC9D1B-7DFE-7A52-921C-54EFEF3DF7A7}"/>
                </a:ext>
              </a:extLst>
            </p:cNvPr>
            <p:cNvSpPr/>
            <p:nvPr/>
          </p:nvSpPr>
          <p:spPr>
            <a:xfrm>
              <a:off x="880732" y="4469100"/>
              <a:ext cx="3276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2" name="Google Shape;512;p38">
              <a:extLst>
                <a:ext uri="{FF2B5EF4-FFF2-40B4-BE49-F238E27FC236}">
                  <a16:creationId xmlns:a16="http://schemas.microsoft.com/office/drawing/2014/main" id="{CDFCD220-5141-A8DF-D620-0302B7F03B5C}"/>
                </a:ext>
              </a:extLst>
            </p:cNvPr>
            <p:cNvSpPr/>
            <p:nvPr/>
          </p:nvSpPr>
          <p:spPr>
            <a:xfrm>
              <a:off x="1374131" y="4469100"/>
              <a:ext cx="8340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3" name="Google Shape;513;p38">
              <a:extLst>
                <a:ext uri="{FF2B5EF4-FFF2-40B4-BE49-F238E27FC236}">
                  <a16:creationId xmlns:a16="http://schemas.microsoft.com/office/drawing/2014/main" id="{67F25B1E-004B-8AE2-8D53-59B2A769629E}"/>
                </a:ext>
              </a:extLst>
            </p:cNvPr>
            <p:cNvSpPr/>
            <p:nvPr/>
          </p:nvSpPr>
          <p:spPr>
            <a:xfrm>
              <a:off x="2318331" y="4469100"/>
              <a:ext cx="3549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4" name="Google Shape;514;p38">
              <a:extLst>
                <a:ext uri="{FF2B5EF4-FFF2-40B4-BE49-F238E27FC236}">
                  <a16:creationId xmlns:a16="http://schemas.microsoft.com/office/drawing/2014/main" id="{B9D77538-2BBE-50A7-0B06-23F496C47744}"/>
                </a:ext>
              </a:extLst>
            </p:cNvPr>
            <p:cNvSpPr/>
            <p:nvPr/>
          </p:nvSpPr>
          <p:spPr>
            <a:xfrm>
              <a:off x="2783561" y="4471163"/>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5" name="Google Shape;515;p38">
              <a:extLst>
                <a:ext uri="{FF2B5EF4-FFF2-40B4-BE49-F238E27FC236}">
                  <a16:creationId xmlns:a16="http://schemas.microsoft.com/office/drawing/2014/main" id="{13AE61D0-0427-AA1F-D630-0987AE3DF6BD}"/>
                </a:ext>
              </a:extLst>
            </p:cNvPr>
            <p:cNvSpPr/>
            <p:nvPr/>
          </p:nvSpPr>
          <p:spPr>
            <a:xfrm>
              <a:off x="1301861" y="39618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6" name="Google Shape;516;p38">
              <a:extLst>
                <a:ext uri="{FF2B5EF4-FFF2-40B4-BE49-F238E27FC236}">
                  <a16:creationId xmlns:a16="http://schemas.microsoft.com/office/drawing/2014/main" id="{559987B2-C927-A1A1-C7F0-AE2191118AD6}"/>
                </a:ext>
              </a:extLst>
            </p:cNvPr>
            <p:cNvSpPr/>
            <p:nvPr/>
          </p:nvSpPr>
          <p:spPr>
            <a:xfrm>
              <a:off x="1301861" y="37317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7" name="Google Shape;517;p38">
              <a:extLst>
                <a:ext uri="{FF2B5EF4-FFF2-40B4-BE49-F238E27FC236}">
                  <a16:creationId xmlns:a16="http://schemas.microsoft.com/office/drawing/2014/main" id="{59647C98-3D67-65A6-726A-4FB6B2EA987C}"/>
                </a:ext>
              </a:extLst>
            </p:cNvPr>
            <p:cNvSpPr/>
            <p:nvPr/>
          </p:nvSpPr>
          <p:spPr>
            <a:xfrm>
              <a:off x="2028686" y="39618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67"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518" name="Google Shape;518;p38">
            <a:extLst>
              <a:ext uri="{FF2B5EF4-FFF2-40B4-BE49-F238E27FC236}">
                <a16:creationId xmlns:a16="http://schemas.microsoft.com/office/drawing/2014/main" id="{E58D5A9B-DF93-D6C4-95BB-F2ADA35277EC}"/>
              </a:ext>
            </a:extLst>
          </p:cNvPr>
          <p:cNvSpPr txBox="1"/>
          <p:nvPr/>
        </p:nvSpPr>
        <p:spPr>
          <a:xfrm>
            <a:off x="10011933" y="5484133"/>
            <a:ext cx="692400" cy="1055600"/>
          </a:xfrm>
          <a:prstGeom prst="rect">
            <a:avLst/>
          </a:prstGeom>
          <a:noFill/>
          <a:ln>
            <a:noFill/>
          </a:ln>
        </p:spPr>
        <p:txBody>
          <a:bodyPr spcFirstLastPara="1" wrap="square" lIns="121900" tIns="121900" rIns="121900" bIns="121900" anchor="t"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12800" b="0" i="0" u="none" strike="noStrike" kern="0" cap="none" spc="0" normalizeH="0" baseline="0" noProof="0">
                <a:ln>
                  <a:noFill/>
                </a:ln>
                <a:solidFill>
                  <a:srgbClr val="FFFF99"/>
                </a:solidFill>
                <a:effectLst/>
                <a:uLnTx/>
                <a:uFillTx/>
                <a:latin typeface="Comfortaa"/>
                <a:ea typeface="Comfortaa"/>
                <a:cs typeface="Comfortaa"/>
                <a:sym typeface="Comfortaa"/>
              </a:rPr>
              <a:t>*</a:t>
            </a:r>
            <a:endParaRPr kumimoji="0" sz="12800" b="0" i="0" u="none" strike="noStrike" kern="0" cap="none" spc="0" normalizeH="0" baseline="0" noProof="0">
              <a:ln>
                <a:noFill/>
              </a:ln>
              <a:solidFill>
                <a:srgbClr val="FFFF99"/>
              </a:solidFill>
              <a:effectLst/>
              <a:uLnTx/>
              <a:uFillTx/>
              <a:latin typeface="Comfortaa"/>
              <a:ea typeface="Comfortaa"/>
              <a:cs typeface="Comfortaa"/>
              <a:sym typeface="Comfortaa"/>
            </a:endParaRPr>
          </a:p>
        </p:txBody>
      </p:sp>
      <p:sp>
        <p:nvSpPr>
          <p:cNvPr id="2" name="TextBox 1">
            <a:extLst>
              <a:ext uri="{FF2B5EF4-FFF2-40B4-BE49-F238E27FC236}">
                <a16:creationId xmlns:a16="http://schemas.microsoft.com/office/drawing/2014/main" id="{285FDC5A-C253-818E-2996-16065B4F871E}"/>
              </a:ext>
            </a:extLst>
          </p:cNvPr>
          <p:cNvSpPr txBox="1"/>
          <p:nvPr/>
        </p:nvSpPr>
        <p:spPr>
          <a:xfrm>
            <a:off x="4242573" y="1737841"/>
            <a:ext cx="646176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7E7E7"/>
                </a:solidFill>
                <a:effectLst/>
                <a:uLnTx/>
                <a:uFillTx/>
                <a:latin typeface="Source Code Pro" panose="020B0509030403020204" pitchFamily="49" charset="0"/>
                <a:ea typeface="Source Code Pro" panose="020B0509030403020204" pitchFamily="49" charset="0"/>
                <a:cs typeface="+mn-cs"/>
              </a:rPr>
              <a:t>Exception Handling</a:t>
            </a:r>
          </a:p>
        </p:txBody>
      </p:sp>
      <p:sp>
        <p:nvSpPr>
          <p:cNvPr id="9" name="TextBox 8">
            <a:extLst>
              <a:ext uri="{FF2B5EF4-FFF2-40B4-BE49-F238E27FC236}">
                <a16:creationId xmlns:a16="http://schemas.microsoft.com/office/drawing/2014/main" id="{1363AB2C-ADB7-0F89-C5B6-D53D42A32405}"/>
              </a:ext>
            </a:extLst>
          </p:cNvPr>
          <p:cNvSpPr txBox="1"/>
          <p:nvPr/>
        </p:nvSpPr>
        <p:spPr>
          <a:xfrm>
            <a:off x="3942380" y="4257423"/>
            <a:ext cx="5912820" cy="1077218"/>
          </a:xfrm>
          <a:prstGeom prst="rect">
            <a:avLst/>
          </a:prstGeom>
          <a:noFill/>
        </p:spPr>
        <p:txBody>
          <a:bodyPr wrap="square" rtlCol="0">
            <a:spAutoFit/>
          </a:bodyPr>
          <a:lstStyle/>
          <a:p>
            <a:r>
              <a:rPr lang="en-US" sz="1600" dirty="0">
                <a:solidFill>
                  <a:schemeClr val="accent1"/>
                </a:solidFill>
                <a:latin typeface="Source Code Pro Medium" panose="020B0509030403020204" pitchFamily="49" charset="0"/>
                <a:ea typeface="Source Code Pro Medium" panose="020B0509030403020204" pitchFamily="49" charset="0"/>
              </a:rPr>
              <a:t>Why not / Rules to follow: </a:t>
            </a:r>
          </a:p>
          <a:p>
            <a:r>
              <a:rPr lang="en-US" sz="1600" dirty="0">
                <a:latin typeface="Source Code Pro Medium" panose="020B0509030403020204" pitchFamily="49" charset="0"/>
                <a:ea typeface="Source Code Pro Medium" panose="020B0509030403020204" pitchFamily="49" charset="0"/>
              </a:rPr>
              <a:t>except: block. Always catch specific errors (like ValueError or FileNotFoundError) so you know exactly what went wrong.</a:t>
            </a:r>
          </a:p>
        </p:txBody>
      </p:sp>
    </p:spTree>
    <p:extLst>
      <p:ext uri="{BB962C8B-B14F-4D97-AF65-F5344CB8AC3E}">
        <p14:creationId xmlns:p14="http://schemas.microsoft.com/office/powerpoint/2010/main" val="2936358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Google Shape;763;p45"/>
          <p:cNvSpPr txBox="1">
            <a:spLocks noGrp="1"/>
          </p:cNvSpPr>
          <p:nvPr>
            <p:ph type="title"/>
          </p:nvPr>
        </p:nvSpPr>
        <p:spPr>
          <a:xfrm>
            <a:off x="960000" y="593367"/>
            <a:ext cx="10281200" cy="763600"/>
          </a:xfrm>
          <a:prstGeom prst="rect">
            <a:avLst/>
          </a:prstGeom>
        </p:spPr>
        <p:txBody>
          <a:bodyPr spcFirstLastPara="1" wrap="square" lIns="121900" tIns="121900" rIns="121900" bIns="121900" anchor="t" anchorCtr="0">
            <a:noAutofit/>
          </a:bodyPr>
          <a:lstStyle/>
          <a:p>
            <a:r>
              <a:rPr lang="en" dirty="0"/>
              <a:t>Practical </a:t>
            </a:r>
            <a:r>
              <a:rPr lang="en" dirty="0">
                <a:solidFill>
                  <a:schemeClr val="accent4"/>
                </a:solidFill>
              </a:rPr>
              <a:t>exercise </a:t>
            </a:r>
            <a:r>
              <a:rPr lang="en" dirty="0">
                <a:solidFill>
                  <a:schemeClr val="lt2"/>
                </a:solidFill>
              </a:rPr>
              <a:t>01</a:t>
            </a:r>
            <a:endParaRPr dirty="0">
              <a:solidFill>
                <a:schemeClr val="lt2"/>
              </a:solidFill>
            </a:endParaRPr>
          </a:p>
        </p:txBody>
      </p:sp>
      <p:sp>
        <p:nvSpPr>
          <p:cNvPr id="764" name="Google Shape;764;p45"/>
          <p:cNvSpPr txBox="1">
            <a:spLocks noGrp="1"/>
          </p:cNvSpPr>
          <p:nvPr>
            <p:ph type="subTitle" idx="1"/>
          </p:nvPr>
        </p:nvSpPr>
        <p:spPr>
          <a:xfrm>
            <a:off x="4620400" y="2038286"/>
            <a:ext cx="6620800" cy="4100000"/>
          </a:xfrm>
          <a:prstGeom prst="rect">
            <a:avLst/>
          </a:prstGeom>
        </p:spPr>
        <p:txBody>
          <a:bodyPr spcFirstLastPara="1" wrap="square" lIns="121900" tIns="121900" rIns="121900" bIns="121900" anchor="t" anchorCtr="0">
            <a:noAutofit/>
          </a:bodyPr>
          <a:lstStyle/>
          <a:p>
            <a:pPr marL="0" indent="0">
              <a:buNone/>
            </a:pPr>
            <a:r>
              <a:rPr lang="en-US" dirty="0"/>
              <a:t>Lab Task 1 – function</a:t>
            </a:r>
            <a:br>
              <a:rPr lang="en-US" dirty="0"/>
            </a:br>
            <a:endParaRPr dirty="0"/>
          </a:p>
          <a:p>
            <a:pPr marL="0" indent="0">
              <a:buNone/>
            </a:pPr>
            <a:endParaRPr dirty="0"/>
          </a:p>
        </p:txBody>
      </p:sp>
      <p:grpSp>
        <p:nvGrpSpPr>
          <p:cNvPr id="765" name="Google Shape;765;p45"/>
          <p:cNvGrpSpPr/>
          <p:nvPr/>
        </p:nvGrpSpPr>
        <p:grpSpPr>
          <a:xfrm>
            <a:off x="723063" y="2065885"/>
            <a:ext cx="3188413" cy="4072747"/>
            <a:chOff x="358925" y="1867675"/>
            <a:chExt cx="2142175" cy="2736325"/>
          </a:xfrm>
        </p:grpSpPr>
        <p:sp>
          <p:nvSpPr>
            <p:cNvPr id="766" name="Google Shape;766;p45"/>
            <p:cNvSpPr/>
            <p:nvPr/>
          </p:nvSpPr>
          <p:spPr>
            <a:xfrm>
              <a:off x="358925" y="1876250"/>
              <a:ext cx="2910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67" name="Google Shape;767;p45"/>
            <p:cNvSpPr/>
            <p:nvPr/>
          </p:nvSpPr>
          <p:spPr>
            <a:xfrm>
              <a:off x="757650" y="1867675"/>
              <a:ext cx="2910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68" name="Google Shape;768;p45"/>
            <p:cNvSpPr/>
            <p:nvPr/>
          </p:nvSpPr>
          <p:spPr>
            <a:xfrm>
              <a:off x="358925" y="2188475"/>
              <a:ext cx="2910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69" name="Google Shape;769;p45"/>
            <p:cNvSpPr/>
            <p:nvPr/>
          </p:nvSpPr>
          <p:spPr>
            <a:xfrm>
              <a:off x="358925" y="2515188"/>
              <a:ext cx="2910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70" name="Google Shape;770;p45"/>
            <p:cNvSpPr/>
            <p:nvPr/>
          </p:nvSpPr>
          <p:spPr>
            <a:xfrm>
              <a:off x="358925" y="2841925"/>
              <a:ext cx="2910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71" name="Google Shape;771;p45"/>
            <p:cNvSpPr/>
            <p:nvPr/>
          </p:nvSpPr>
          <p:spPr>
            <a:xfrm>
              <a:off x="709062" y="2841925"/>
              <a:ext cx="2979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72" name="Google Shape;772;p45"/>
            <p:cNvSpPr/>
            <p:nvPr/>
          </p:nvSpPr>
          <p:spPr>
            <a:xfrm>
              <a:off x="1059518" y="2841925"/>
              <a:ext cx="2328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73" name="Google Shape;773;p45"/>
            <p:cNvSpPr/>
            <p:nvPr/>
          </p:nvSpPr>
          <p:spPr>
            <a:xfrm>
              <a:off x="358925" y="3152500"/>
              <a:ext cx="2685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74" name="Google Shape;774;p45"/>
            <p:cNvSpPr/>
            <p:nvPr/>
          </p:nvSpPr>
          <p:spPr>
            <a:xfrm>
              <a:off x="358925" y="3495350"/>
              <a:ext cx="2685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75" name="Google Shape;775;p45"/>
            <p:cNvSpPr/>
            <p:nvPr/>
          </p:nvSpPr>
          <p:spPr>
            <a:xfrm>
              <a:off x="358925" y="3804275"/>
              <a:ext cx="2685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76" name="Google Shape;776;p45"/>
            <p:cNvSpPr/>
            <p:nvPr/>
          </p:nvSpPr>
          <p:spPr>
            <a:xfrm>
              <a:off x="358925" y="4113200"/>
              <a:ext cx="2685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77" name="Google Shape;777;p45"/>
            <p:cNvSpPr/>
            <p:nvPr/>
          </p:nvSpPr>
          <p:spPr>
            <a:xfrm>
              <a:off x="709062" y="3152500"/>
              <a:ext cx="214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778" name="Google Shape;778;p45"/>
            <p:cNvSpPr/>
            <p:nvPr/>
          </p:nvSpPr>
          <p:spPr>
            <a:xfrm>
              <a:off x="683525" y="3495350"/>
              <a:ext cx="2148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79" name="Google Shape;779;p45"/>
            <p:cNvSpPr/>
            <p:nvPr/>
          </p:nvSpPr>
          <p:spPr>
            <a:xfrm>
              <a:off x="709062" y="3804275"/>
              <a:ext cx="2148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80" name="Google Shape;780;p45"/>
            <p:cNvSpPr/>
            <p:nvPr/>
          </p:nvSpPr>
          <p:spPr>
            <a:xfrm>
              <a:off x="709062" y="4130163"/>
              <a:ext cx="214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81" name="Google Shape;781;p45"/>
            <p:cNvSpPr/>
            <p:nvPr/>
          </p:nvSpPr>
          <p:spPr>
            <a:xfrm>
              <a:off x="709062" y="4456050"/>
              <a:ext cx="2148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82" name="Google Shape;782;p45"/>
            <p:cNvSpPr/>
            <p:nvPr/>
          </p:nvSpPr>
          <p:spPr>
            <a:xfrm>
              <a:off x="973809" y="3152500"/>
              <a:ext cx="4155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83" name="Google Shape;783;p45"/>
            <p:cNvSpPr/>
            <p:nvPr/>
          </p:nvSpPr>
          <p:spPr>
            <a:xfrm>
              <a:off x="973809" y="3495350"/>
              <a:ext cx="5802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84" name="Google Shape;784;p45"/>
            <p:cNvSpPr/>
            <p:nvPr/>
          </p:nvSpPr>
          <p:spPr>
            <a:xfrm>
              <a:off x="994246" y="3804275"/>
              <a:ext cx="6756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85" name="Google Shape;785;p45"/>
            <p:cNvSpPr/>
            <p:nvPr/>
          </p:nvSpPr>
          <p:spPr>
            <a:xfrm>
              <a:off x="994246" y="4148775"/>
              <a:ext cx="675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86" name="Google Shape;786;p45"/>
            <p:cNvSpPr/>
            <p:nvPr/>
          </p:nvSpPr>
          <p:spPr>
            <a:xfrm>
              <a:off x="994246" y="4456050"/>
              <a:ext cx="675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87" name="Google Shape;787;p45"/>
            <p:cNvSpPr/>
            <p:nvPr/>
          </p:nvSpPr>
          <p:spPr>
            <a:xfrm>
              <a:off x="1439171" y="3152500"/>
              <a:ext cx="3783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88" name="Google Shape;788;p45"/>
            <p:cNvSpPr/>
            <p:nvPr/>
          </p:nvSpPr>
          <p:spPr>
            <a:xfrm>
              <a:off x="1629567" y="3478388"/>
              <a:ext cx="3783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89" name="Google Shape;789;p45"/>
            <p:cNvSpPr/>
            <p:nvPr/>
          </p:nvSpPr>
          <p:spPr>
            <a:xfrm>
              <a:off x="1740173" y="3804300"/>
              <a:ext cx="232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90" name="Google Shape;790;p45"/>
            <p:cNvSpPr/>
            <p:nvPr/>
          </p:nvSpPr>
          <p:spPr>
            <a:xfrm>
              <a:off x="1740173" y="4456100"/>
              <a:ext cx="232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791" name="Google Shape;791;p45"/>
            <p:cNvSpPr/>
            <p:nvPr/>
          </p:nvSpPr>
          <p:spPr>
            <a:xfrm>
              <a:off x="757650" y="2182588"/>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2" name="Google Shape;792;p45"/>
            <p:cNvSpPr/>
            <p:nvPr/>
          </p:nvSpPr>
          <p:spPr>
            <a:xfrm>
              <a:off x="757650" y="2512250"/>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3" name="Google Shape;793;p45"/>
            <p:cNvSpPr/>
            <p:nvPr/>
          </p:nvSpPr>
          <p:spPr>
            <a:xfrm>
              <a:off x="1445575" y="2509300"/>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4" name="Google Shape;794;p45"/>
            <p:cNvSpPr/>
            <p:nvPr/>
          </p:nvSpPr>
          <p:spPr>
            <a:xfrm>
              <a:off x="1344900" y="2841925"/>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5" name="Google Shape;795;p45"/>
            <p:cNvSpPr/>
            <p:nvPr/>
          </p:nvSpPr>
          <p:spPr>
            <a:xfrm>
              <a:off x="1740250" y="4148775"/>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6" name="Google Shape;796;p45"/>
            <p:cNvSpPr/>
            <p:nvPr/>
          </p:nvSpPr>
          <p:spPr>
            <a:xfrm>
              <a:off x="2043300" y="4456050"/>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grpSp>
      <p:sp>
        <p:nvSpPr>
          <p:cNvPr id="797" name="Google Shape;797;p45"/>
          <p:cNvSpPr txBox="1"/>
          <p:nvPr/>
        </p:nvSpPr>
        <p:spPr>
          <a:xfrm>
            <a:off x="10685167" y="5393200"/>
            <a:ext cx="692400" cy="1055600"/>
          </a:xfrm>
          <a:prstGeom prst="rect">
            <a:avLst/>
          </a:prstGeom>
          <a:noFill/>
          <a:ln>
            <a:noFill/>
          </a:ln>
        </p:spPr>
        <p:txBody>
          <a:bodyPr spcFirstLastPara="1" wrap="square" lIns="121900" tIns="121900" rIns="121900" bIns="121900" anchor="t" anchorCtr="0">
            <a:noAutofit/>
          </a:bodyPr>
          <a:lstStyle/>
          <a:p>
            <a:r>
              <a:rPr lang="en" sz="12800">
                <a:solidFill>
                  <a:schemeClr val="accent1"/>
                </a:solidFill>
                <a:latin typeface="Comfortaa"/>
                <a:ea typeface="Comfortaa"/>
                <a:cs typeface="Comfortaa"/>
                <a:sym typeface="Comfortaa"/>
              </a:rPr>
              <a:t>*</a:t>
            </a:r>
            <a:endParaRPr sz="12800">
              <a:solidFill>
                <a:schemeClr val="accent1"/>
              </a:solidFill>
              <a:latin typeface="Comfortaa"/>
              <a:ea typeface="Comfortaa"/>
              <a:cs typeface="Comfortaa"/>
              <a:sym typeface="Comfortaa"/>
            </a:endParaRPr>
          </a:p>
        </p:txBody>
      </p:sp>
      <p:pic>
        <p:nvPicPr>
          <p:cNvPr id="8" name="Picture 7">
            <a:extLst>
              <a:ext uri="{FF2B5EF4-FFF2-40B4-BE49-F238E27FC236}">
                <a16:creationId xmlns:a16="http://schemas.microsoft.com/office/drawing/2014/main" id="{6E42A357-88EC-8D74-490C-AD19AC965963}"/>
              </a:ext>
            </a:extLst>
          </p:cNvPr>
          <p:cNvPicPr>
            <a:picLocks noChangeAspect="1"/>
          </p:cNvPicPr>
          <p:nvPr/>
        </p:nvPicPr>
        <p:blipFill>
          <a:blip r:embed="rId3"/>
          <a:stretch>
            <a:fillRect/>
          </a:stretch>
        </p:blipFill>
        <p:spPr>
          <a:xfrm>
            <a:off x="3806175" y="2872610"/>
            <a:ext cx="6363588" cy="22958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62">
          <a:extLst>
            <a:ext uri="{FF2B5EF4-FFF2-40B4-BE49-F238E27FC236}">
              <a16:creationId xmlns:a16="http://schemas.microsoft.com/office/drawing/2014/main" id="{7E3B3655-6A5D-8010-8FD6-6BA9DD048BCE}"/>
            </a:ext>
          </a:extLst>
        </p:cNvPr>
        <p:cNvGrpSpPr/>
        <p:nvPr/>
      </p:nvGrpSpPr>
      <p:grpSpPr>
        <a:xfrm>
          <a:off x="0" y="0"/>
          <a:ext cx="0" cy="0"/>
          <a:chOff x="0" y="0"/>
          <a:chExt cx="0" cy="0"/>
        </a:xfrm>
      </p:grpSpPr>
      <p:sp>
        <p:nvSpPr>
          <p:cNvPr id="763" name="Google Shape;763;p45">
            <a:extLst>
              <a:ext uri="{FF2B5EF4-FFF2-40B4-BE49-F238E27FC236}">
                <a16:creationId xmlns:a16="http://schemas.microsoft.com/office/drawing/2014/main" id="{B0FB0C0C-C1B4-6B43-E3A5-E426B2AA3301}"/>
              </a:ext>
            </a:extLst>
          </p:cNvPr>
          <p:cNvSpPr txBox="1">
            <a:spLocks noGrp="1"/>
          </p:cNvSpPr>
          <p:nvPr>
            <p:ph type="title"/>
          </p:nvPr>
        </p:nvSpPr>
        <p:spPr>
          <a:xfrm>
            <a:off x="960000" y="593367"/>
            <a:ext cx="10281200" cy="763600"/>
          </a:xfrm>
          <a:prstGeom prst="rect">
            <a:avLst/>
          </a:prstGeom>
        </p:spPr>
        <p:txBody>
          <a:bodyPr spcFirstLastPara="1" wrap="square" lIns="121900" tIns="121900" rIns="121900" bIns="121900" anchor="t" anchorCtr="0">
            <a:noAutofit/>
          </a:bodyPr>
          <a:lstStyle/>
          <a:p>
            <a:r>
              <a:rPr lang="en" dirty="0"/>
              <a:t>Practical </a:t>
            </a:r>
            <a:r>
              <a:rPr lang="en" dirty="0">
                <a:solidFill>
                  <a:schemeClr val="accent4"/>
                </a:solidFill>
              </a:rPr>
              <a:t>exercise </a:t>
            </a:r>
            <a:r>
              <a:rPr lang="en" dirty="0">
                <a:solidFill>
                  <a:schemeClr val="lt2"/>
                </a:solidFill>
              </a:rPr>
              <a:t>02</a:t>
            </a:r>
            <a:endParaRPr dirty="0">
              <a:solidFill>
                <a:schemeClr val="lt2"/>
              </a:solidFill>
            </a:endParaRPr>
          </a:p>
        </p:txBody>
      </p:sp>
      <p:sp>
        <p:nvSpPr>
          <p:cNvPr id="764" name="Google Shape;764;p45">
            <a:extLst>
              <a:ext uri="{FF2B5EF4-FFF2-40B4-BE49-F238E27FC236}">
                <a16:creationId xmlns:a16="http://schemas.microsoft.com/office/drawing/2014/main" id="{50D48AE3-4C1F-638F-0E68-F179A38BEC2A}"/>
              </a:ext>
            </a:extLst>
          </p:cNvPr>
          <p:cNvSpPr txBox="1">
            <a:spLocks noGrp="1"/>
          </p:cNvSpPr>
          <p:nvPr>
            <p:ph type="subTitle" idx="1"/>
          </p:nvPr>
        </p:nvSpPr>
        <p:spPr>
          <a:xfrm>
            <a:off x="4620400" y="2038286"/>
            <a:ext cx="6620800" cy="4100000"/>
          </a:xfrm>
          <a:prstGeom prst="rect">
            <a:avLst/>
          </a:prstGeom>
        </p:spPr>
        <p:txBody>
          <a:bodyPr spcFirstLastPara="1" wrap="square" lIns="121900" tIns="121900" rIns="121900" bIns="121900" anchor="t" anchorCtr="0">
            <a:noAutofit/>
          </a:bodyPr>
          <a:lstStyle/>
          <a:p>
            <a:pPr marL="0" indent="0">
              <a:buNone/>
            </a:pPr>
            <a:r>
              <a:rPr lang="en-US" dirty="0"/>
              <a:t>Lab Task 2 – Global &amp; Local Variables</a:t>
            </a:r>
            <a:br>
              <a:rPr lang="en-US" dirty="0"/>
            </a:br>
            <a:endParaRPr dirty="0"/>
          </a:p>
          <a:p>
            <a:pPr marL="0" indent="0">
              <a:buNone/>
            </a:pPr>
            <a:endParaRPr dirty="0"/>
          </a:p>
        </p:txBody>
      </p:sp>
      <p:grpSp>
        <p:nvGrpSpPr>
          <p:cNvPr id="765" name="Google Shape;765;p45">
            <a:extLst>
              <a:ext uri="{FF2B5EF4-FFF2-40B4-BE49-F238E27FC236}">
                <a16:creationId xmlns:a16="http://schemas.microsoft.com/office/drawing/2014/main" id="{47F3DF86-2911-3CA9-97FF-B2C7691BE6F0}"/>
              </a:ext>
            </a:extLst>
          </p:cNvPr>
          <p:cNvGrpSpPr/>
          <p:nvPr/>
        </p:nvGrpSpPr>
        <p:grpSpPr>
          <a:xfrm>
            <a:off x="723063" y="2065885"/>
            <a:ext cx="3188413" cy="4072747"/>
            <a:chOff x="358925" y="1867675"/>
            <a:chExt cx="2142175" cy="2736325"/>
          </a:xfrm>
        </p:grpSpPr>
        <p:sp>
          <p:nvSpPr>
            <p:cNvPr id="766" name="Google Shape;766;p45">
              <a:extLst>
                <a:ext uri="{FF2B5EF4-FFF2-40B4-BE49-F238E27FC236}">
                  <a16:creationId xmlns:a16="http://schemas.microsoft.com/office/drawing/2014/main" id="{3171C12C-7FCB-2036-ED04-B97303486E83}"/>
                </a:ext>
              </a:extLst>
            </p:cNvPr>
            <p:cNvSpPr/>
            <p:nvPr/>
          </p:nvSpPr>
          <p:spPr>
            <a:xfrm>
              <a:off x="358925" y="1876250"/>
              <a:ext cx="2910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67" name="Google Shape;767;p45">
              <a:extLst>
                <a:ext uri="{FF2B5EF4-FFF2-40B4-BE49-F238E27FC236}">
                  <a16:creationId xmlns:a16="http://schemas.microsoft.com/office/drawing/2014/main" id="{615EC668-D720-9AE7-AF10-9AB5D5A6BEB2}"/>
                </a:ext>
              </a:extLst>
            </p:cNvPr>
            <p:cNvSpPr/>
            <p:nvPr/>
          </p:nvSpPr>
          <p:spPr>
            <a:xfrm>
              <a:off x="757650" y="1867675"/>
              <a:ext cx="2910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68" name="Google Shape;768;p45">
              <a:extLst>
                <a:ext uri="{FF2B5EF4-FFF2-40B4-BE49-F238E27FC236}">
                  <a16:creationId xmlns:a16="http://schemas.microsoft.com/office/drawing/2014/main" id="{7E78A30F-5308-DE9C-7F70-5D23CF701BA2}"/>
                </a:ext>
              </a:extLst>
            </p:cNvPr>
            <p:cNvSpPr/>
            <p:nvPr/>
          </p:nvSpPr>
          <p:spPr>
            <a:xfrm>
              <a:off x="358925" y="2188475"/>
              <a:ext cx="2910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69" name="Google Shape;769;p45">
              <a:extLst>
                <a:ext uri="{FF2B5EF4-FFF2-40B4-BE49-F238E27FC236}">
                  <a16:creationId xmlns:a16="http://schemas.microsoft.com/office/drawing/2014/main" id="{3ED04E17-F1A5-9E32-40DF-F6962E79E0A4}"/>
                </a:ext>
              </a:extLst>
            </p:cNvPr>
            <p:cNvSpPr/>
            <p:nvPr/>
          </p:nvSpPr>
          <p:spPr>
            <a:xfrm>
              <a:off x="358925" y="2515188"/>
              <a:ext cx="2910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70" name="Google Shape;770;p45">
              <a:extLst>
                <a:ext uri="{FF2B5EF4-FFF2-40B4-BE49-F238E27FC236}">
                  <a16:creationId xmlns:a16="http://schemas.microsoft.com/office/drawing/2014/main" id="{2A74739D-4917-C562-FCBE-4FC4689A9708}"/>
                </a:ext>
              </a:extLst>
            </p:cNvPr>
            <p:cNvSpPr/>
            <p:nvPr/>
          </p:nvSpPr>
          <p:spPr>
            <a:xfrm>
              <a:off x="358925" y="2841925"/>
              <a:ext cx="2910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71" name="Google Shape;771;p45">
              <a:extLst>
                <a:ext uri="{FF2B5EF4-FFF2-40B4-BE49-F238E27FC236}">
                  <a16:creationId xmlns:a16="http://schemas.microsoft.com/office/drawing/2014/main" id="{1D2B8458-2A83-6881-ECC4-0DF8070B390B}"/>
                </a:ext>
              </a:extLst>
            </p:cNvPr>
            <p:cNvSpPr/>
            <p:nvPr/>
          </p:nvSpPr>
          <p:spPr>
            <a:xfrm>
              <a:off x="709062" y="2841925"/>
              <a:ext cx="2979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72" name="Google Shape;772;p45">
              <a:extLst>
                <a:ext uri="{FF2B5EF4-FFF2-40B4-BE49-F238E27FC236}">
                  <a16:creationId xmlns:a16="http://schemas.microsoft.com/office/drawing/2014/main" id="{F3170DFA-A68A-444A-F568-95F2C90B2F2A}"/>
                </a:ext>
              </a:extLst>
            </p:cNvPr>
            <p:cNvSpPr/>
            <p:nvPr/>
          </p:nvSpPr>
          <p:spPr>
            <a:xfrm>
              <a:off x="1059518" y="2841925"/>
              <a:ext cx="2328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73" name="Google Shape;773;p45">
              <a:extLst>
                <a:ext uri="{FF2B5EF4-FFF2-40B4-BE49-F238E27FC236}">
                  <a16:creationId xmlns:a16="http://schemas.microsoft.com/office/drawing/2014/main" id="{C5DC060E-6A50-ACBE-3B83-3F86EA1F5F54}"/>
                </a:ext>
              </a:extLst>
            </p:cNvPr>
            <p:cNvSpPr/>
            <p:nvPr/>
          </p:nvSpPr>
          <p:spPr>
            <a:xfrm>
              <a:off x="358925" y="3152500"/>
              <a:ext cx="2685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74" name="Google Shape;774;p45">
              <a:extLst>
                <a:ext uri="{FF2B5EF4-FFF2-40B4-BE49-F238E27FC236}">
                  <a16:creationId xmlns:a16="http://schemas.microsoft.com/office/drawing/2014/main" id="{A5E473BA-82C6-FE6C-F707-5AF0B1A4825F}"/>
                </a:ext>
              </a:extLst>
            </p:cNvPr>
            <p:cNvSpPr/>
            <p:nvPr/>
          </p:nvSpPr>
          <p:spPr>
            <a:xfrm>
              <a:off x="358925" y="3495350"/>
              <a:ext cx="2685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75" name="Google Shape;775;p45">
              <a:extLst>
                <a:ext uri="{FF2B5EF4-FFF2-40B4-BE49-F238E27FC236}">
                  <a16:creationId xmlns:a16="http://schemas.microsoft.com/office/drawing/2014/main" id="{883C16B1-E4C9-2085-1D86-4499C625DF3F}"/>
                </a:ext>
              </a:extLst>
            </p:cNvPr>
            <p:cNvSpPr/>
            <p:nvPr/>
          </p:nvSpPr>
          <p:spPr>
            <a:xfrm>
              <a:off x="358925" y="3804275"/>
              <a:ext cx="2685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76" name="Google Shape;776;p45">
              <a:extLst>
                <a:ext uri="{FF2B5EF4-FFF2-40B4-BE49-F238E27FC236}">
                  <a16:creationId xmlns:a16="http://schemas.microsoft.com/office/drawing/2014/main" id="{D82DDE5C-E287-B147-3D53-0AF876678E25}"/>
                </a:ext>
              </a:extLst>
            </p:cNvPr>
            <p:cNvSpPr/>
            <p:nvPr/>
          </p:nvSpPr>
          <p:spPr>
            <a:xfrm>
              <a:off x="358925" y="4113200"/>
              <a:ext cx="2685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77" name="Google Shape;777;p45">
              <a:extLst>
                <a:ext uri="{FF2B5EF4-FFF2-40B4-BE49-F238E27FC236}">
                  <a16:creationId xmlns:a16="http://schemas.microsoft.com/office/drawing/2014/main" id="{4238F301-2E1D-0A0F-CB58-279C8131DE96}"/>
                </a:ext>
              </a:extLst>
            </p:cNvPr>
            <p:cNvSpPr/>
            <p:nvPr/>
          </p:nvSpPr>
          <p:spPr>
            <a:xfrm>
              <a:off x="709062" y="3152500"/>
              <a:ext cx="214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778" name="Google Shape;778;p45">
              <a:extLst>
                <a:ext uri="{FF2B5EF4-FFF2-40B4-BE49-F238E27FC236}">
                  <a16:creationId xmlns:a16="http://schemas.microsoft.com/office/drawing/2014/main" id="{FBFB10B1-73D2-356D-9C03-8C7B9D579E65}"/>
                </a:ext>
              </a:extLst>
            </p:cNvPr>
            <p:cNvSpPr/>
            <p:nvPr/>
          </p:nvSpPr>
          <p:spPr>
            <a:xfrm>
              <a:off x="683525" y="3495350"/>
              <a:ext cx="2148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79" name="Google Shape;779;p45">
              <a:extLst>
                <a:ext uri="{FF2B5EF4-FFF2-40B4-BE49-F238E27FC236}">
                  <a16:creationId xmlns:a16="http://schemas.microsoft.com/office/drawing/2014/main" id="{FEE74FA1-407F-063A-29A7-A043E53E8AE7}"/>
                </a:ext>
              </a:extLst>
            </p:cNvPr>
            <p:cNvSpPr/>
            <p:nvPr/>
          </p:nvSpPr>
          <p:spPr>
            <a:xfrm>
              <a:off x="709062" y="3804275"/>
              <a:ext cx="2148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80" name="Google Shape;780;p45">
              <a:extLst>
                <a:ext uri="{FF2B5EF4-FFF2-40B4-BE49-F238E27FC236}">
                  <a16:creationId xmlns:a16="http://schemas.microsoft.com/office/drawing/2014/main" id="{27599E3B-FF27-DB45-D429-F152292D9474}"/>
                </a:ext>
              </a:extLst>
            </p:cNvPr>
            <p:cNvSpPr/>
            <p:nvPr/>
          </p:nvSpPr>
          <p:spPr>
            <a:xfrm>
              <a:off x="709062" y="4130163"/>
              <a:ext cx="214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81" name="Google Shape;781;p45">
              <a:extLst>
                <a:ext uri="{FF2B5EF4-FFF2-40B4-BE49-F238E27FC236}">
                  <a16:creationId xmlns:a16="http://schemas.microsoft.com/office/drawing/2014/main" id="{94FB0575-8218-1867-593D-DDC652ADA83B}"/>
                </a:ext>
              </a:extLst>
            </p:cNvPr>
            <p:cNvSpPr/>
            <p:nvPr/>
          </p:nvSpPr>
          <p:spPr>
            <a:xfrm>
              <a:off x="709062" y="4456050"/>
              <a:ext cx="2148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82" name="Google Shape;782;p45">
              <a:extLst>
                <a:ext uri="{FF2B5EF4-FFF2-40B4-BE49-F238E27FC236}">
                  <a16:creationId xmlns:a16="http://schemas.microsoft.com/office/drawing/2014/main" id="{996BD517-7F27-2424-D797-D5E1725AA274}"/>
                </a:ext>
              </a:extLst>
            </p:cNvPr>
            <p:cNvSpPr/>
            <p:nvPr/>
          </p:nvSpPr>
          <p:spPr>
            <a:xfrm>
              <a:off x="973809" y="3152500"/>
              <a:ext cx="4155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83" name="Google Shape;783;p45">
              <a:extLst>
                <a:ext uri="{FF2B5EF4-FFF2-40B4-BE49-F238E27FC236}">
                  <a16:creationId xmlns:a16="http://schemas.microsoft.com/office/drawing/2014/main" id="{5B8AE69A-7EC7-2A1B-0E71-6D7430BEBAF0}"/>
                </a:ext>
              </a:extLst>
            </p:cNvPr>
            <p:cNvSpPr/>
            <p:nvPr/>
          </p:nvSpPr>
          <p:spPr>
            <a:xfrm>
              <a:off x="973809" y="3495350"/>
              <a:ext cx="5802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84" name="Google Shape;784;p45">
              <a:extLst>
                <a:ext uri="{FF2B5EF4-FFF2-40B4-BE49-F238E27FC236}">
                  <a16:creationId xmlns:a16="http://schemas.microsoft.com/office/drawing/2014/main" id="{E23834FE-808B-0848-98F7-6350E4A793F0}"/>
                </a:ext>
              </a:extLst>
            </p:cNvPr>
            <p:cNvSpPr/>
            <p:nvPr/>
          </p:nvSpPr>
          <p:spPr>
            <a:xfrm>
              <a:off x="994246" y="3804275"/>
              <a:ext cx="6756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85" name="Google Shape;785;p45">
              <a:extLst>
                <a:ext uri="{FF2B5EF4-FFF2-40B4-BE49-F238E27FC236}">
                  <a16:creationId xmlns:a16="http://schemas.microsoft.com/office/drawing/2014/main" id="{B1474C99-1D21-DB8D-6E5B-660B6B5B2621}"/>
                </a:ext>
              </a:extLst>
            </p:cNvPr>
            <p:cNvSpPr/>
            <p:nvPr/>
          </p:nvSpPr>
          <p:spPr>
            <a:xfrm>
              <a:off x="994246" y="4148775"/>
              <a:ext cx="675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86" name="Google Shape;786;p45">
              <a:extLst>
                <a:ext uri="{FF2B5EF4-FFF2-40B4-BE49-F238E27FC236}">
                  <a16:creationId xmlns:a16="http://schemas.microsoft.com/office/drawing/2014/main" id="{A835AFBE-E0B1-6746-A31B-E70F5E6DC17C}"/>
                </a:ext>
              </a:extLst>
            </p:cNvPr>
            <p:cNvSpPr/>
            <p:nvPr/>
          </p:nvSpPr>
          <p:spPr>
            <a:xfrm>
              <a:off x="994246" y="4456050"/>
              <a:ext cx="675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87" name="Google Shape;787;p45">
              <a:extLst>
                <a:ext uri="{FF2B5EF4-FFF2-40B4-BE49-F238E27FC236}">
                  <a16:creationId xmlns:a16="http://schemas.microsoft.com/office/drawing/2014/main" id="{6869FD2F-6CA9-4BDC-5A43-3EEA1EBC4234}"/>
                </a:ext>
              </a:extLst>
            </p:cNvPr>
            <p:cNvSpPr/>
            <p:nvPr/>
          </p:nvSpPr>
          <p:spPr>
            <a:xfrm>
              <a:off x="1439171" y="3152500"/>
              <a:ext cx="3783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88" name="Google Shape;788;p45">
              <a:extLst>
                <a:ext uri="{FF2B5EF4-FFF2-40B4-BE49-F238E27FC236}">
                  <a16:creationId xmlns:a16="http://schemas.microsoft.com/office/drawing/2014/main" id="{5F35240D-DD09-F186-0FAF-592F1D9C896E}"/>
                </a:ext>
              </a:extLst>
            </p:cNvPr>
            <p:cNvSpPr/>
            <p:nvPr/>
          </p:nvSpPr>
          <p:spPr>
            <a:xfrm>
              <a:off x="1629567" y="3478388"/>
              <a:ext cx="3783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89" name="Google Shape;789;p45">
              <a:extLst>
                <a:ext uri="{FF2B5EF4-FFF2-40B4-BE49-F238E27FC236}">
                  <a16:creationId xmlns:a16="http://schemas.microsoft.com/office/drawing/2014/main" id="{B7457FA2-117A-B3B0-FA71-875E994380E1}"/>
                </a:ext>
              </a:extLst>
            </p:cNvPr>
            <p:cNvSpPr/>
            <p:nvPr/>
          </p:nvSpPr>
          <p:spPr>
            <a:xfrm>
              <a:off x="1740173" y="3804300"/>
              <a:ext cx="232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90" name="Google Shape;790;p45">
              <a:extLst>
                <a:ext uri="{FF2B5EF4-FFF2-40B4-BE49-F238E27FC236}">
                  <a16:creationId xmlns:a16="http://schemas.microsoft.com/office/drawing/2014/main" id="{90F9F9FB-3F2E-D01E-A2DC-1F1DDB3A9A4F}"/>
                </a:ext>
              </a:extLst>
            </p:cNvPr>
            <p:cNvSpPr/>
            <p:nvPr/>
          </p:nvSpPr>
          <p:spPr>
            <a:xfrm>
              <a:off x="1740173" y="4456100"/>
              <a:ext cx="232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791" name="Google Shape;791;p45">
              <a:extLst>
                <a:ext uri="{FF2B5EF4-FFF2-40B4-BE49-F238E27FC236}">
                  <a16:creationId xmlns:a16="http://schemas.microsoft.com/office/drawing/2014/main" id="{052FFE9A-079C-3DF5-508C-7D3308D860A7}"/>
                </a:ext>
              </a:extLst>
            </p:cNvPr>
            <p:cNvSpPr/>
            <p:nvPr/>
          </p:nvSpPr>
          <p:spPr>
            <a:xfrm>
              <a:off x="757650" y="2182588"/>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2" name="Google Shape;792;p45">
              <a:extLst>
                <a:ext uri="{FF2B5EF4-FFF2-40B4-BE49-F238E27FC236}">
                  <a16:creationId xmlns:a16="http://schemas.microsoft.com/office/drawing/2014/main" id="{62393558-699E-B4DA-2574-1DC95A899314}"/>
                </a:ext>
              </a:extLst>
            </p:cNvPr>
            <p:cNvSpPr/>
            <p:nvPr/>
          </p:nvSpPr>
          <p:spPr>
            <a:xfrm>
              <a:off x="757650" y="2512250"/>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3" name="Google Shape;793;p45">
              <a:extLst>
                <a:ext uri="{FF2B5EF4-FFF2-40B4-BE49-F238E27FC236}">
                  <a16:creationId xmlns:a16="http://schemas.microsoft.com/office/drawing/2014/main" id="{F727C14E-CA42-29C5-0BDD-D520C2B537EF}"/>
                </a:ext>
              </a:extLst>
            </p:cNvPr>
            <p:cNvSpPr/>
            <p:nvPr/>
          </p:nvSpPr>
          <p:spPr>
            <a:xfrm>
              <a:off x="1445575" y="2509300"/>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4" name="Google Shape;794;p45">
              <a:extLst>
                <a:ext uri="{FF2B5EF4-FFF2-40B4-BE49-F238E27FC236}">
                  <a16:creationId xmlns:a16="http://schemas.microsoft.com/office/drawing/2014/main" id="{52A7922C-CADB-62EE-B718-096D0A380E7F}"/>
                </a:ext>
              </a:extLst>
            </p:cNvPr>
            <p:cNvSpPr/>
            <p:nvPr/>
          </p:nvSpPr>
          <p:spPr>
            <a:xfrm>
              <a:off x="1344900" y="2841925"/>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5" name="Google Shape;795;p45">
              <a:extLst>
                <a:ext uri="{FF2B5EF4-FFF2-40B4-BE49-F238E27FC236}">
                  <a16:creationId xmlns:a16="http://schemas.microsoft.com/office/drawing/2014/main" id="{304BB641-15A5-1437-2C99-8FCB56AF6DD9}"/>
                </a:ext>
              </a:extLst>
            </p:cNvPr>
            <p:cNvSpPr/>
            <p:nvPr/>
          </p:nvSpPr>
          <p:spPr>
            <a:xfrm>
              <a:off x="1740250" y="4148775"/>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6" name="Google Shape;796;p45">
              <a:extLst>
                <a:ext uri="{FF2B5EF4-FFF2-40B4-BE49-F238E27FC236}">
                  <a16:creationId xmlns:a16="http://schemas.microsoft.com/office/drawing/2014/main" id="{18B77D65-B281-5BDD-5CF1-35DD8CBD4966}"/>
                </a:ext>
              </a:extLst>
            </p:cNvPr>
            <p:cNvSpPr/>
            <p:nvPr/>
          </p:nvSpPr>
          <p:spPr>
            <a:xfrm>
              <a:off x="2043300" y="4456050"/>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grpSp>
      <p:sp>
        <p:nvSpPr>
          <p:cNvPr id="797" name="Google Shape;797;p45">
            <a:extLst>
              <a:ext uri="{FF2B5EF4-FFF2-40B4-BE49-F238E27FC236}">
                <a16:creationId xmlns:a16="http://schemas.microsoft.com/office/drawing/2014/main" id="{43F2AD8D-57C3-0480-5598-CF0ABD4C759F}"/>
              </a:ext>
            </a:extLst>
          </p:cNvPr>
          <p:cNvSpPr txBox="1"/>
          <p:nvPr/>
        </p:nvSpPr>
        <p:spPr>
          <a:xfrm>
            <a:off x="10685167" y="5393200"/>
            <a:ext cx="692400" cy="1055600"/>
          </a:xfrm>
          <a:prstGeom prst="rect">
            <a:avLst/>
          </a:prstGeom>
          <a:noFill/>
          <a:ln>
            <a:noFill/>
          </a:ln>
        </p:spPr>
        <p:txBody>
          <a:bodyPr spcFirstLastPara="1" wrap="square" lIns="121900" tIns="121900" rIns="121900" bIns="121900" anchor="t" anchorCtr="0">
            <a:noAutofit/>
          </a:bodyPr>
          <a:lstStyle/>
          <a:p>
            <a:r>
              <a:rPr lang="en" sz="12800">
                <a:solidFill>
                  <a:schemeClr val="accent1"/>
                </a:solidFill>
                <a:latin typeface="Comfortaa"/>
                <a:ea typeface="Comfortaa"/>
                <a:cs typeface="Comfortaa"/>
                <a:sym typeface="Comfortaa"/>
              </a:rPr>
              <a:t>*</a:t>
            </a:r>
            <a:endParaRPr sz="12800">
              <a:solidFill>
                <a:schemeClr val="accent1"/>
              </a:solidFill>
              <a:latin typeface="Comfortaa"/>
              <a:ea typeface="Comfortaa"/>
              <a:cs typeface="Comfortaa"/>
              <a:sym typeface="Comfortaa"/>
            </a:endParaRPr>
          </a:p>
        </p:txBody>
      </p:sp>
      <p:pic>
        <p:nvPicPr>
          <p:cNvPr id="3" name="Picture 2">
            <a:extLst>
              <a:ext uri="{FF2B5EF4-FFF2-40B4-BE49-F238E27FC236}">
                <a16:creationId xmlns:a16="http://schemas.microsoft.com/office/drawing/2014/main" id="{762EB4F8-21B9-0B7B-2060-733CEB70D390}"/>
              </a:ext>
            </a:extLst>
          </p:cNvPr>
          <p:cNvPicPr>
            <a:picLocks noChangeAspect="1"/>
          </p:cNvPicPr>
          <p:nvPr/>
        </p:nvPicPr>
        <p:blipFill>
          <a:blip r:embed="rId3"/>
          <a:stretch>
            <a:fillRect/>
          </a:stretch>
        </p:blipFill>
        <p:spPr>
          <a:xfrm>
            <a:off x="3872207" y="2682363"/>
            <a:ext cx="7213551" cy="2888779"/>
          </a:xfrm>
          <a:prstGeom prst="rect">
            <a:avLst/>
          </a:prstGeom>
        </p:spPr>
      </p:pic>
    </p:spTree>
    <p:extLst>
      <p:ext uri="{BB962C8B-B14F-4D97-AF65-F5344CB8AC3E}">
        <p14:creationId xmlns:p14="http://schemas.microsoft.com/office/powerpoint/2010/main" val="22500682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62">
          <a:extLst>
            <a:ext uri="{FF2B5EF4-FFF2-40B4-BE49-F238E27FC236}">
              <a16:creationId xmlns:a16="http://schemas.microsoft.com/office/drawing/2014/main" id="{3BD00F2B-9F0D-854C-DB31-E697BEC3B420}"/>
            </a:ext>
          </a:extLst>
        </p:cNvPr>
        <p:cNvGrpSpPr/>
        <p:nvPr/>
      </p:nvGrpSpPr>
      <p:grpSpPr>
        <a:xfrm>
          <a:off x="0" y="0"/>
          <a:ext cx="0" cy="0"/>
          <a:chOff x="0" y="0"/>
          <a:chExt cx="0" cy="0"/>
        </a:xfrm>
      </p:grpSpPr>
      <p:sp>
        <p:nvSpPr>
          <p:cNvPr id="763" name="Google Shape;763;p45">
            <a:extLst>
              <a:ext uri="{FF2B5EF4-FFF2-40B4-BE49-F238E27FC236}">
                <a16:creationId xmlns:a16="http://schemas.microsoft.com/office/drawing/2014/main" id="{F5A8AB61-5BF0-84F0-2668-664A3535AFA9}"/>
              </a:ext>
            </a:extLst>
          </p:cNvPr>
          <p:cNvSpPr txBox="1">
            <a:spLocks noGrp="1"/>
          </p:cNvSpPr>
          <p:nvPr>
            <p:ph type="title"/>
          </p:nvPr>
        </p:nvSpPr>
        <p:spPr>
          <a:xfrm>
            <a:off x="960000" y="593367"/>
            <a:ext cx="10281200" cy="763600"/>
          </a:xfrm>
          <a:prstGeom prst="rect">
            <a:avLst/>
          </a:prstGeom>
        </p:spPr>
        <p:txBody>
          <a:bodyPr spcFirstLastPara="1" wrap="square" lIns="121900" tIns="121900" rIns="121900" bIns="121900" anchor="t" anchorCtr="0">
            <a:noAutofit/>
          </a:bodyPr>
          <a:lstStyle/>
          <a:p>
            <a:r>
              <a:rPr lang="en" dirty="0"/>
              <a:t>Practical </a:t>
            </a:r>
            <a:r>
              <a:rPr lang="en" dirty="0">
                <a:solidFill>
                  <a:schemeClr val="accent4"/>
                </a:solidFill>
              </a:rPr>
              <a:t>exercise </a:t>
            </a:r>
            <a:r>
              <a:rPr lang="en" dirty="0">
                <a:solidFill>
                  <a:schemeClr val="lt2"/>
                </a:solidFill>
              </a:rPr>
              <a:t>03</a:t>
            </a:r>
            <a:endParaRPr dirty="0">
              <a:solidFill>
                <a:schemeClr val="lt2"/>
              </a:solidFill>
            </a:endParaRPr>
          </a:p>
        </p:txBody>
      </p:sp>
      <p:sp>
        <p:nvSpPr>
          <p:cNvPr id="764" name="Google Shape;764;p45">
            <a:extLst>
              <a:ext uri="{FF2B5EF4-FFF2-40B4-BE49-F238E27FC236}">
                <a16:creationId xmlns:a16="http://schemas.microsoft.com/office/drawing/2014/main" id="{BA3F09C0-D487-C71E-C906-D23811741551}"/>
              </a:ext>
            </a:extLst>
          </p:cNvPr>
          <p:cNvSpPr txBox="1">
            <a:spLocks noGrp="1"/>
          </p:cNvSpPr>
          <p:nvPr>
            <p:ph type="subTitle" idx="1"/>
          </p:nvPr>
        </p:nvSpPr>
        <p:spPr>
          <a:xfrm>
            <a:off x="4620400" y="2038286"/>
            <a:ext cx="6620800" cy="4100000"/>
          </a:xfrm>
          <a:prstGeom prst="rect">
            <a:avLst/>
          </a:prstGeom>
        </p:spPr>
        <p:txBody>
          <a:bodyPr spcFirstLastPara="1" wrap="square" lIns="121900" tIns="121900" rIns="121900" bIns="121900" anchor="t" anchorCtr="0">
            <a:noAutofit/>
          </a:bodyPr>
          <a:lstStyle/>
          <a:p>
            <a:pPr marL="0" indent="0">
              <a:buNone/>
            </a:pPr>
            <a:r>
              <a:rPr lang="en-US" dirty="0"/>
              <a:t>Lab Task 3 – Lambda Expressions</a:t>
            </a:r>
            <a:endParaRPr dirty="0"/>
          </a:p>
          <a:p>
            <a:pPr marL="0" indent="0">
              <a:buNone/>
            </a:pPr>
            <a:endParaRPr dirty="0"/>
          </a:p>
        </p:txBody>
      </p:sp>
      <p:grpSp>
        <p:nvGrpSpPr>
          <p:cNvPr id="765" name="Google Shape;765;p45">
            <a:extLst>
              <a:ext uri="{FF2B5EF4-FFF2-40B4-BE49-F238E27FC236}">
                <a16:creationId xmlns:a16="http://schemas.microsoft.com/office/drawing/2014/main" id="{F1E28DBD-7D31-C4D5-6694-A952FB4E351F}"/>
              </a:ext>
            </a:extLst>
          </p:cNvPr>
          <p:cNvGrpSpPr/>
          <p:nvPr/>
        </p:nvGrpSpPr>
        <p:grpSpPr>
          <a:xfrm>
            <a:off x="723063" y="2065885"/>
            <a:ext cx="3188413" cy="4072747"/>
            <a:chOff x="358925" y="1867675"/>
            <a:chExt cx="2142175" cy="2736325"/>
          </a:xfrm>
        </p:grpSpPr>
        <p:sp>
          <p:nvSpPr>
            <p:cNvPr id="766" name="Google Shape;766;p45">
              <a:extLst>
                <a:ext uri="{FF2B5EF4-FFF2-40B4-BE49-F238E27FC236}">
                  <a16:creationId xmlns:a16="http://schemas.microsoft.com/office/drawing/2014/main" id="{179FA6AD-B42B-25F1-35DC-B5DF32C02AC7}"/>
                </a:ext>
              </a:extLst>
            </p:cNvPr>
            <p:cNvSpPr/>
            <p:nvPr/>
          </p:nvSpPr>
          <p:spPr>
            <a:xfrm>
              <a:off x="358925" y="1876250"/>
              <a:ext cx="2910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67" name="Google Shape;767;p45">
              <a:extLst>
                <a:ext uri="{FF2B5EF4-FFF2-40B4-BE49-F238E27FC236}">
                  <a16:creationId xmlns:a16="http://schemas.microsoft.com/office/drawing/2014/main" id="{721C8CE5-37D7-C37B-C08A-DAB8667966D3}"/>
                </a:ext>
              </a:extLst>
            </p:cNvPr>
            <p:cNvSpPr/>
            <p:nvPr/>
          </p:nvSpPr>
          <p:spPr>
            <a:xfrm>
              <a:off x="757650" y="1867675"/>
              <a:ext cx="2910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68" name="Google Shape;768;p45">
              <a:extLst>
                <a:ext uri="{FF2B5EF4-FFF2-40B4-BE49-F238E27FC236}">
                  <a16:creationId xmlns:a16="http://schemas.microsoft.com/office/drawing/2014/main" id="{366AF0D3-1CB4-3204-4006-6EB4A4A544D8}"/>
                </a:ext>
              </a:extLst>
            </p:cNvPr>
            <p:cNvSpPr/>
            <p:nvPr/>
          </p:nvSpPr>
          <p:spPr>
            <a:xfrm>
              <a:off x="358925" y="2188475"/>
              <a:ext cx="2910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69" name="Google Shape;769;p45">
              <a:extLst>
                <a:ext uri="{FF2B5EF4-FFF2-40B4-BE49-F238E27FC236}">
                  <a16:creationId xmlns:a16="http://schemas.microsoft.com/office/drawing/2014/main" id="{097D882B-DD25-BD03-9C3E-D0FAEC47E961}"/>
                </a:ext>
              </a:extLst>
            </p:cNvPr>
            <p:cNvSpPr/>
            <p:nvPr/>
          </p:nvSpPr>
          <p:spPr>
            <a:xfrm>
              <a:off x="358925" y="2515188"/>
              <a:ext cx="2910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70" name="Google Shape;770;p45">
              <a:extLst>
                <a:ext uri="{FF2B5EF4-FFF2-40B4-BE49-F238E27FC236}">
                  <a16:creationId xmlns:a16="http://schemas.microsoft.com/office/drawing/2014/main" id="{7FC4B741-1ED5-FFAF-B81B-33776EBF6B7D}"/>
                </a:ext>
              </a:extLst>
            </p:cNvPr>
            <p:cNvSpPr/>
            <p:nvPr/>
          </p:nvSpPr>
          <p:spPr>
            <a:xfrm>
              <a:off x="358925" y="2841925"/>
              <a:ext cx="2910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71" name="Google Shape;771;p45">
              <a:extLst>
                <a:ext uri="{FF2B5EF4-FFF2-40B4-BE49-F238E27FC236}">
                  <a16:creationId xmlns:a16="http://schemas.microsoft.com/office/drawing/2014/main" id="{7EB78945-E2FB-08CA-C368-4AAE331B9937}"/>
                </a:ext>
              </a:extLst>
            </p:cNvPr>
            <p:cNvSpPr/>
            <p:nvPr/>
          </p:nvSpPr>
          <p:spPr>
            <a:xfrm>
              <a:off x="709062" y="2841925"/>
              <a:ext cx="2979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72" name="Google Shape;772;p45">
              <a:extLst>
                <a:ext uri="{FF2B5EF4-FFF2-40B4-BE49-F238E27FC236}">
                  <a16:creationId xmlns:a16="http://schemas.microsoft.com/office/drawing/2014/main" id="{BACC0D0A-3B21-A100-271A-F9EDCD81CAA0}"/>
                </a:ext>
              </a:extLst>
            </p:cNvPr>
            <p:cNvSpPr/>
            <p:nvPr/>
          </p:nvSpPr>
          <p:spPr>
            <a:xfrm>
              <a:off x="1059518" y="2841925"/>
              <a:ext cx="2328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73" name="Google Shape;773;p45">
              <a:extLst>
                <a:ext uri="{FF2B5EF4-FFF2-40B4-BE49-F238E27FC236}">
                  <a16:creationId xmlns:a16="http://schemas.microsoft.com/office/drawing/2014/main" id="{F5DE5EA5-E111-4776-DB89-CD94D41F79AA}"/>
                </a:ext>
              </a:extLst>
            </p:cNvPr>
            <p:cNvSpPr/>
            <p:nvPr/>
          </p:nvSpPr>
          <p:spPr>
            <a:xfrm>
              <a:off x="358925" y="3152500"/>
              <a:ext cx="2685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74" name="Google Shape;774;p45">
              <a:extLst>
                <a:ext uri="{FF2B5EF4-FFF2-40B4-BE49-F238E27FC236}">
                  <a16:creationId xmlns:a16="http://schemas.microsoft.com/office/drawing/2014/main" id="{C5C8F7E0-9C97-B0B6-C851-CC7362DC6168}"/>
                </a:ext>
              </a:extLst>
            </p:cNvPr>
            <p:cNvSpPr/>
            <p:nvPr/>
          </p:nvSpPr>
          <p:spPr>
            <a:xfrm>
              <a:off x="358925" y="3495350"/>
              <a:ext cx="2685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75" name="Google Shape;775;p45">
              <a:extLst>
                <a:ext uri="{FF2B5EF4-FFF2-40B4-BE49-F238E27FC236}">
                  <a16:creationId xmlns:a16="http://schemas.microsoft.com/office/drawing/2014/main" id="{4BA43B7A-6B4C-D952-443C-3BB99C9F0CA7}"/>
                </a:ext>
              </a:extLst>
            </p:cNvPr>
            <p:cNvSpPr/>
            <p:nvPr/>
          </p:nvSpPr>
          <p:spPr>
            <a:xfrm>
              <a:off x="358925" y="3804275"/>
              <a:ext cx="2685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76" name="Google Shape;776;p45">
              <a:extLst>
                <a:ext uri="{FF2B5EF4-FFF2-40B4-BE49-F238E27FC236}">
                  <a16:creationId xmlns:a16="http://schemas.microsoft.com/office/drawing/2014/main" id="{BF32F0CF-537E-F7D7-75DB-5712A9ECB33A}"/>
                </a:ext>
              </a:extLst>
            </p:cNvPr>
            <p:cNvSpPr/>
            <p:nvPr/>
          </p:nvSpPr>
          <p:spPr>
            <a:xfrm>
              <a:off x="358925" y="4113200"/>
              <a:ext cx="2685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77" name="Google Shape;777;p45">
              <a:extLst>
                <a:ext uri="{FF2B5EF4-FFF2-40B4-BE49-F238E27FC236}">
                  <a16:creationId xmlns:a16="http://schemas.microsoft.com/office/drawing/2014/main" id="{66C33EEC-74ED-F9B4-604D-6B6A0696D6FF}"/>
                </a:ext>
              </a:extLst>
            </p:cNvPr>
            <p:cNvSpPr/>
            <p:nvPr/>
          </p:nvSpPr>
          <p:spPr>
            <a:xfrm>
              <a:off x="709062" y="3152500"/>
              <a:ext cx="214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778" name="Google Shape;778;p45">
              <a:extLst>
                <a:ext uri="{FF2B5EF4-FFF2-40B4-BE49-F238E27FC236}">
                  <a16:creationId xmlns:a16="http://schemas.microsoft.com/office/drawing/2014/main" id="{D637854B-B513-71FC-00FC-6F6622414321}"/>
                </a:ext>
              </a:extLst>
            </p:cNvPr>
            <p:cNvSpPr/>
            <p:nvPr/>
          </p:nvSpPr>
          <p:spPr>
            <a:xfrm>
              <a:off x="683525" y="3495350"/>
              <a:ext cx="2148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79" name="Google Shape;779;p45">
              <a:extLst>
                <a:ext uri="{FF2B5EF4-FFF2-40B4-BE49-F238E27FC236}">
                  <a16:creationId xmlns:a16="http://schemas.microsoft.com/office/drawing/2014/main" id="{FAAE6D2B-E54F-4470-6271-8DF7E6A08C8F}"/>
                </a:ext>
              </a:extLst>
            </p:cNvPr>
            <p:cNvSpPr/>
            <p:nvPr/>
          </p:nvSpPr>
          <p:spPr>
            <a:xfrm>
              <a:off x="709062" y="3804275"/>
              <a:ext cx="2148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80" name="Google Shape;780;p45">
              <a:extLst>
                <a:ext uri="{FF2B5EF4-FFF2-40B4-BE49-F238E27FC236}">
                  <a16:creationId xmlns:a16="http://schemas.microsoft.com/office/drawing/2014/main" id="{2D4A306E-8E28-9B9F-542B-3AAB90990574}"/>
                </a:ext>
              </a:extLst>
            </p:cNvPr>
            <p:cNvSpPr/>
            <p:nvPr/>
          </p:nvSpPr>
          <p:spPr>
            <a:xfrm>
              <a:off x="709062" y="4130163"/>
              <a:ext cx="214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81" name="Google Shape;781;p45">
              <a:extLst>
                <a:ext uri="{FF2B5EF4-FFF2-40B4-BE49-F238E27FC236}">
                  <a16:creationId xmlns:a16="http://schemas.microsoft.com/office/drawing/2014/main" id="{4C48A41A-4264-E270-DC37-85AD3117262B}"/>
                </a:ext>
              </a:extLst>
            </p:cNvPr>
            <p:cNvSpPr/>
            <p:nvPr/>
          </p:nvSpPr>
          <p:spPr>
            <a:xfrm>
              <a:off x="709062" y="4456050"/>
              <a:ext cx="2148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82" name="Google Shape;782;p45">
              <a:extLst>
                <a:ext uri="{FF2B5EF4-FFF2-40B4-BE49-F238E27FC236}">
                  <a16:creationId xmlns:a16="http://schemas.microsoft.com/office/drawing/2014/main" id="{BA608BB5-12D9-CCA9-101C-F6718AFFFD56}"/>
                </a:ext>
              </a:extLst>
            </p:cNvPr>
            <p:cNvSpPr/>
            <p:nvPr/>
          </p:nvSpPr>
          <p:spPr>
            <a:xfrm>
              <a:off x="973809" y="3152500"/>
              <a:ext cx="4155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83" name="Google Shape;783;p45">
              <a:extLst>
                <a:ext uri="{FF2B5EF4-FFF2-40B4-BE49-F238E27FC236}">
                  <a16:creationId xmlns:a16="http://schemas.microsoft.com/office/drawing/2014/main" id="{3F401652-C247-D780-CADB-5C9B6FEAEB1B}"/>
                </a:ext>
              </a:extLst>
            </p:cNvPr>
            <p:cNvSpPr/>
            <p:nvPr/>
          </p:nvSpPr>
          <p:spPr>
            <a:xfrm>
              <a:off x="973809" y="3495350"/>
              <a:ext cx="5802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84" name="Google Shape;784;p45">
              <a:extLst>
                <a:ext uri="{FF2B5EF4-FFF2-40B4-BE49-F238E27FC236}">
                  <a16:creationId xmlns:a16="http://schemas.microsoft.com/office/drawing/2014/main" id="{0843D80F-9D9E-4797-E9DD-091CB9477D9B}"/>
                </a:ext>
              </a:extLst>
            </p:cNvPr>
            <p:cNvSpPr/>
            <p:nvPr/>
          </p:nvSpPr>
          <p:spPr>
            <a:xfrm>
              <a:off x="994246" y="3804275"/>
              <a:ext cx="6756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85" name="Google Shape;785;p45">
              <a:extLst>
                <a:ext uri="{FF2B5EF4-FFF2-40B4-BE49-F238E27FC236}">
                  <a16:creationId xmlns:a16="http://schemas.microsoft.com/office/drawing/2014/main" id="{6FBE8FFB-DB0D-9C46-67B7-EAF61A7DD441}"/>
                </a:ext>
              </a:extLst>
            </p:cNvPr>
            <p:cNvSpPr/>
            <p:nvPr/>
          </p:nvSpPr>
          <p:spPr>
            <a:xfrm>
              <a:off x="994246" y="4148775"/>
              <a:ext cx="675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86" name="Google Shape;786;p45">
              <a:extLst>
                <a:ext uri="{FF2B5EF4-FFF2-40B4-BE49-F238E27FC236}">
                  <a16:creationId xmlns:a16="http://schemas.microsoft.com/office/drawing/2014/main" id="{3AAA1339-2F80-9EDF-2868-2BDE12B029C4}"/>
                </a:ext>
              </a:extLst>
            </p:cNvPr>
            <p:cNvSpPr/>
            <p:nvPr/>
          </p:nvSpPr>
          <p:spPr>
            <a:xfrm>
              <a:off x="994246" y="4456050"/>
              <a:ext cx="675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87" name="Google Shape;787;p45">
              <a:extLst>
                <a:ext uri="{FF2B5EF4-FFF2-40B4-BE49-F238E27FC236}">
                  <a16:creationId xmlns:a16="http://schemas.microsoft.com/office/drawing/2014/main" id="{2AEC8552-0603-9AE6-2218-ACEE8BB929F5}"/>
                </a:ext>
              </a:extLst>
            </p:cNvPr>
            <p:cNvSpPr/>
            <p:nvPr/>
          </p:nvSpPr>
          <p:spPr>
            <a:xfrm>
              <a:off x="1439171" y="3152500"/>
              <a:ext cx="3783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88" name="Google Shape;788;p45">
              <a:extLst>
                <a:ext uri="{FF2B5EF4-FFF2-40B4-BE49-F238E27FC236}">
                  <a16:creationId xmlns:a16="http://schemas.microsoft.com/office/drawing/2014/main" id="{2FB230CD-4DD0-9124-69D1-8F0E77627B88}"/>
                </a:ext>
              </a:extLst>
            </p:cNvPr>
            <p:cNvSpPr/>
            <p:nvPr/>
          </p:nvSpPr>
          <p:spPr>
            <a:xfrm>
              <a:off x="1629567" y="3478388"/>
              <a:ext cx="3783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89" name="Google Shape;789;p45">
              <a:extLst>
                <a:ext uri="{FF2B5EF4-FFF2-40B4-BE49-F238E27FC236}">
                  <a16:creationId xmlns:a16="http://schemas.microsoft.com/office/drawing/2014/main" id="{8FED727E-EFF0-46E9-B08F-0FDD70AEF598}"/>
                </a:ext>
              </a:extLst>
            </p:cNvPr>
            <p:cNvSpPr/>
            <p:nvPr/>
          </p:nvSpPr>
          <p:spPr>
            <a:xfrm>
              <a:off x="1740173" y="3804300"/>
              <a:ext cx="232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90" name="Google Shape;790;p45">
              <a:extLst>
                <a:ext uri="{FF2B5EF4-FFF2-40B4-BE49-F238E27FC236}">
                  <a16:creationId xmlns:a16="http://schemas.microsoft.com/office/drawing/2014/main" id="{598A9C17-4BB3-1BF0-CADB-08ADD420F1BB}"/>
                </a:ext>
              </a:extLst>
            </p:cNvPr>
            <p:cNvSpPr/>
            <p:nvPr/>
          </p:nvSpPr>
          <p:spPr>
            <a:xfrm>
              <a:off x="1740173" y="4456100"/>
              <a:ext cx="232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791" name="Google Shape;791;p45">
              <a:extLst>
                <a:ext uri="{FF2B5EF4-FFF2-40B4-BE49-F238E27FC236}">
                  <a16:creationId xmlns:a16="http://schemas.microsoft.com/office/drawing/2014/main" id="{CD345793-412B-52FA-5D08-38C9A633E36B}"/>
                </a:ext>
              </a:extLst>
            </p:cNvPr>
            <p:cNvSpPr/>
            <p:nvPr/>
          </p:nvSpPr>
          <p:spPr>
            <a:xfrm>
              <a:off x="757650" y="2182588"/>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2" name="Google Shape;792;p45">
              <a:extLst>
                <a:ext uri="{FF2B5EF4-FFF2-40B4-BE49-F238E27FC236}">
                  <a16:creationId xmlns:a16="http://schemas.microsoft.com/office/drawing/2014/main" id="{F638B146-2B8E-4175-BF19-BFC541AE2FF8}"/>
                </a:ext>
              </a:extLst>
            </p:cNvPr>
            <p:cNvSpPr/>
            <p:nvPr/>
          </p:nvSpPr>
          <p:spPr>
            <a:xfrm>
              <a:off x="757650" y="2512250"/>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3" name="Google Shape;793;p45">
              <a:extLst>
                <a:ext uri="{FF2B5EF4-FFF2-40B4-BE49-F238E27FC236}">
                  <a16:creationId xmlns:a16="http://schemas.microsoft.com/office/drawing/2014/main" id="{D50EC84B-055D-A700-A077-131DF69248BC}"/>
                </a:ext>
              </a:extLst>
            </p:cNvPr>
            <p:cNvSpPr/>
            <p:nvPr/>
          </p:nvSpPr>
          <p:spPr>
            <a:xfrm>
              <a:off x="1445575" y="2509300"/>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4" name="Google Shape;794;p45">
              <a:extLst>
                <a:ext uri="{FF2B5EF4-FFF2-40B4-BE49-F238E27FC236}">
                  <a16:creationId xmlns:a16="http://schemas.microsoft.com/office/drawing/2014/main" id="{69B6F1CA-B6D2-69C0-7F94-DFEC00D32C93}"/>
                </a:ext>
              </a:extLst>
            </p:cNvPr>
            <p:cNvSpPr/>
            <p:nvPr/>
          </p:nvSpPr>
          <p:spPr>
            <a:xfrm>
              <a:off x="1344900" y="2841925"/>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5" name="Google Shape;795;p45">
              <a:extLst>
                <a:ext uri="{FF2B5EF4-FFF2-40B4-BE49-F238E27FC236}">
                  <a16:creationId xmlns:a16="http://schemas.microsoft.com/office/drawing/2014/main" id="{4D16E3D9-BE9F-E697-8C6B-405970BBD0D2}"/>
                </a:ext>
              </a:extLst>
            </p:cNvPr>
            <p:cNvSpPr/>
            <p:nvPr/>
          </p:nvSpPr>
          <p:spPr>
            <a:xfrm>
              <a:off x="1740250" y="4148775"/>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6" name="Google Shape;796;p45">
              <a:extLst>
                <a:ext uri="{FF2B5EF4-FFF2-40B4-BE49-F238E27FC236}">
                  <a16:creationId xmlns:a16="http://schemas.microsoft.com/office/drawing/2014/main" id="{F02D22D9-1FD7-8BB4-E040-D752D5973FEB}"/>
                </a:ext>
              </a:extLst>
            </p:cNvPr>
            <p:cNvSpPr/>
            <p:nvPr/>
          </p:nvSpPr>
          <p:spPr>
            <a:xfrm>
              <a:off x="2043300" y="4456050"/>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grpSp>
      <p:sp>
        <p:nvSpPr>
          <p:cNvPr id="797" name="Google Shape;797;p45">
            <a:extLst>
              <a:ext uri="{FF2B5EF4-FFF2-40B4-BE49-F238E27FC236}">
                <a16:creationId xmlns:a16="http://schemas.microsoft.com/office/drawing/2014/main" id="{949B34F1-61BD-B1F7-DB66-D4F972266A1F}"/>
              </a:ext>
            </a:extLst>
          </p:cNvPr>
          <p:cNvSpPr txBox="1"/>
          <p:nvPr/>
        </p:nvSpPr>
        <p:spPr>
          <a:xfrm>
            <a:off x="10685167" y="5393200"/>
            <a:ext cx="692400" cy="1055600"/>
          </a:xfrm>
          <a:prstGeom prst="rect">
            <a:avLst/>
          </a:prstGeom>
          <a:noFill/>
          <a:ln>
            <a:noFill/>
          </a:ln>
        </p:spPr>
        <p:txBody>
          <a:bodyPr spcFirstLastPara="1" wrap="square" lIns="121900" tIns="121900" rIns="121900" bIns="121900" anchor="t" anchorCtr="0">
            <a:noAutofit/>
          </a:bodyPr>
          <a:lstStyle/>
          <a:p>
            <a:r>
              <a:rPr lang="en" sz="12800">
                <a:solidFill>
                  <a:schemeClr val="accent1"/>
                </a:solidFill>
                <a:latin typeface="Comfortaa"/>
                <a:ea typeface="Comfortaa"/>
                <a:cs typeface="Comfortaa"/>
                <a:sym typeface="Comfortaa"/>
              </a:rPr>
              <a:t>*</a:t>
            </a:r>
            <a:endParaRPr sz="12800">
              <a:solidFill>
                <a:schemeClr val="accent1"/>
              </a:solidFill>
              <a:latin typeface="Comfortaa"/>
              <a:ea typeface="Comfortaa"/>
              <a:cs typeface="Comfortaa"/>
              <a:sym typeface="Comfortaa"/>
            </a:endParaRPr>
          </a:p>
        </p:txBody>
      </p:sp>
      <p:pic>
        <p:nvPicPr>
          <p:cNvPr id="6" name="Picture 5">
            <a:extLst>
              <a:ext uri="{FF2B5EF4-FFF2-40B4-BE49-F238E27FC236}">
                <a16:creationId xmlns:a16="http://schemas.microsoft.com/office/drawing/2014/main" id="{006AB18F-052D-EBE9-B7B3-A8DCFE33B0B4}"/>
              </a:ext>
            </a:extLst>
          </p:cNvPr>
          <p:cNvPicPr>
            <a:picLocks noChangeAspect="1"/>
          </p:cNvPicPr>
          <p:nvPr/>
        </p:nvPicPr>
        <p:blipFill>
          <a:blip r:embed="rId3"/>
          <a:stretch>
            <a:fillRect/>
          </a:stretch>
        </p:blipFill>
        <p:spPr>
          <a:xfrm>
            <a:off x="3364340" y="3011064"/>
            <a:ext cx="8295865" cy="2157391"/>
          </a:xfrm>
          <a:prstGeom prst="rect">
            <a:avLst/>
          </a:prstGeom>
        </p:spPr>
      </p:pic>
    </p:spTree>
    <p:extLst>
      <p:ext uri="{BB962C8B-B14F-4D97-AF65-F5344CB8AC3E}">
        <p14:creationId xmlns:p14="http://schemas.microsoft.com/office/powerpoint/2010/main" val="6231875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62">
          <a:extLst>
            <a:ext uri="{FF2B5EF4-FFF2-40B4-BE49-F238E27FC236}">
              <a16:creationId xmlns:a16="http://schemas.microsoft.com/office/drawing/2014/main" id="{5E3B09EB-7A43-8931-5833-4B47D3569433}"/>
            </a:ext>
          </a:extLst>
        </p:cNvPr>
        <p:cNvGrpSpPr/>
        <p:nvPr/>
      </p:nvGrpSpPr>
      <p:grpSpPr>
        <a:xfrm>
          <a:off x="0" y="0"/>
          <a:ext cx="0" cy="0"/>
          <a:chOff x="0" y="0"/>
          <a:chExt cx="0" cy="0"/>
        </a:xfrm>
      </p:grpSpPr>
      <p:sp>
        <p:nvSpPr>
          <p:cNvPr id="763" name="Google Shape;763;p45">
            <a:extLst>
              <a:ext uri="{FF2B5EF4-FFF2-40B4-BE49-F238E27FC236}">
                <a16:creationId xmlns:a16="http://schemas.microsoft.com/office/drawing/2014/main" id="{EFC77CF4-AF15-C83C-23FF-5027D4E4B7F6}"/>
              </a:ext>
            </a:extLst>
          </p:cNvPr>
          <p:cNvSpPr txBox="1">
            <a:spLocks noGrp="1"/>
          </p:cNvSpPr>
          <p:nvPr>
            <p:ph type="title"/>
          </p:nvPr>
        </p:nvSpPr>
        <p:spPr>
          <a:xfrm>
            <a:off x="960000" y="593367"/>
            <a:ext cx="10281200" cy="763600"/>
          </a:xfrm>
          <a:prstGeom prst="rect">
            <a:avLst/>
          </a:prstGeom>
        </p:spPr>
        <p:txBody>
          <a:bodyPr spcFirstLastPara="1" wrap="square" lIns="121900" tIns="121900" rIns="121900" bIns="121900" anchor="t" anchorCtr="0">
            <a:noAutofit/>
          </a:bodyPr>
          <a:lstStyle/>
          <a:p>
            <a:r>
              <a:rPr lang="en" dirty="0"/>
              <a:t>Practical </a:t>
            </a:r>
            <a:r>
              <a:rPr lang="en" dirty="0">
                <a:solidFill>
                  <a:schemeClr val="accent4"/>
                </a:solidFill>
              </a:rPr>
              <a:t>exercise </a:t>
            </a:r>
            <a:r>
              <a:rPr lang="en" dirty="0">
                <a:solidFill>
                  <a:schemeClr val="lt2"/>
                </a:solidFill>
              </a:rPr>
              <a:t>04</a:t>
            </a:r>
            <a:endParaRPr dirty="0">
              <a:solidFill>
                <a:schemeClr val="lt2"/>
              </a:solidFill>
            </a:endParaRPr>
          </a:p>
        </p:txBody>
      </p:sp>
      <p:sp>
        <p:nvSpPr>
          <p:cNvPr id="764" name="Google Shape;764;p45">
            <a:extLst>
              <a:ext uri="{FF2B5EF4-FFF2-40B4-BE49-F238E27FC236}">
                <a16:creationId xmlns:a16="http://schemas.microsoft.com/office/drawing/2014/main" id="{5AC6D121-987F-BDBF-8DDD-23CD41E05106}"/>
              </a:ext>
            </a:extLst>
          </p:cNvPr>
          <p:cNvSpPr txBox="1">
            <a:spLocks noGrp="1"/>
          </p:cNvSpPr>
          <p:nvPr>
            <p:ph type="subTitle" idx="1"/>
          </p:nvPr>
        </p:nvSpPr>
        <p:spPr>
          <a:xfrm>
            <a:off x="4620400" y="2038286"/>
            <a:ext cx="6620800" cy="4100000"/>
          </a:xfrm>
          <a:prstGeom prst="rect">
            <a:avLst/>
          </a:prstGeom>
        </p:spPr>
        <p:txBody>
          <a:bodyPr spcFirstLastPara="1" wrap="square" lIns="121900" tIns="121900" rIns="121900" bIns="121900" anchor="t" anchorCtr="0">
            <a:noAutofit/>
          </a:bodyPr>
          <a:lstStyle/>
          <a:p>
            <a:pPr marL="0" indent="0">
              <a:buNone/>
            </a:pPr>
            <a:r>
              <a:rPr lang="en-US" dirty="0"/>
              <a:t>Lab Task 4 – Map &amp; Filter</a:t>
            </a:r>
            <a:endParaRPr dirty="0"/>
          </a:p>
          <a:p>
            <a:pPr marL="0" indent="0">
              <a:buNone/>
            </a:pPr>
            <a:endParaRPr dirty="0"/>
          </a:p>
        </p:txBody>
      </p:sp>
      <p:grpSp>
        <p:nvGrpSpPr>
          <p:cNvPr id="765" name="Google Shape;765;p45">
            <a:extLst>
              <a:ext uri="{FF2B5EF4-FFF2-40B4-BE49-F238E27FC236}">
                <a16:creationId xmlns:a16="http://schemas.microsoft.com/office/drawing/2014/main" id="{7978C9CD-3AAD-206C-1269-8ED24A35F851}"/>
              </a:ext>
            </a:extLst>
          </p:cNvPr>
          <p:cNvGrpSpPr/>
          <p:nvPr/>
        </p:nvGrpSpPr>
        <p:grpSpPr>
          <a:xfrm>
            <a:off x="723063" y="2065885"/>
            <a:ext cx="3188413" cy="4072747"/>
            <a:chOff x="358925" y="1867675"/>
            <a:chExt cx="2142175" cy="2736325"/>
          </a:xfrm>
        </p:grpSpPr>
        <p:sp>
          <p:nvSpPr>
            <p:cNvPr id="766" name="Google Shape;766;p45">
              <a:extLst>
                <a:ext uri="{FF2B5EF4-FFF2-40B4-BE49-F238E27FC236}">
                  <a16:creationId xmlns:a16="http://schemas.microsoft.com/office/drawing/2014/main" id="{FC0BED25-8325-E19A-B0EC-70A6DE621D78}"/>
                </a:ext>
              </a:extLst>
            </p:cNvPr>
            <p:cNvSpPr/>
            <p:nvPr/>
          </p:nvSpPr>
          <p:spPr>
            <a:xfrm>
              <a:off x="358925" y="1876250"/>
              <a:ext cx="2910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67" name="Google Shape;767;p45">
              <a:extLst>
                <a:ext uri="{FF2B5EF4-FFF2-40B4-BE49-F238E27FC236}">
                  <a16:creationId xmlns:a16="http://schemas.microsoft.com/office/drawing/2014/main" id="{7477B42C-1F33-31D6-AC18-E622D6BE4C7E}"/>
                </a:ext>
              </a:extLst>
            </p:cNvPr>
            <p:cNvSpPr/>
            <p:nvPr/>
          </p:nvSpPr>
          <p:spPr>
            <a:xfrm>
              <a:off x="757650" y="1867675"/>
              <a:ext cx="2910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68" name="Google Shape;768;p45">
              <a:extLst>
                <a:ext uri="{FF2B5EF4-FFF2-40B4-BE49-F238E27FC236}">
                  <a16:creationId xmlns:a16="http://schemas.microsoft.com/office/drawing/2014/main" id="{FD3CCB80-FDF0-788A-AC11-32521DDADF16}"/>
                </a:ext>
              </a:extLst>
            </p:cNvPr>
            <p:cNvSpPr/>
            <p:nvPr/>
          </p:nvSpPr>
          <p:spPr>
            <a:xfrm>
              <a:off x="358925" y="2188475"/>
              <a:ext cx="2910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69" name="Google Shape;769;p45">
              <a:extLst>
                <a:ext uri="{FF2B5EF4-FFF2-40B4-BE49-F238E27FC236}">
                  <a16:creationId xmlns:a16="http://schemas.microsoft.com/office/drawing/2014/main" id="{F4B9CDD2-9F63-DA87-1C10-401A15584F4F}"/>
                </a:ext>
              </a:extLst>
            </p:cNvPr>
            <p:cNvSpPr/>
            <p:nvPr/>
          </p:nvSpPr>
          <p:spPr>
            <a:xfrm>
              <a:off x="358925" y="2515188"/>
              <a:ext cx="2910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70" name="Google Shape;770;p45">
              <a:extLst>
                <a:ext uri="{FF2B5EF4-FFF2-40B4-BE49-F238E27FC236}">
                  <a16:creationId xmlns:a16="http://schemas.microsoft.com/office/drawing/2014/main" id="{168B967A-4C5F-B3D1-A53B-5DF74ADE534E}"/>
                </a:ext>
              </a:extLst>
            </p:cNvPr>
            <p:cNvSpPr/>
            <p:nvPr/>
          </p:nvSpPr>
          <p:spPr>
            <a:xfrm>
              <a:off x="358925" y="2841925"/>
              <a:ext cx="2910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71" name="Google Shape;771;p45">
              <a:extLst>
                <a:ext uri="{FF2B5EF4-FFF2-40B4-BE49-F238E27FC236}">
                  <a16:creationId xmlns:a16="http://schemas.microsoft.com/office/drawing/2014/main" id="{C3BC5F3B-12B5-8EE5-CBC9-3167C4F88B3C}"/>
                </a:ext>
              </a:extLst>
            </p:cNvPr>
            <p:cNvSpPr/>
            <p:nvPr/>
          </p:nvSpPr>
          <p:spPr>
            <a:xfrm>
              <a:off x="709062" y="2841925"/>
              <a:ext cx="2979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72" name="Google Shape;772;p45">
              <a:extLst>
                <a:ext uri="{FF2B5EF4-FFF2-40B4-BE49-F238E27FC236}">
                  <a16:creationId xmlns:a16="http://schemas.microsoft.com/office/drawing/2014/main" id="{8204FCF9-DC77-5DD9-03C0-431F2D113A0C}"/>
                </a:ext>
              </a:extLst>
            </p:cNvPr>
            <p:cNvSpPr/>
            <p:nvPr/>
          </p:nvSpPr>
          <p:spPr>
            <a:xfrm>
              <a:off x="1059518" y="2841925"/>
              <a:ext cx="2328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73" name="Google Shape;773;p45">
              <a:extLst>
                <a:ext uri="{FF2B5EF4-FFF2-40B4-BE49-F238E27FC236}">
                  <a16:creationId xmlns:a16="http://schemas.microsoft.com/office/drawing/2014/main" id="{426D284E-DF51-C8FE-682B-E8049A8C1BD9}"/>
                </a:ext>
              </a:extLst>
            </p:cNvPr>
            <p:cNvSpPr/>
            <p:nvPr/>
          </p:nvSpPr>
          <p:spPr>
            <a:xfrm>
              <a:off x="358925" y="3152500"/>
              <a:ext cx="2685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74" name="Google Shape;774;p45">
              <a:extLst>
                <a:ext uri="{FF2B5EF4-FFF2-40B4-BE49-F238E27FC236}">
                  <a16:creationId xmlns:a16="http://schemas.microsoft.com/office/drawing/2014/main" id="{1F451685-2F49-C820-FB9A-134D1D04234D}"/>
                </a:ext>
              </a:extLst>
            </p:cNvPr>
            <p:cNvSpPr/>
            <p:nvPr/>
          </p:nvSpPr>
          <p:spPr>
            <a:xfrm>
              <a:off x="358925" y="3495350"/>
              <a:ext cx="2685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75" name="Google Shape;775;p45">
              <a:extLst>
                <a:ext uri="{FF2B5EF4-FFF2-40B4-BE49-F238E27FC236}">
                  <a16:creationId xmlns:a16="http://schemas.microsoft.com/office/drawing/2014/main" id="{DAC75358-9ECA-C877-FF78-72267D3D9090}"/>
                </a:ext>
              </a:extLst>
            </p:cNvPr>
            <p:cNvSpPr/>
            <p:nvPr/>
          </p:nvSpPr>
          <p:spPr>
            <a:xfrm>
              <a:off x="358925" y="3804275"/>
              <a:ext cx="2685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76" name="Google Shape;776;p45">
              <a:extLst>
                <a:ext uri="{FF2B5EF4-FFF2-40B4-BE49-F238E27FC236}">
                  <a16:creationId xmlns:a16="http://schemas.microsoft.com/office/drawing/2014/main" id="{8400C357-BD29-D290-9E21-291855F5C0AF}"/>
                </a:ext>
              </a:extLst>
            </p:cNvPr>
            <p:cNvSpPr/>
            <p:nvPr/>
          </p:nvSpPr>
          <p:spPr>
            <a:xfrm>
              <a:off x="358925" y="4113200"/>
              <a:ext cx="2685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77" name="Google Shape;777;p45">
              <a:extLst>
                <a:ext uri="{FF2B5EF4-FFF2-40B4-BE49-F238E27FC236}">
                  <a16:creationId xmlns:a16="http://schemas.microsoft.com/office/drawing/2014/main" id="{8E2CA5EC-B0D6-6410-25F5-D28A2226F1EB}"/>
                </a:ext>
              </a:extLst>
            </p:cNvPr>
            <p:cNvSpPr/>
            <p:nvPr/>
          </p:nvSpPr>
          <p:spPr>
            <a:xfrm>
              <a:off x="709062" y="3152500"/>
              <a:ext cx="214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778" name="Google Shape;778;p45">
              <a:extLst>
                <a:ext uri="{FF2B5EF4-FFF2-40B4-BE49-F238E27FC236}">
                  <a16:creationId xmlns:a16="http://schemas.microsoft.com/office/drawing/2014/main" id="{B008A617-DBA0-DD4E-D961-B707372404C4}"/>
                </a:ext>
              </a:extLst>
            </p:cNvPr>
            <p:cNvSpPr/>
            <p:nvPr/>
          </p:nvSpPr>
          <p:spPr>
            <a:xfrm>
              <a:off x="683525" y="3495350"/>
              <a:ext cx="2148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79" name="Google Shape;779;p45">
              <a:extLst>
                <a:ext uri="{FF2B5EF4-FFF2-40B4-BE49-F238E27FC236}">
                  <a16:creationId xmlns:a16="http://schemas.microsoft.com/office/drawing/2014/main" id="{DA0D351F-C9F7-8CB6-B819-3CDD36931BEF}"/>
                </a:ext>
              </a:extLst>
            </p:cNvPr>
            <p:cNvSpPr/>
            <p:nvPr/>
          </p:nvSpPr>
          <p:spPr>
            <a:xfrm>
              <a:off x="709062" y="3804275"/>
              <a:ext cx="2148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80" name="Google Shape;780;p45">
              <a:extLst>
                <a:ext uri="{FF2B5EF4-FFF2-40B4-BE49-F238E27FC236}">
                  <a16:creationId xmlns:a16="http://schemas.microsoft.com/office/drawing/2014/main" id="{4913B02E-AD37-9A7D-7027-73F7AAF5BE08}"/>
                </a:ext>
              </a:extLst>
            </p:cNvPr>
            <p:cNvSpPr/>
            <p:nvPr/>
          </p:nvSpPr>
          <p:spPr>
            <a:xfrm>
              <a:off x="709062" y="4130163"/>
              <a:ext cx="214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81" name="Google Shape;781;p45">
              <a:extLst>
                <a:ext uri="{FF2B5EF4-FFF2-40B4-BE49-F238E27FC236}">
                  <a16:creationId xmlns:a16="http://schemas.microsoft.com/office/drawing/2014/main" id="{87660E83-BFD7-1C29-4C15-9DD6AB920702}"/>
                </a:ext>
              </a:extLst>
            </p:cNvPr>
            <p:cNvSpPr/>
            <p:nvPr/>
          </p:nvSpPr>
          <p:spPr>
            <a:xfrm>
              <a:off x="709062" y="4456050"/>
              <a:ext cx="2148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82" name="Google Shape;782;p45">
              <a:extLst>
                <a:ext uri="{FF2B5EF4-FFF2-40B4-BE49-F238E27FC236}">
                  <a16:creationId xmlns:a16="http://schemas.microsoft.com/office/drawing/2014/main" id="{0255FBE8-F283-2FBB-AEA2-C5A4F6D5D042}"/>
                </a:ext>
              </a:extLst>
            </p:cNvPr>
            <p:cNvSpPr/>
            <p:nvPr/>
          </p:nvSpPr>
          <p:spPr>
            <a:xfrm>
              <a:off x="973809" y="3152500"/>
              <a:ext cx="4155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83" name="Google Shape;783;p45">
              <a:extLst>
                <a:ext uri="{FF2B5EF4-FFF2-40B4-BE49-F238E27FC236}">
                  <a16:creationId xmlns:a16="http://schemas.microsoft.com/office/drawing/2014/main" id="{E6A065F3-9BA0-0A61-9036-AB5AAB0BF8BD}"/>
                </a:ext>
              </a:extLst>
            </p:cNvPr>
            <p:cNvSpPr/>
            <p:nvPr/>
          </p:nvSpPr>
          <p:spPr>
            <a:xfrm>
              <a:off x="973809" y="3495350"/>
              <a:ext cx="5802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84" name="Google Shape;784;p45">
              <a:extLst>
                <a:ext uri="{FF2B5EF4-FFF2-40B4-BE49-F238E27FC236}">
                  <a16:creationId xmlns:a16="http://schemas.microsoft.com/office/drawing/2014/main" id="{D9240359-5987-EEEF-DB5F-4EB787EE2517}"/>
                </a:ext>
              </a:extLst>
            </p:cNvPr>
            <p:cNvSpPr/>
            <p:nvPr/>
          </p:nvSpPr>
          <p:spPr>
            <a:xfrm>
              <a:off x="994246" y="3804275"/>
              <a:ext cx="6756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85" name="Google Shape;785;p45">
              <a:extLst>
                <a:ext uri="{FF2B5EF4-FFF2-40B4-BE49-F238E27FC236}">
                  <a16:creationId xmlns:a16="http://schemas.microsoft.com/office/drawing/2014/main" id="{BAD82393-8B0F-18C7-7E25-51BD9FE79DE7}"/>
                </a:ext>
              </a:extLst>
            </p:cNvPr>
            <p:cNvSpPr/>
            <p:nvPr/>
          </p:nvSpPr>
          <p:spPr>
            <a:xfrm>
              <a:off x="994246" y="4148775"/>
              <a:ext cx="675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86" name="Google Shape;786;p45">
              <a:extLst>
                <a:ext uri="{FF2B5EF4-FFF2-40B4-BE49-F238E27FC236}">
                  <a16:creationId xmlns:a16="http://schemas.microsoft.com/office/drawing/2014/main" id="{2D13505D-D4BF-9C5A-43B4-5B14B2CDC171}"/>
                </a:ext>
              </a:extLst>
            </p:cNvPr>
            <p:cNvSpPr/>
            <p:nvPr/>
          </p:nvSpPr>
          <p:spPr>
            <a:xfrm>
              <a:off x="994246" y="4456050"/>
              <a:ext cx="675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87" name="Google Shape;787;p45">
              <a:extLst>
                <a:ext uri="{FF2B5EF4-FFF2-40B4-BE49-F238E27FC236}">
                  <a16:creationId xmlns:a16="http://schemas.microsoft.com/office/drawing/2014/main" id="{3B4A2818-63E9-707B-E63B-978F085858E4}"/>
                </a:ext>
              </a:extLst>
            </p:cNvPr>
            <p:cNvSpPr/>
            <p:nvPr/>
          </p:nvSpPr>
          <p:spPr>
            <a:xfrm>
              <a:off x="1439171" y="3152500"/>
              <a:ext cx="3783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88" name="Google Shape;788;p45">
              <a:extLst>
                <a:ext uri="{FF2B5EF4-FFF2-40B4-BE49-F238E27FC236}">
                  <a16:creationId xmlns:a16="http://schemas.microsoft.com/office/drawing/2014/main" id="{09AF4DAF-2C74-79FA-A52F-4F361C30D697}"/>
                </a:ext>
              </a:extLst>
            </p:cNvPr>
            <p:cNvSpPr/>
            <p:nvPr/>
          </p:nvSpPr>
          <p:spPr>
            <a:xfrm>
              <a:off x="1629567" y="3478388"/>
              <a:ext cx="3783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89" name="Google Shape;789;p45">
              <a:extLst>
                <a:ext uri="{FF2B5EF4-FFF2-40B4-BE49-F238E27FC236}">
                  <a16:creationId xmlns:a16="http://schemas.microsoft.com/office/drawing/2014/main" id="{C2DE912F-4551-DDBC-BAEE-48380621C3BB}"/>
                </a:ext>
              </a:extLst>
            </p:cNvPr>
            <p:cNvSpPr/>
            <p:nvPr/>
          </p:nvSpPr>
          <p:spPr>
            <a:xfrm>
              <a:off x="1740173" y="3804300"/>
              <a:ext cx="232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90" name="Google Shape;790;p45">
              <a:extLst>
                <a:ext uri="{FF2B5EF4-FFF2-40B4-BE49-F238E27FC236}">
                  <a16:creationId xmlns:a16="http://schemas.microsoft.com/office/drawing/2014/main" id="{88E81969-4F55-08A7-439E-1FED1A74A24C}"/>
                </a:ext>
              </a:extLst>
            </p:cNvPr>
            <p:cNvSpPr/>
            <p:nvPr/>
          </p:nvSpPr>
          <p:spPr>
            <a:xfrm>
              <a:off x="1740173" y="4456100"/>
              <a:ext cx="232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791" name="Google Shape;791;p45">
              <a:extLst>
                <a:ext uri="{FF2B5EF4-FFF2-40B4-BE49-F238E27FC236}">
                  <a16:creationId xmlns:a16="http://schemas.microsoft.com/office/drawing/2014/main" id="{0AEE3B45-6B5D-FC45-4E32-5F6D200409C1}"/>
                </a:ext>
              </a:extLst>
            </p:cNvPr>
            <p:cNvSpPr/>
            <p:nvPr/>
          </p:nvSpPr>
          <p:spPr>
            <a:xfrm>
              <a:off x="757650" y="2182588"/>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2" name="Google Shape;792;p45">
              <a:extLst>
                <a:ext uri="{FF2B5EF4-FFF2-40B4-BE49-F238E27FC236}">
                  <a16:creationId xmlns:a16="http://schemas.microsoft.com/office/drawing/2014/main" id="{BB35B820-10F6-AE8E-AB8F-258CDC82DEE9}"/>
                </a:ext>
              </a:extLst>
            </p:cNvPr>
            <p:cNvSpPr/>
            <p:nvPr/>
          </p:nvSpPr>
          <p:spPr>
            <a:xfrm>
              <a:off x="757650" y="2512250"/>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3" name="Google Shape;793;p45">
              <a:extLst>
                <a:ext uri="{FF2B5EF4-FFF2-40B4-BE49-F238E27FC236}">
                  <a16:creationId xmlns:a16="http://schemas.microsoft.com/office/drawing/2014/main" id="{DDD69ED3-09BF-96C1-5C24-57366CF180AF}"/>
                </a:ext>
              </a:extLst>
            </p:cNvPr>
            <p:cNvSpPr/>
            <p:nvPr/>
          </p:nvSpPr>
          <p:spPr>
            <a:xfrm>
              <a:off x="1445575" y="2509300"/>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4" name="Google Shape;794;p45">
              <a:extLst>
                <a:ext uri="{FF2B5EF4-FFF2-40B4-BE49-F238E27FC236}">
                  <a16:creationId xmlns:a16="http://schemas.microsoft.com/office/drawing/2014/main" id="{BFA24E4B-1E76-8BF5-A0AC-A6ED6648920F}"/>
                </a:ext>
              </a:extLst>
            </p:cNvPr>
            <p:cNvSpPr/>
            <p:nvPr/>
          </p:nvSpPr>
          <p:spPr>
            <a:xfrm>
              <a:off x="1344900" y="2841925"/>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5" name="Google Shape;795;p45">
              <a:extLst>
                <a:ext uri="{FF2B5EF4-FFF2-40B4-BE49-F238E27FC236}">
                  <a16:creationId xmlns:a16="http://schemas.microsoft.com/office/drawing/2014/main" id="{A23CFD80-74B1-0E61-9E77-CD3313DEA3A8}"/>
                </a:ext>
              </a:extLst>
            </p:cNvPr>
            <p:cNvSpPr/>
            <p:nvPr/>
          </p:nvSpPr>
          <p:spPr>
            <a:xfrm>
              <a:off x="1740250" y="4148775"/>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6" name="Google Shape;796;p45">
              <a:extLst>
                <a:ext uri="{FF2B5EF4-FFF2-40B4-BE49-F238E27FC236}">
                  <a16:creationId xmlns:a16="http://schemas.microsoft.com/office/drawing/2014/main" id="{0FA6DC93-6E3C-A467-CE4C-4B41D8084BCB}"/>
                </a:ext>
              </a:extLst>
            </p:cNvPr>
            <p:cNvSpPr/>
            <p:nvPr/>
          </p:nvSpPr>
          <p:spPr>
            <a:xfrm>
              <a:off x="2043300" y="4456050"/>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grpSp>
      <p:sp>
        <p:nvSpPr>
          <p:cNvPr id="797" name="Google Shape;797;p45">
            <a:extLst>
              <a:ext uri="{FF2B5EF4-FFF2-40B4-BE49-F238E27FC236}">
                <a16:creationId xmlns:a16="http://schemas.microsoft.com/office/drawing/2014/main" id="{65192E60-8032-11AA-9214-2247835E84BF}"/>
              </a:ext>
            </a:extLst>
          </p:cNvPr>
          <p:cNvSpPr txBox="1"/>
          <p:nvPr/>
        </p:nvSpPr>
        <p:spPr>
          <a:xfrm>
            <a:off x="10685167" y="5393200"/>
            <a:ext cx="692400" cy="1055600"/>
          </a:xfrm>
          <a:prstGeom prst="rect">
            <a:avLst/>
          </a:prstGeom>
          <a:noFill/>
          <a:ln>
            <a:noFill/>
          </a:ln>
        </p:spPr>
        <p:txBody>
          <a:bodyPr spcFirstLastPara="1" wrap="square" lIns="121900" tIns="121900" rIns="121900" bIns="121900" anchor="t" anchorCtr="0">
            <a:noAutofit/>
          </a:bodyPr>
          <a:lstStyle/>
          <a:p>
            <a:r>
              <a:rPr lang="en" sz="12800">
                <a:solidFill>
                  <a:schemeClr val="accent1"/>
                </a:solidFill>
                <a:latin typeface="Comfortaa"/>
                <a:ea typeface="Comfortaa"/>
                <a:cs typeface="Comfortaa"/>
                <a:sym typeface="Comfortaa"/>
              </a:rPr>
              <a:t>*</a:t>
            </a:r>
            <a:endParaRPr sz="12800">
              <a:solidFill>
                <a:schemeClr val="accent1"/>
              </a:solidFill>
              <a:latin typeface="Comfortaa"/>
              <a:ea typeface="Comfortaa"/>
              <a:cs typeface="Comfortaa"/>
              <a:sym typeface="Comfortaa"/>
            </a:endParaRPr>
          </a:p>
        </p:txBody>
      </p:sp>
      <p:pic>
        <p:nvPicPr>
          <p:cNvPr id="3" name="Picture 2">
            <a:extLst>
              <a:ext uri="{FF2B5EF4-FFF2-40B4-BE49-F238E27FC236}">
                <a16:creationId xmlns:a16="http://schemas.microsoft.com/office/drawing/2014/main" id="{16700BFA-A686-2B24-D32F-BEC2964D287B}"/>
              </a:ext>
            </a:extLst>
          </p:cNvPr>
          <p:cNvPicPr>
            <a:picLocks noChangeAspect="1"/>
          </p:cNvPicPr>
          <p:nvPr/>
        </p:nvPicPr>
        <p:blipFill>
          <a:blip r:embed="rId3"/>
          <a:stretch>
            <a:fillRect/>
          </a:stretch>
        </p:blipFill>
        <p:spPr>
          <a:xfrm>
            <a:off x="3471683" y="2610248"/>
            <a:ext cx="8345065" cy="3258005"/>
          </a:xfrm>
          <a:prstGeom prst="rect">
            <a:avLst/>
          </a:prstGeom>
        </p:spPr>
      </p:pic>
    </p:spTree>
    <p:extLst>
      <p:ext uri="{BB962C8B-B14F-4D97-AF65-F5344CB8AC3E}">
        <p14:creationId xmlns:p14="http://schemas.microsoft.com/office/powerpoint/2010/main" val="3762772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62">
          <a:extLst>
            <a:ext uri="{FF2B5EF4-FFF2-40B4-BE49-F238E27FC236}">
              <a16:creationId xmlns:a16="http://schemas.microsoft.com/office/drawing/2014/main" id="{5BAD1377-DD89-0E31-930D-8BA010B4DB25}"/>
            </a:ext>
          </a:extLst>
        </p:cNvPr>
        <p:cNvGrpSpPr/>
        <p:nvPr/>
      </p:nvGrpSpPr>
      <p:grpSpPr>
        <a:xfrm>
          <a:off x="0" y="0"/>
          <a:ext cx="0" cy="0"/>
          <a:chOff x="0" y="0"/>
          <a:chExt cx="0" cy="0"/>
        </a:xfrm>
      </p:grpSpPr>
      <p:sp>
        <p:nvSpPr>
          <p:cNvPr id="763" name="Google Shape;763;p45">
            <a:extLst>
              <a:ext uri="{FF2B5EF4-FFF2-40B4-BE49-F238E27FC236}">
                <a16:creationId xmlns:a16="http://schemas.microsoft.com/office/drawing/2014/main" id="{C131EE27-2892-1271-E0B4-1A7BCAD9DCAF}"/>
              </a:ext>
            </a:extLst>
          </p:cNvPr>
          <p:cNvSpPr txBox="1">
            <a:spLocks noGrp="1"/>
          </p:cNvSpPr>
          <p:nvPr>
            <p:ph type="title"/>
          </p:nvPr>
        </p:nvSpPr>
        <p:spPr>
          <a:xfrm>
            <a:off x="960000" y="593367"/>
            <a:ext cx="10281200" cy="763600"/>
          </a:xfrm>
          <a:prstGeom prst="rect">
            <a:avLst/>
          </a:prstGeom>
        </p:spPr>
        <p:txBody>
          <a:bodyPr spcFirstLastPara="1" wrap="square" lIns="121900" tIns="121900" rIns="121900" bIns="121900" anchor="t" anchorCtr="0">
            <a:noAutofit/>
          </a:bodyPr>
          <a:lstStyle/>
          <a:p>
            <a:r>
              <a:rPr lang="en" dirty="0"/>
              <a:t>Practical </a:t>
            </a:r>
            <a:r>
              <a:rPr lang="en" dirty="0">
                <a:solidFill>
                  <a:schemeClr val="accent4"/>
                </a:solidFill>
              </a:rPr>
              <a:t>exercise </a:t>
            </a:r>
            <a:r>
              <a:rPr lang="en" dirty="0">
                <a:solidFill>
                  <a:schemeClr val="lt2"/>
                </a:solidFill>
              </a:rPr>
              <a:t>05</a:t>
            </a:r>
            <a:endParaRPr dirty="0">
              <a:solidFill>
                <a:schemeClr val="lt2"/>
              </a:solidFill>
            </a:endParaRPr>
          </a:p>
        </p:txBody>
      </p:sp>
      <p:sp>
        <p:nvSpPr>
          <p:cNvPr id="764" name="Google Shape;764;p45">
            <a:extLst>
              <a:ext uri="{FF2B5EF4-FFF2-40B4-BE49-F238E27FC236}">
                <a16:creationId xmlns:a16="http://schemas.microsoft.com/office/drawing/2014/main" id="{E696F45F-3B02-5529-3A9C-E1BF4E5026AA}"/>
              </a:ext>
            </a:extLst>
          </p:cNvPr>
          <p:cNvSpPr txBox="1">
            <a:spLocks noGrp="1"/>
          </p:cNvSpPr>
          <p:nvPr>
            <p:ph type="subTitle" idx="1"/>
          </p:nvPr>
        </p:nvSpPr>
        <p:spPr>
          <a:xfrm>
            <a:off x="4620400" y="2038286"/>
            <a:ext cx="6620800" cy="4100000"/>
          </a:xfrm>
          <a:prstGeom prst="rect">
            <a:avLst/>
          </a:prstGeom>
        </p:spPr>
        <p:txBody>
          <a:bodyPr spcFirstLastPara="1" wrap="square" lIns="121900" tIns="121900" rIns="121900" bIns="121900" anchor="t" anchorCtr="0">
            <a:noAutofit/>
          </a:bodyPr>
          <a:lstStyle/>
          <a:p>
            <a:pPr marL="0" indent="0">
              <a:buNone/>
            </a:pPr>
            <a:r>
              <a:rPr lang="en-US" dirty="0"/>
              <a:t>Lab Task 5 – Inner/Nested Functions</a:t>
            </a:r>
            <a:endParaRPr dirty="0"/>
          </a:p>
          <a:p>
            <a:pPr marL="0" indent="0">
              <a:buNone/>
            </a:pPr>
            <a:endParaRPr dirty="0"/>
          </a:p>
        </p:txBody>
      </p:sp>
      <p:grpSp>
        <p:nvGrpSpPr>
          <p:cNvPr id="765" name="Google Shape;765;p45">
            <a:extLst>
              <a:ext uri="{FF2B5EF4-FFF2-40B4-BE49-F238E27FC236}">
                <a16:creationId xmlns:a16="http://schemas.microsoft.com/office/drawing/2014/main" id="{DD46298C-0A67-BB8E-1361-1B525C505513}"/>
              </a:ext>
            </a:extLst>
          </p:cNvPr>
          <p:cNvGrpSpPr/>
          <p:nvPr/>
        </p:nvGrpSpPr>
        <p:grpSpPr>
          <a:xfrm>
            <a:off x="723063" y="2065885"/>
            <a:ext cx="3188413" cy="4072747"/>
            <a:chOff x="358925" y="1867675"/>
            <a:chExt cx="2142175" cy="2736325"/>
          </a:xfrm>
        </p:grpSpPr>
        <p:sp>
          <p:nvSpPr>
            <p:cNvPr id="766" name="Google Shape;766;p45">
              <a:extLst>
                <a:ext uri="{FF2B5EF4-FFF2-40B4-BE49-F238E27FC236}">
                  <a16:creationId xmlns:a16="http://schemas.microsoft.com/office/drawing/2014/main" id="{47BE56FA-2349-53AF-5763-1C18D94B3596}"/>
                </a:ext>
              </a:extLst>
            </p:cNvPr>
            <p:cNvSpPr/>
            <p:nvPr/>
          </p:nvSpPr>
          <p:spPr>
            <a:xfrm>
              <a:off x="358925" y="1876250"/>
              <a:ext cx="2910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67" name="Google Shape;767;p45">
              <a:extLst>
                <a:ext uri="{FF2B5EF4-FFF2-40B4-BE49-F238E27FC236}">
                  <a16:creationId xmlns:a16="http://schemas.microsoft.com/office/drawing/2014/main" id="{2DE72EFF-936F-9C0E-2FE0-63BFA8A55DD1}"/>
                </a:ext>
              </a:extLst>
            </p:cNvPr>
            <p:cNvSpPr/>
            <p:nvPr/>
          </p:nvSpPr>
          <p:spPr>
            <a:xfrm>
              <a:off x="757650" y="1867675"/>
              <a:ext cx="2910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68" name="Google Shape;768;p45">
              <a:extLst>
                <a:ext uri="{FF2B5EF4-FFF2-40B4-BE49-F238E27FC236}">
                  <a16:creationId xmlns:a16="http://schemas.microsoft.com/office/drawing/2014/main" id="{E7069D3A-3985-E86C-D3FB-65DC98A790DE}"/>
                </a:ext>
              </a:extLst>
            </p:cNvPr>
            <p:cNvSpPr/>
            <p:nvPr/>
          </p:nvSpPr>
          <p:spPr>
            <a:xfrm>
              <a:off x="358925" y="2188475"/>
              <a:ext cx="2910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69" name="Google Shape;769;p45">
              <a:extLst>
                <a:ext uri="{FF2B5EF4-FFF2-40B4-BE49-F238E27FC236}">
                  <a16:creationId xmlns:a16="http://schemas.microsoft.com/office/drawing/2014/main" id="{FBCC9C07-FFA2-7970-66F9-56CD244735C9}"/>
                </a:ext>
              </a:extLst>
            </p:cNvPr>
            <p:cNvSpPr/>
            <p:nvPr/>
          </p:nvSpPr>
          <p:spPr>
            <a:xfrm>
              <a:off x="358925" y="2515188"/>
              <a:ext cx="2910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70" name="Google Shape;770;p45">
              <a:extLst>
                <a:ext uri="{FF2B5EF4-FFF2-40B4-BE49-F238E27FC236}">
                  <a16:creationId xmlns:a16="http://schemas.microsoft.com/office/drawing/2014/main" id="{C35C0489-A1C9-3975-D7AE-8CEE537FC178}"/>
                </a:ext>
              </a:extLst>
            </p:cNvPr>
            <p:cNvSpPr/>
            <p:nvPr/>
          </p:nvSpPr>
          <p:spPr>
            <a:xfrm>
              <a:off x="358925" y="2841925"/>
              <a:ext cx="2910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71" name="Google Shape;771;p45">
              <a:extLst>
                <a:ext uri="{FF2B5EF4-FFF2-40B4-BE49-F238E27FC236}">
                  <a16:creationId xmlns:a16="http://schemas.microsoft.com/office/drawing/2014/main" id="{D8AE0615-2B1B-AF10-8B5C-801FC7C92923}"/>
                </a:ext>
              </a:extLst>
            </p:cNvPr>
            <p:cNvSpPr/>
            <p:nvPr/>
          </p:nvSpPr>
          <p:spPr>
            <a:xfrm>
              <a:off x="709062" y="2841925"/>
              <a:ext cx="2979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72" name="Google Shape;772;p45">
              <a:extLst>
                <a:ext uri="{FF2B5EF4-FFF2-40B4-BE49-F238E27FC236}">
                  <a16:creationId xmlns:a16="http://schemas.microsoft.com/office/drawing/2014/main" id="{AF9CF7E0-EA93-1B0D-BC58-99E9EB737582}"/>
                </a:ext>
              </a:extLst>
            </p:cNvPr>
            <p:cNvSpPr/>
            <p:nvPr/>
          </p:nvSpPr>
          <p:spPr>
            <a:xfrm>
              <a:off x="1059518" y="2841925"/>
              <a:ext cx="2328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73" name="Google Shape;773;p45">
              <a:extLst>
                <a:ext uri="{FF2B5EF4-FFF2-40B4-BE49-F238E27FC236}">
                  <a16:creationId xmlns:a16="http://schemas.microsoft.com/office/drawing/2014/main" id="{DA9A4162-FDE4-F495-ED11-3CEB33E0109D}"/>
                </a:ext>
              </a:extLst>
            </p:cNvPr>
            <p:cNvSpPr/>
            <p:nvPr/>
          </p:nvSpPr>
          <p:spPr>
            <a:xfrm>
              <a:off x="358925" y="3152500"/>
              <a:ext cx="2685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74" name="Google Shape;774;p45">
              <a:extLst>
                <a:ext uri="{FF2B5EF4-FFF2-40B4-BE49-F238E27FC236}">
                  <a16:creationId xmlns:a16="http://schemas.microsoft.com/office/drawing/2014/main" id="{8869C3D2-EFF6-5069-4384-D40DC6114CDF}"/>
                </a:ext>
              </a:extLst>
            </p:cNvPr>
            <p:cNvSpPr/>
            <p:nvPr/>
          </p:nvSpPr>
          <p:spPr>
            <a:xfrm>
              <a:off x="358925" y="3495350"/>
              <a:ext cx="2685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75" name="Google Shape;775;p45">
              <a:extLst>
                <a:ext uri="{FF2B5EF4-FFF2-40B4-BE49-F238E27FC236}">
                  <a16:creationId xmlns:a16="http://schemas.microsoft.com/office/drawing/2014/main" id="{6EF9F075-0CEC-9FF0-88BE-6F048D1C5CCA}"/>
                </a:ext>
              </a:extLst>
            </p:cNvPr>
            <p:cNvSpPr/>
            <p:nvPr/>
          </p:nvSpPr>
          <p:spPr>
            <a:xfrm>
              <a:off x="358925" y="3804275"/>
              <a:ext cx="2685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76" name="Google Shape;776;p45">
              <a:extLst>
                <a:ext uri="{FF2B5EF4-FFF2-40B4-BE49-F238E27FC236}">
                  <a16:creationId xmlns:a16="http://schemas.microsoft.com/office/drawing/2014/main" id="{BC66A789-75F6-A93A-A81D-061FD346A2EA}"/>
                </a:ext>
              </a:extLst>
            </p:cNvPr>
            <p:cNvSpPr/>
            <p:nvPr/>
          </p:nvSpPr>
          <p:spPr>
            <a:xfrm>
              <a:off x="358925" y="4113200"/>
              <a:ext cx="2685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77" name="Google Shape;777;p45">
              <a:extLst>
                <a:ext uri="{FF2B5EF4-FFF2-40B4-BE49-F238E27FC236}">
                  <a16:creationId xmlns:a16="http://schemas.microsoft.com/office/drawing/2014/main" id="{2A014D6C-7BA6-E7F0-95DE-2E79D105A82E}"/>
                </a:ext>
              </a:extLst>
            </p:cNvPr>
            <p:cNvSpPr/>
            <p:nvPr/>
          </p:nvSpPr>
          <p:spPr>
            <a:xfrm>
              <a:off x="709062" y="3152500"/>
              <a:ext cx="214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778" name="Google Shape;778;p45">
              <a:extLst>
                <a:ext uri="{FF2B5EF4-FFF2-40B4-BE49-F238E27FC236}">
                  <a16:creationId xmlns:a16="http://schemas.microsoft.com/office/drawing/2014/main" id="{4D690DFD-4E1B-AAC6-72B6-F8ED13D583EF}"/>
                </a:ext>
              </a:extLst>
            </p:cNvPr>
            <p:cNvSpPr/>
            <p:nvPr/>
          </p:nvSpPr>
          <p:spPr>
            <a:xfrm>
              <a:off x="683525" y="3495350"/>
              <a:ext cx="2148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79" name="Google Shape;779;p45">
              <a:extLst>
                <a:ext uri="{FF2B5EF4-FFF2-40B4-BE49-F238E27FC236}">
                  <a16:creationId xmlns:a16="http://schemas.microsoft.com/office/drawing/2014/main" id="{4EBE5712-05F0-7975-B40A-15F804CBE15B}"/>
                </a:ext>
              </a:extLst>
            </p:cNvPr>
            <p:cNvSpPr/>
            <p:nvPr/>
          </p:nvSpPr>
          <p:spPr>
            <a:xfrm>
              <a:off x="709062" y="3804275"/>
              <a:ext cx="2148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80" name="Google Shape;780;p45">
              <a:extLst>
                <a:ext uri="{FF2B5EF4-FFF2-40B4-BE49-F238E27FC236}">
                  <a16:creationId xmlns:a16="http://schemas.microsoft.com/office/drawing/2014/main" id="{21B5EBB7-1B4B-1906-D747-60BC44502E80}"/>
                </a:ext>
              </a:extLst>
            </p:cNvPr>
            <p:cNvSpPr/>
            <p:nvPr/>
          </p:nvSpPr>
          <p:spPr>
            <a:xfrm>
              <a:off x="709062" y="4130163"/>
              <a:ext cx="214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81" name="Google Shape;781;p45">
              <a:extLst>
                <a:ext uri="{FF2B5EF4-FFF2-40B4-BE49-F238E27FC236}">
                  <a16:creationId xmlns:a16="http://schemas.microsoft.com/office/drawing/2014/main" id="{E032438D-DC16-BF54-F10C-E86A9EA2EA73}"/>
                </a:ext>
              </a:extLst>
            </p:cNvPr>
            <p:cNvSpPr/>
            <p:nvPr/>
          </p:nvSpPr>
          <p:spPr>
            <a:xfrm>
              <a:off x="709062" y="4456050"/>
              <a:ext cx="2148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82" name="Google Shape;782;p45">
              <a:extLst>
                <a:ext uri="{FF2B5EF4-FFF2-40B4-BE49-F238E27FC236}">
                  <a16:creationId xmlns:a16="http://schemas.microsoft.com/office/drawing/2014/main" id="{0322CD63-CBB9-BAA3-5E9F-5023208B5C0B}"/>
                </a:ext>
              </a:extLst>
            </p:cNvPr>
            <p:cNvSpPr/>
            <p:nvPr/>
          </p:nvSpPr>
          <p:spPr>
            <a:xfrm>
              <a:off x="973809" y="3152500"/>
              <a:ext cx="4155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83" name="Google Shape;783;p45">
              <a:extLst>
                <a:ext uri="{FF2B5EF4-FFF2-40B4-BE49-F238E27FC236}">
                  <a16:creationId xmlns:a16="http://schemas.microsoft.com/office/drawing/2014/main" id="{BE95AE05-5A9E-6B75-F85C-5E1026EC26DB}"/>
                </a:ext>
              </a:extLst>
            </p:cNvPr>
            <p:cNvSpPr/>
            <p:nvPr/>
          </p:nvSpPr>
          <p:spPr>
            <a:xfrm>
              <a:off x="973809" y="3495350"/>
              <a:ext cx="5802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84" name="Google Shape;784;p45">
              <a:extLst>
                <a:ext uri="{FF2B5EF4-FFF2-40B4-BE49-F238E27FC236}">
                  <a16:creationId xmlns:a16="http://schemas.microsoft.com/office/drawing/2014/main" id="{EF10145B-CC7E-EFC9-B467-6AA2D7CBB5B1}"/>
                </a:ext>
              </a:extLst>
            </p:cNvPr>
            <p:cNvSpPr/>
            <p:nvPr/>
          </p:nvSpPr>
          <p:spPr>
            <a:xfrm>
              <a:off x="994246" y="3804275"/>
              <a:ext cx="6756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85" name="Google Shape;785;p45">
              <a:extLst>
                <a:ext uri="{FF2B5EF4-FFF2-40B4-BE49-F238E27FC236}">
                  <a16:creationId xmlns:a16="http://schemas.microsoft.com/office/drawing/2014/main" id="{89F0C879-DD13-5652-6B2B-05E8CBD969C0}"/>
                </a:ext>
              </a:extLst>
            </p:cNvPr>
            <p:cNvSpPr/>
            <p:nvPr/>
          </p:nvSpPr>
          <p:spPr>
            <a:xfrm>
              <a:off x="994246" y="4148775"/>
              <a:ext cx="675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86" name="Google Shape;786;p45">
              <a:extLst>
                <a:ext uri="{FF2B5EF4-FFF2-40B4-BE49-F238E27FC236}">
                  <a16:creationId xmlns:a16="http://schemas.microsoft.com/office/drawing/2014/main" id="{2698FECF-8901-4003-594B-1586C9F21233}"/>
                </a:ext>
              </a:extLst>
            </p:cNvPr>
            <p:cNvSpPr/>
            <p:nvPr/>
          </p:nvSpPr>
          <p:spPr>
            <a:xfrm>
              <a:off x="994246" y="4456050"/>
              <a:ext cx="675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87" name="Google Shape;787;p45">
              <a:extLst>
                <a:ext uri="{FF2B5EF4-FFF2-40B4-BE49-F238E27FC236}">
                  <a16:creationId xmlns:a16="http://schemas.microsoft.com/office/drawing/2014/main" id="{03C164B2-099E-BC03-60F4-A24FC664761D}"/>
                </a:ext>
              </a:extLst>
            </p:cNvPr>
            <p:cNvSpPr/>
            <p:nvPr/>
          </p:nvSpPr>
          <p:spPr>
            <a:xfrm>
              <a:off x="1439171" y="3152500"/>
              <a:ext cx="3783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88" name="Google Shape;788;p45">
              <a:extLst>
                <a:ext uri="{FF2B5EF4-FFF2-40B4-BE49-F238E27FC236}">
                  <a16:creationId xmlns:a16="http://schemas.microsoft.com/office/drawing/2014/main" id="{3FA27CE6-6301-5243-2971-DD3BFBC1FEAA}"/>
                </a:ext>
              </a:extLst>
            </p:cNvPr>
            <p:cNvSpPr/>
            <p:nvPr/>
          </p:nvSpPr>
          <p:spPr>
            <a:xfrm>
              <a:off x="1629567" y="3478388"/>
              <a:ext cx="3783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89" name="Google Shape;789;p45">
              <a:extLst>
                <a:ext uri="{FF2B5EF4-FFF2-40B4-BE49-F238E27FC236}">
                  <a16:creationId xmlns:a16="http://schemas.microsoft.com/office/drawing/2014/main" id="{1040789B-A0C2-6FFB-4AC7-E127FECDC62A}"/>
                </a:ext>
              </a:extLst>
            </p:cNvPr>
            <p:cNvSpPr/>
            <p:nvPr/>
          </p:nvSpPr>
          <p:spPr>
            <a:xfrm>
              <a:off x="1740173" y="3804300"/>
              <a:ext cx="232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90" name="Google Shape;790;p45">
              <a:extLst>
                <a:ext uri="{FF2B5EF4-FFF2-40B4-BE49-F238E27FC236}">
                  <a16:creationId xmlns:a16="http://schemas.microsoft.com/office/drawing/2014/main" id="{A94920D9-55A9-8C7F-392F-A6DE210B78B5}"/>
                </a:ext>
              </a:extLst>
            </p:cNvPr>
            <p:cNvSpPr/>
            <p:nvPr/>
          </p:nvSpPr>
          <p:spPr>
            <a:xfrm>
              <a:off x="1740173" y="4456100"/>
              <a:ext cx="232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791" name="Google Shape;791;p45">
              <a:extLst>
                <a:ext uri="{FF2B5EF4-FFF2-40B4-BE49-F238E27FC236}">
                  <a16:creationId xmlns:a16="http://schemas.microsoft.com/office/drawing/2014/main" id="{C6861543-B28B-544B-5487-1B204B735A76}"/>
                </a:ext>
              </a:extLst>
            </p:cNvPr>
            <p:cNvSpPr/>
            <p:nvPr/>
          </p:nvSpPr>
          <p:spPr>
            <a:xfrm>
              <a:off x="757650" y="2182588"/>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2" name="Google Shape;792;p45">
              <a:extLst>
                <a:ext uri="{FF2B5EF4-FFF2-40B4-BE49-F238E27FC236}">
                  <a16:creationId xmlns:a16="http://schemas.microsoft.com/office/drawing/2014/main" id="{0E4654DE-4B33-1BD6-0898-C925F5C40D3B}"/>
                </a:ext>
              </a:extLst>
            </p:cNvPr>
            <p:cNvSpPr/>
            <p:nvPr/>
          </p:nvSpPr>
          <p:spPr>
            <a:xfrm>
              <a:off x="757650" y="2512250"/>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3" name="Google Shape;793;p45">
              <a:extLst>
                <a:ext uri="{FF2B5EF4-FFF2-40B4-BE49-F238E27FC236}">
                  <a16:creationId xmlns:a16="http://schemas.microsoft.com/office/drawing/2014/main" id="{60AF0098-8E6C-2A85-5CD8-F57E6A5240FC}"/>
                </a:ext>
              </a:extLst>
            </p:cNvPr>
            <p:cNvSpPr/>
            <p:nvPr/>
          </p:nvSpPr>
          <p:spPr>
            <a:xfrm>
              <a:off x="1445575" y="2509300"/>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4" name="Google Shape;794;p45">
              <a:extLst>
                <a:ext uri="{FF2B5EF4-FFF2-40B4-BE49-F238E27FC236}">
                  <a16:creationId xmlns:a16="http://schemas.microsoft.com/office/drawing/2014/main" id="{829790A3-7786-CE2A-C09D-A65CFC8EC6FB}"/>
                </a:ext>
              </a:extLst>
            </p:cNvPr>
            <p:cNvSpPr/>
            <p:nvPr/>
          </p:nvSpPr>
          <p:spPr>
            <a:xfrm>
              <a:off x="1344900" y="2841925"/>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5" name="Google Shape;795;p45">
              <a:extLst>
                <a:ext uri="{FF2B5EF4-FFF2-40B4-BE49-F238E27FC236}">
                  <a16:creationId xmlns:a16="http://schemas.microsoft.com/office/drawing/2014/main" id="{FDA7801F-3F48-23EC-4658-2B6378E82011}"/>
                </a:ext>
              </a:extLst>
            </p:cNvPr>
            <p:cNvSpPr/>
            <p:nvPr/>
          </p:nvSpPr>
          <p:spPr>
            <a:xfrm>
              <a:off x="1740250" y="4148775"/>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6" name="Google Shape;796;p45">
              <a:extLst>
                <a:ext uri="{FF2B5EF4-FFF2-40B4-BE49-F238E27FC236}">
                  <a16:creationId xmlns:a16="http://schemas.microsoft.com/office/drawing/2014/main" id="{76A953A5-11AD-5FAE-EE2A-1BD575542496}"/>
                </a:ext>
              </a:extLst>
            </p:cNvPr>
            <p:cNvSpPr/>
            <p:nvPr/>
          </p:nvSpPr>
          <p:spPr>
            <a:xfrm>
              <a:off x="2043300" y="4456050"/>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grpSp>
      <p:sp>
        <p:nvSpPr>
          <p:cNvPr id="797" name="Google Shape;797;p45">
            <a:extLst>
              <a:ext uri="{FF2B5EF4-FFF2-40B4-BE49-F238E27FC236}">
                <a16:creationId xmlns:a16="http://schemas.microsoft.com/office/drawing/2014/main" id="{F1D4A94C-BAE4-4BE9-1F82-CD0F5EF2F82F}"/>
              </a:ext>
            </a:extLst>
          </p:cNvPr>
          <p:cNvSpPr txBox="1"/>
          <p:nvPr/>
        </p:nvSpPr>
        <p:spPr>
          <a:xfrm>
            <a:off x="10685167" y="5393200"/>
            <a:ext cx="692400" cy="1055600"/>
          </a:xfrm>
          <a:prstGeom prst="rect">
            <a:avLst/>
          </a:prstGeom>
          <a:noFill/>
          <a:ln>
            <a:noFill/>
          </a:ln>
        </p:spPr>
        <p:txBody>
          <a:bodyPr spcFirstLastPara="1" wrap="square" lIns="121900" tIns="121900" rIns="121900" bIns="121900" anchor="t" anchorCtr="0">
            <a:noAutofit/>
          </a:bodyPr>
          <a:lstStyle/>
          <a:p>
            <a:r>
              <a:rPr lang="en" sz="12800">
                <a:solidFill>
                  <a:schemeClr val="accent1"/>
                </a:solidFill>
                <a:latin typeface="Comfortaa"/>
                <a:ea typeface="Comfortaa"/>
                <a:cs typeface="Comfortaa"/>
                <a:sym typeface="Comfortaa"/>
              </a:rPr>
              <a:t>*</a:t>
            </a:r>
            <a:endParaRPr sz="12800">
              <a:solidFill>
                <a:schemeClr val="accent1"/>
              </a:solidFill>
              <a:latin typeface="Comfortaa"/>
              <a:ea typeface="Comfortaa"/>
              <a:cs typeface="Comfortaa"/>
              <a:sym typeface="Comfortaa"/>
            </a:endParaRPr>
          </a:p>
        </p:txBody>
      </p:sp>
      <p:pic>
        <p:nvPicPr>
          <p:cNvPr id="3" name="Picture 2">
            <a:extLst>
              <a:ext uri="{FF2B5EF4-FFF2-40B4-BE49-F238E27FC236}">
                <a16:creationId xmlns:a16="http://schemas.microsoft.com/office/drawing/2014/main" id="{E7A57181-BA35-A49D-29E3-D96D8BA02D38}"/>
              </a:ext>
            </a:extLst>
          </p:cNvPr>
          <p:cNvPicPr>
            <a:picLocks noChangeAspect="1"/>
          </p:cNvPicPr>
          <p:nvPr/>
        </p:nvPicPr>
        <p:blipFill>
          <a:blip r:embed="rId3"/>
          <a:stretch>
            <a:fillRect/>
          </a:stretch>
        </p:blipFill>
        <p:spPr>
          <a:xfrm>
            <a:off x="3471683" y="2787949"/>
            <a:ext cx="8630102" cy="2755491"/>
          </a:xfrm>
          <a:prstGeom prst="rect">
            <a:avLst/>
          </a:prstGeom>
        </p:spPr>
      </p:pic>
    </p:spTree>
    <p:extLst>
      <p:ext uri="{BB962C8B-B14F-4D97-AF65-F5344CB8AC3E}">
        <p14:creationId xmlns:p14="http://schemas.microsoft.com/office/powerpoint/2010/main" val="31870816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62">
          <a:extLst>
            <a:ext uri="{FF2B5EF4-FFF2-40B4-BE49-F238E27FC236}">
              <a16:creationId xmlns:a16="http://schemas.microsoft.com/office/drawing/2014/main" id="{05E107AC-F119-A4AD-EBF7-9D29975DA6EA}"/>
            </a:ext>
          </a:extLst>
        </p:cNvPr>
        <p:cNvGrpSpPr/>
        <p:nvPr/>
      </p:nvGrpSpPr>
      <p:grpSpPr>
        <a:xfrm>
          <a:off x="0" y="0"/>
          <a:ext cx="0" cy="0"/>
          <a:chOff x="0" y="0"/>
          <a:chExt cx="0" cy="0"/>
        </a:xfrm>
      </p:grpSpPr>
      <p:sp>
        <p:nvSpPr>
          <p:cNvPr id="763" name="Google Shape;763;p45">
            <a:extLst>
              <a:ext uri="{FF2B5EF4-FFF2-40B4-BE49-F238E27FC236}">
                <a16:creationId xmlns:a16="http://schemas.microsoft.com/office/drawing/2014/main" id="{618438E5-F0C8-2357-D18E-09654CE236D2}"/>
              </a:ext>
            </a:extLst>
          </p:cNvPr>
          <p:cNvSpPr txBox="1">
            <a:spLocks noGrp="1"/>
          </p:cNvSpPr>
          <p:nvPr>
            <p:ph type="title"/>
          </p:nvPr>
        </p:nvSpPr>
        <p:spPr>
          <a:xfrm>
            <a:off x="960000" y="593367"/>
            <a:ext cx="10281200" cy="763600"/>
          </a:xfrm>
          <a:prstGeom prst="rect">
            <a:avLst/>
          </a:prstGeom>
        </p:spPr>
        <p:txBody>
          <a:bodyPr spcFirstLastPara="1" wrap="square" lIns="121900" tIns="121900" rIns="121900" bIns="121900" anchor="t" anchorCtr="0">
            <a:noAutofit/>
          </a:bodyPr>
          <a:lstStyle/>
          <a:p>
            <a:r>
              <a:rPr lang="en" dirty="0"/>
              <a:t>Practical </a:t>
            </a:r>
            <a:r>
              <a:rPr lang="en" dirty="0">
                <a:solidFill>
                  <a:schemeClr val="accent4"/>
                </a:solidFill>
              </a:rPr>
              <a:t>exercise </a:t>
            </a:r>
            <a:r>
              <a:rPr lang="en" dirty="0">
                <a:solidFill>
                  <a:schemeClr val="lt2"/>
                </a:solidFill>
              </a:rPr>
              <a:t>06</a:t>
            </a:r>
            <a:endParaRPr dirty="0">
              <a:solidFill>
                <a:schemeClr val="lt2"/>
              </a:solidFill>
            </a:endParaRPr>
          </a:p>
        </p:txBody>
      </p:sp>
      <p:sp>
        <p:nvSpPr>
          <p:cNvPr id="764" name="Google Shape;764;p45">
            <a:extLst>
              <a:ext uri="{FF2B5EF4-FFF2-40B4-BE49-F238E27FC236}">
                <a16:creationId xmlns:a16="http://schemas.microsoft.com/office/drawing/2014/main" id="{7B1A8FA1-3C0B-5A00-3625-C7A16F4E1551}"/>
              </a:ext>
            </a:extLst>
          </p:cNvPr>
          <p:cNvSpPr txBox="1">
            <a:spLocks noGrp="1"/>
          </p:cNvSpPr>
          <p:nvPr>
            <p:ph type="subTitle" idx="1"/>
          </p:nvPr>
        </p:nvSpPr>
        <p:spPr>
          <a:xfrm>
            <a:off x="4620400" y="2038286"/>
            <a:ext cx="6620800" cy="4100000"/>
          </a:xfrm>
          <a:prstGeom prst="rect">
            <a:avLst/>
          </a:prstGeom>
        </p:spPr>
        <p:txBody>
          <a:bodyPr spcFirstLastPara="1" wrap="square" lIns="121900" tIns="121900" rIns="121900" bIns="121900" anchor="t" anchorCtr="0">
            <a:noAutofit/>
          </a:bodyPr>
          <a:lstStyle/>
          <a:p>
            <a:pPr marL="0" indent="0">
              <a:buNone/>
            </a:pPr>
            <a:r>
              <a:rPr lang="en-US" dirty="0"/>
              <a:t>Lab Task 6 – File Handling</a:t>
            </a:r>
            <a:endParaRPr dirty="0"/>
          </a:p>
          <a:p>
            <a:pPr marL="0" indent="0">
              <a:buNone/>
            </a:pPr>
            <a:endParaRPr dirty="0"/>
          </a:p>
        </p:txBody>
      </p:sp>
      <p:grpSp>
        <p:nvGrpSpPr>
          <p:cNvPr id="765" name="Google Shape;765;p45">
            <a:extLst>
              <a:ext uri="{FF2B5EF4-FFF2-40B4-BE49-F238E27FC236}">
                <a16:creationId xmlns:a16="http://schemas.microsoft.com/office/drawing/2014/main" id="{1C2419A8-934B-79BA-4647-0A60BFC6A48F}"/>
              </a:ext>
            </a:extLst>
          </p:cNvPr>
          <p:cNvGrpSpPr/>
          <p:nvPr/>
        </p:nvGrpSpPr>
        <p:grpSpPr>
          <a:xfrm>
            <a:off x="723063" y="2065885"/>
            <a:ext cx="3188413" cy="4072747"/>
            <a:chOff x="358925" y="1867675"/>
            <a:chExt cx="2142175" cy="2736325"/>
          </a:xfrm>
        </p:grpSpPr>
        <p:sp>
          <p:nvSpPr>
            <p:cNvPr id="766" name="Google Shape;766;p45">
              <a:extLst>
                <a:ext uri="{FF2B5EF4-FFF2-40B4-BE49-F238E27FC236}">
                  <a16:creationId xmlns:a16="http://schemas.microsoft.com/office/drawing/2014/main" id="{7D9C79D7-50F8-EF66-02F2-E80B89A24D3C}"/>
                </a:ext>
              </a:extLst>
            </p:cNvPr>
            <p:cNvSpPr/>
            <p:nvPr/>
          </p:nvSpPr>
          <p:spPr>
            <a:xfrm>
              <a:off x="358925" y="1876250"/>
              <a:ext cx="2910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67" name="Google Shape;767;p45">
              <a:extLst>
                <a:ext uri="{FF2B5EF4-FFF2-40B4-BE49-F238E27FC236}">
                  <a16:creationId xmlns:a16="http://schemas.microsoft.com/office/drawing/2014/main" id="{F60A1DEA-BD60-3C95-E81F-BBA4C5D0E2D4}"/>
                </a:ext>
              </a:extLst>
            </p:cNvPr>
            <p:cNvSpPr/>
            <p:nvPr/>
          </p:nvSpPr>
          <p:spPr>
            <a:xfrm>
              <a:off x="757650" y="1867675"/>
              <a:ext cx="2910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68" name="Google Shape;768;p45">
              <a:extLst>
                <a:ext uri="{FF2B5EF4-FFF2-40B4-BE49-F238E27FC236}">
                  <a16:creationId xmlns:a16="http://schemas.microsoft.com/office/drawing/2014/main" id="{24E9226C-F714-AACA-B3D0-92E8F51B1D4D}"/>
                </a:ext>
              </a:extLst>
            </p:cNvPr>
            <p:cNvSpPr/>
            <p:nvPr/>
          </p:nvSpPr>
          <p:spPr>
            <a:xfrm>
              <a:off x="358925" y="2188475"/>
              <a:ext cx="2910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69" name="Google Shape;769;p45">
              <a:extLst>
                <a:ext uri="{FF2B5EF4-FFF2-40B4-BE49-F238E27FC236}">
                  <a16:creationId xmlns:a16="http://schemas.microsoft.com/office/drawing/2014/main" id="{15B3540C-7D69-D073-B52D-66ED6542EC6A}"/>
                </a:ext>
              </a:extLst>
            </p:cNvPr>
            <p:cNvSpPr/>
            <p:nvPr/>
          </p:nvSpPr>
          <p:spPr>
            <a:xfrm>
              <a:off x="358925" y="2515188"/>
              <a:ext cx="2910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70" name="Google Shape;770;p45">
              <a:extLst>
                <a:ext uri="{FF2B5EF4-FFF2-40B4-BE49-F238E27FC236}">
                  <a16:creationId xmlns:a16="http://schemas.microsoft.com/office/drawing/2014/main" id="{DF9C42E6-B042-CAD9-F71F-2F7AB928862C}"/>
                </a:ext>
              </a:extLst>
            </p:cNvPr>
            <p:cNvSpPr/>
            <p:nvPr/>
          </p:nvSpPr>
          <p:spPr>
            <a:xfrm>
              <a:off x="358925" y="2841925"/>
              <a:ext cx="2910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71" name="Google Shape;771;p45">
              <a:extLst>
                <a:ext uri="{FF2B5EF4-FFF2-40B4-BE49-F238E27FC236}">
                  <a16:creationId xmlns:a16="http://schemas.microsoft.com/office/drawing/2014/main" id="{B531122E-6A65-F3D2-0E27-FC17660DE0F5}"/>
                </a:ext>
              </a:extLst>
            </p:cNvPr>
            <p:cNvSpPr/>
            <p:nvPr/>
          </p:nvSpPr>
          <p:spPr>
            <a:xfrm>
              <a:off x="709062" y="2841925"/>
              <a:ext cx="2979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72" name="Google Shape;772;p45">
              <a:extLst>
                <a:ext uri="{FF2B5EF4-FFF2-40B4-BE49-F238E27FC236}">
                  <a16:creationId xmlns:a16="http://schemas.microsoft.com/office/drawing/2014/main" id="{8B770F35-5E31-8EE5-AAEF-2FF82C8F2202}"/>
                </a:ext>
              </a:extLst>
            </p:cNvPr>
            <p:cNvSpPr/>
            <p:nvPr/>
          </p:nvSpPr>
          <p:spPr>
            <a:xfrm>
              <a:off x="1059518" y="2841925"/>
              <a:ext cx="2328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73" name="Google Shape;773;p45">
              <a:extLst>
                <a:ext uri="{FF2B5EF4-FFF2-40B4-BE49-F238E27FC236}">
                  <a16:creationId xmlns:a16="http://schemas.microsoft.com/office/drawing/2014/main" id="{FE423526-61B6-1575-38C3-8F94AEE096F6}"/>
                </a:ext>
              </a:extLst>
            </p:cNvPr>
            <p:cNvSpPr/>
            <p:nvPr/>
          </p:nvSpPr>
          <p:spPr>
            <a:xfrm>
              <a:off x="358925" y="3152500"/>
              <a:ext cx="2685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74" name="Google Shape;774;p45">
              <a:extLst>
                <a:ext uri="{FF2B5EF4-FFF2-40B4-BE49-F238E27FC236}">
                  <a16:creationId xmlns:a16="http://schemas.microsoft.com/office/drawing/2014/main" id="{6BC7C917-82E4-9792-6C4C-9F1BC80DB284}"/>
                </a:ext>
              </a:extLst>
            </p:cNvPr>
            <p:cNvSpPr/>
            <p:nvPr/>
          </p:nvSpPr>
          <p:spPr>
            <a:xfrm>
              <a:off x="358925" y="3495350"/>
              <a:ext cx="2685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75" name="Google Shape;775;p45">
              <a:extLst>
                <a:ext uri="{FF2B5EF4-FFF2-40B4-BE49-F238E27FC236}">
                  <a16:creationId xmlns:a16="http://schemas.microsoft.com/office/drawing/2014/main" id="{060CAF51-D788-0292-99E9-76F5443BACD0}"/>
                </a:ext>
              </a:extLst>
            </p:cNvPr>
            <p:cNvSpPr/>
            <p:nvPr/>
          </p:nvSpPr>
          <p:spPr>
            <a:xfrm>
              <a:off x="358925" y="3804275"/>
              <a:ext cx="2685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76" name="Google Shape;776;p45">
              <a:extLst>
                <a:ext uri="{FF2B5EF4-FFF2-40B4-BE49-F238E27FC236}">
                  <a16:creationId xmlns:a16="http://schemas.microsoft.com/office/drawing/2014/main" id="{8044D3D1-4036-93DE-6921-EAD7F2303730}"/>
                </a:ext>
              </a:extLst>
            </p:cNvPr>
            <p:cNvSpPr/>
            <p:nvPr/>
          </p:nvSpPr>
          <p:spPr>
            <a:xfrm>
              <a:off x="358925" y="4113200"/>
              <a:ext cx="2685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77" name="Google Shape;777;p45">
              <a:extLst>
                <a:ext uri="{FF2B5EF4-FFF2-40B4-BE49-F238E27FC236}">
                  <a16:creationId xmlns:a16="http://schemas.microsoft.com/office/drawing/2014/main" id="{D1C56D45-7B27-D2BD-400F-30927F7FADF5}"/>
                </a:ext>
              </a:extLst>
            </p:cNvPr>
            <p:cNvSpPr/>
            <p:nvPr/>
          </p:nvSpPr>
          <p:spPr>
            <a:xfrm>
              <a:off x="709062" y="3152500"/>
              <a:ext cx="214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778" name="Google Shape;778;p45">
              <a:extLst>
                <a:ext uri="{FF2B5EF4-FFF2-40B4-BE49-F238E27FC236}">
                  <a16:creationId xmlns:a16="http://schemas.microsoft.com/office/drawing/2014/main" id="{7F02748F-6A38-B471-2B53-EF318E6E4CB1}"/>
                </a:ext>
              </a:extLst>
            </p:cNvPr>
            <p:cNvSpPr/>
            <p:nvPr/>
          </p:nvSpPr>
          <p:spPr>
            <a:xfrm>
              <a:off x="683525" y="3495350"/>
              <a:ext cx="2148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79" name="Google Shape;779;p45">
              <a:extLst>
                <a:ext uri="{FF2B5EF4-FFF2-40B4-BE49-F238E27FC236}">
                  <a16:creationId xmlns:a16="http://schemas.microsoft.com/office/drawing/2014/main" id="{814F3118-B6E2-EEF2-D5CB-B6C5EC31FA0E}"/>
                </a:ext>
              </a:extLst>
            </p:cNvPr>
            <p:cNvSpPr/>
            <p:nvPr/>
          </p:nvSpPr>
          <p:spPr>
            <a:xfrm>
              <a:off x="709062" y="3804275"/>
              <a:ext cx="2148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80" name="Google Shape;780;p45">
              <a:extLst>
                <a:ext uri="{FF2B5EF4-FFF2-40B4-BE49-F238E27FC236}">
                  <a16:creationId xmlns:a16="http://schemas.microsoft.com/office/drawing/2014/main" id="{1F4BF592-B88F-56C5-773A-FDECBAE3F1AF}"/>
                </a:ext>
              </a:extLst>
            </p:cNvPr>
            <p:cNvSpPr/>
            <p:nvPr/>
          </p:nvSpPr>
          <p:spPr>
            <a:xfrm>
              <a:off x="709062" y="4130163"/>
              <a:ext cx="214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81" name="Google Shape;781;p45">
              <a:extLst>
                <a:ext uri="{FF2B5EF4-FFF2-40B4-BE49-F238E27FC236}">
                  <a16:creationId xmlns:a16="http://schemas.microsoft.com/office/drawing/2014/main" id="{7B5FBD35-17B5-4636-443C-C2D33B51C0D9}"/>
                </a:ext>
              </a:extLst>
            </p:cNvPr>
            <p:cNvSpPr/>
            <p:nvPr/>
          </p:nvSpPr>
          <p:spPr>
            <a:xfrm>
              <a:off x="709062" y="4456050"/>
              <a:ext cx="2148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82" name="Google Shape;782;p45">
              <a:extLst>
                <a:ext uri="{FF2B5EF4-FFF2-40B4-BE49-F238E27FC236}">
                  <a16:creationId xmlns:a16="http://schemas.microsoft.com/office/drawing/2014/main" id="{AA32099A-4C79-DAB2-A800-F1B063F60274}"/>
                </a:ext>
              </a:extLst>
            </p:cNvPr>
            <p:cNvSpPr/>
            <p:nvPr/>
          </p:nvSpPr>
          <p:spPr>
            <a:xfrm>
              <a:off x="973809" y="3152500"/>
              <a:ext cx="4155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83" name="Google Shape;783;p45">
              <a:extLst>
                <a:ext uri="{FF2B5EF4-FFF2-40B4-BE49-F238E27FC236}">
                  <a16:creationId xmlns:a16="http://schemas.microsoft.com/office/drawing/2014/main" id="{5554803B-7301-CAE5-AD2C-E0F78AE874F3}"/>
                </a:ext>
              </a:extLst>
            </p:cNvPr>
            <p:cNvSpPr/>
            <p:nvPr/>
          </p:nvSpPr>
          <p:spPr>
            <a:xfrm>
              <a:off x="973809" y="3495350"/>
              <a:ext cx="5802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84" name="Google Shape;784;p45">
              <a:extLst>
                <a:ext uri="{FF2B5EF4-FFF2-40B4-BE49-F238E27FC236}">
                  <a16:creationId xmlns:a16="http://schemas.microsoft.com/office/drawing/2014/main" id="{D2EFCEE5-E5CD-E6C7-F50D-E45013179E90}"/>
                </a:ext>
              </a:extLst>
            </p:cNvPr>
            <p:cNvSpPr/>
            <p:nvPr/>
          </p:nvSpPr>
          <p:spPr>
            <a:xfrm>
              <a:off x="994246" y="3804275"/>
              <a:ext cx="6756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85" name="Google Shape;785;p45">
              <a:extLst>
                <a:ext uri="{FF2B5EF4-FFF2-40B4-BE49-F238E27FC236}">
                  <a16:creationId xmlns:a16="http://schemas.microsoft.com/office/drawing/2014/main" id="{57CE609E-D20F-1D54-C6D0-82290EF1B9A3}"/>
                </a:ext>
              </a:extLst>
            </p:cNvPr>
            <p:cNvSpPr/>
            <p:nvPr/>
          </p:nvSpPr>
          <p:spPr>
            <a:xfrm>
              <a:off x="994246" y="4148775"/>
              <a:ext cx="675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86" name="Google Shape;786;p45">
              <a:extLst>
                <a:ext uri="{FF2B5EF4-FFF2-40B4-BE49-F238E27FC236}">
                  <a16:creationId xmlns:a16="http://schemas.microsoft.com/office/drawing/2014/main" id="{50032AB6-C170-2BE6-6CA1-F194417086C5}"/>
                </a:ext>
              </a:extLst>
            </p:cNvPr>
            <p:cNvSpPr/>
            <p:nvPr/>
          </p:nvSpPr>
          <p:spPr>
            <a:xfrm>
              <a:off x="994246" y="4456050"/>
              <a:ext cx="675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87" name="Google Shape;787;p45">
              <a:extLst>
                <a:ext uri="{FF2B5EF4-FFF2-40B4-BE49-F238E27FC236}">
                  <a16:creationId xmlns:a16="http://schemas.microsoft.com/office/drawing/2014/main" id="{16AAF5DB-5217-16FE-D356-2043A63879D8}"/>
                </a:ext>
              </a:extLst>
            </p:cNvPr>
            <p:cNvSpPr/>
            <p:nvPr/>
          </p:nvSpPr>
          <p:spPr>
            <a:xfrm>
              <a:off x="1439171" y="3152500"/>
              <a:ext cx="3783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88" name="Google Shape;788;p45">
              <a:extLst>
                <a:ext uri="{FF2B5EF4-FFF2-40B4-BE49-F238E27FC236}">
                  <a16:creationId xmlns:a16="http://schemas.microsoft.com/office/drawing/2014/main" id="{169183C0-1114-0D0F-B355-2475323C681D}"/>
                </a:ext>
              </a:extLst>
            </p:cNvPr>
            <p:cNvSpPr/>
            <p:nvPr/>
          </p:nvSpPr>
          <p:spPr>
            <a:xfrm>
              <a:off x="1629567" y="3478388"/>
              <a:ext cx="3783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89" name="Google Shape;789;p45">
              <a:extLst>
                <a:ext uri="{FF2B5EF4-FFF2-40B4-BE49-F238E27FC236}">
                  <a16:creationId xmlns:a16="http://schemas.microsoft.com/office/drawing/2014/main" id="{FBE1DF8B-799E-A4D7-4D8D-83A4CA7BC8AC}"/>
                </a:ext>
              </a:extLst>
            </p:cNvPr>
            <p:cNvSpPr/>
            <p:nvPr/>
          </p:nvSpPr>
          <p:spPr>
            <a:xfrm>
              <a:off x="1740173" y="3804300"/>
              <a:ext cx="232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90" name="Google Shape;790;p45">
              <a:extLst>
                <a:ext uri="{FF2B5EF4-FFF2-40B4-BE49-F238E27FC236}">
                  <a16:creationId xmlns:a16="http://schemas.microsoft.com/office/drawing/2014/main" id="{773D59D9-B8EA-4700-3188-FF58DBD32078}"/>
                </a:ext>
              </a:extLst>
            </p:cNvPr>
            <p:cNvSpPr/>
            <p:nvPr/>
          </p:nvSpPr>
          <p:spPr>
            <a:xfrm>
              <a:off x="1740173" y="4456100"/>
              <a:ext cx="232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791" name="Google Shape;791;p45">
              <a:extLst>
                <a:ext uri="{FF2B5EF4-FFF2-40B4-BE49-F238E27FC236}">
                  <a16:creationId xmlns:a16="http://schemas.microsoft.com/office/drawing/2014/main" id="{D40EF31E-9090-C183-7EFA-45F02C4A70B1}"/>
                </a:ext>
              </a:extLst>
            </p:cNvPr>
            <p:cNvSpPr/>
            <p:nvPr/>
          </p:nvSpPr>
          <p:spPr>
            <a:xfrm>
              <a:off x="757650" y="2182588"/>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2" name="Google Shape;792;p45">
              <a:extLst>
                <a:ext uri="{FF2B5EF4-FFF2-40B4-BE49-F238E27FC236}">
                  <a16:creationId xmlns:a16="http://schemas.microsoft.com/office/drawing/2014/main" id="{9FF65D7C-48B4-1FA2-FF43-E8A27C9A24A8}"/>
                </a:ext>
              </a:extLst>
            </p:cNvPr>
            <p:cNvSpPr/>
            <p:nvPr/>
          </p:nvSpPr>
          <p:spPr>
            <a:xfrm>
              <a:off x="757650" y="2512250"/>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3" name="Google Shape;793;p45">
              <a:extLst>
                <a:ext uri="{FF2B5EF4-FFF2-40B4-BE49-F238E27FC236}">
                  <a16:creationId xmlns:a16="http://schemas.microsoft.com/office/drawing/2014/main" id="{920EF7A6-B6EA-E615-BC7C-3D8AAFF37005}"/>
                </a:ext>
              </a:extLst>
            </p:cNvPr>
            <p:cNvSpPr/>
            <p:nvPr/>
          </p:nvSpPr>
          <p:spPr>
            <a:xfrm>
              <a:off x="1445575" y="2509300"/>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4" name="Google Shape;794;p45">
              <a:extLst>
                <a:ext uri="{FF2B5EF4-FFF2-40B4-BE49-F238E27FC236}">
                  <a16:creationId xmlns:a16="http://schemas.microsoft.com/office/drawing/2014/main" id="{9212F16F-96DC-B851-8113-32DF5C66A2FE}"/>
                </a:ext>
              </a:extLst>
            </p:cNvPr>
            <p:cNvSpPr/>
            <p:nvPr/>
          </p:nvSpPr>
          <p:spPr>
            <a:xfrm>
              <a:off x="1344900" y="2841925"/>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5" name="Google Shape;795;p45">
              <a:extLst>
                <a:ext uri="{FF2B5EF4-FFF2-40B4-BE49-F238E27FC236}">
                  <a16:creationId xmlns:a16="http://schemas.microsoft.com/office/drawing/2014/main" id="{FB18938F-B82D-7F3F-F062-0E5A136E3322}"/>
                </a:ext>
              </a:extLst>
            </p:cNvPr>
            <p:cNvSpPr/>
            <p:nvPr/>
          </p:nvSpPr>
          <p:spPr>
            <a:xfrm>
              <a:off x="1740250" y="4148775"/>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6" name="Google Shape;796;p45">
              <a:extLst>
                <a:ext uri="{FF2B5EF4-FFF2-40B4-BE49-F238E27FC236}">
                  <a16:creationId xmlns:a16="http://schemas.microsoft.com/office/drawing/2014/main" id="{9E44F87B-D92C-EDB4-9BF6-09D149D7E359}"/>
                </a:ext>
              </a:extLst>
            </p:cNvPr>
            <p:cNvSpPr/>
            <p:nvPr/>
          </p:nvSpPr>
          <p:spPr>
            <a:xfrm>
              <a:off x="2043300" y="4456050"/>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grpSp>
      <p:sp>
        <p:nvSpPr>
          <p:cNvPr id="797" name="Google Shape;797;p45">
            <a:extLst>
              <a:ext uri="{FF2B5EF4-FFF2-40B4-BE49-F238E27FC236}">
                <a16:creationId xmlns:a16="http://schemas.microsoft.com/office/drawing/2014/main" id="{521BBB42-F96C-69A5-73FB-4A7D774E5FFC}"/>
              </a:ext>
            </a:extLst>
          </p:cNvPr>
          <p:cNvSpPr txBox="1"/>
          <p:nvPr/>
        </p:nvSpPr>
        <p:spPr>
          <a:xfrm>
            <a:off x="10685167" y="5393200"/>
            <a:ext cx="692400" cy="1055600"/>
          </a:xfrm>
          <a:prstGeom prst="rect">
            <a:avLst/>
          </a:prstGeom>
          <a:noFill/>
          <a:ln>
            <a:noFill/>
          </a:ln>
        </p:spPr>
        <p:txBody>
          <a:bodyPr spcFirstLastPara="1" wrap="square" lIns="121900" tIns="121900" rIns="121900" bIns="121900" anchor="t" anchorCtr="0">
            <a:noAutofit/>
          </a:bodyPr>
          <a:lstStyle/>
          <a:p>
            <a:r>
              <a:rPr lang="en" sz="12800">
                <a:solidFill>
                  <a:schemeClr val="accent1"/>
                </a:solidFill>
                <a:latin typeface="Comfortaa"/>
                <a:ea typeface="Comfortaa"/>
                <a:cs typeface="Comfortaa"/>
                <a:sym typeface="Comfortaa"/>
              </a:rPr>
              <a:t>*</a:t>
            </a:r>
            <a:endParaRPr sz="12800">
              <a:solidFill>
                <a:schemeClr val="accent1"/>
              </a:solidFill>
              <a:latin typeface="Comfortaa"/>
              <a:ea typeface="Comfortaa"/>
              <a:cs typeface="Comfortaa"/>
              <a:sym typeface="Comfortaa"/>
            </a:endParaRPr>
          </a:p>
        </p:txBody>
      </p:sp>
      <p:pic>
        <p:nvPicPr>
          <p:cNvPr id="4" name="Picture 3">
            <a:extLst>
              <a:ext uri="{FF2B5EF4-FFF2-40B4-BE49-F238E27FC236}">
                <a16:creationId xmlns:a16="http://schemas.microsoft.com/office/drawing/2014/main" id="{9BB4A83E-8D4B-49C3-88F8-E826771131C3}"/>
              </a:ext>
            </a:extLst>
          </p:cNvPr>
          <p:cNvPicPr>
            <a:picLocks noChangeAspect="1"/>
          </p:cNvPicPr>
          <p:nvPr/>
        </p:nvPicPr>
        <p:blipFill>
          <a:blip r:embed="rId3"/>
          <a:stretch>
            <a:fillRect/>
          </a:stretch>
        </p:blipFill>
        <p:spPr>
          <a:xfrm>
            <a:off x="3565205" y="2611964"/>
            <a:ext cx="8468907" cy="3258005"/>
          </a:xfrm>
          <a:prstGeom prst="rect">
            <a:avLst/>
          </a:prstGeom>
        </p:spPr>
      </p:pic>
    </p:spTree>
    <p:extLst>
      <p:ext uri="{BB962C8B-B14F-4D97-AF65-F5344CB8AC3E}">
        <p14:creationId xmlns:p14="http://schemas.microsoft.com/office/powerpoint/2010/main" val="3608018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62">
          <a:extLst>
            <a:ext uri="{FF2B5EF4-FFF2-40B4-BE49-F238E27FC236}">
              <a16:creationId xmlns:a16="http://schemas.microsoft.com/office/drawing/2014/main" id="{796040CD-2C4D-075F-32BA-8EE3E370C4F2}"/>
            </a:ext>
          </a:extLst>
        </p:cNvPr>
        <p:cNvGrpSpPr/>
        <p:nvPr/>
      </p:nvGrpSpPr>
      <p:grpSpPr>
        <a:xfrm>
          <a:off x="0" y="0"/>
          <a:ext cx="0" cy="0"/>
          <a:chOff x="0" y="0"/>
          <a:chExt cx="0" cy="0"/>
        </a:xfrm>
      </p:grpSpPr>
      <p:sp>
        <p:nvSpPr>
          <p:cNvPr id="763" name="Google Shape;763;p45">
            <a:extLst>
              <a:ext uri="{FF2B5EF4-FFF2-40B4-BE49-F238E27FC236}">
                <a16:creationId xmlns:a16="http://schemas.microsoft.com/office/drawing/2014/main" id="{A22FDDA4-C478-8BFB-7A1E-682F6DC89241}"/>
              </a:ext>
            </a:extLst>
          </p:cNvPr>
          <p:cNvSpPr txBox="1">
            <a:spLocks noGrp="1"/>
          </p:cNvSpPr>
          <p:nvPr>
            <p:ph type="title"/>
          </p:nvPr>
        </p:nvSpPr>
        <p:spPr>
          <a:xfrm>
            <a:off x="960000" y="593367"/>
            <a:ext cx="10281200" cy="763600"/>
          </a:xfrm>
          <a:prstGeom prst="rect">
            <a:avLst/>
          </a:prstGeom>
        </p:spPr>
        <p:txBody>
          <a:bodyPr spcFirstLastPara="1" wrap="square" lIns="121900" tIns="121900" rIns="121900" bIns="121900" anchor="t" anchorCtr="0">
            <a:noAutofit/>
          </a:bodyPr>
          <a:lstStyle/>
          <a:p>
            <a:r>
              <a:rPr lang="en" dirty="0"/>
              <a:t>Practical </a:t>
            </a:r>
            <a:r>
              <a:rPr lang="en" dirty="0">
                <a:solidFill>
                  <a:schemeClr val="accent4"/>
                </a:solidFill>
              </a:rPr>
              <a:t>exercise </a:t>
            </a:r>
            <a:r>
              <a:rPr lang="en" dirty="0">
                <a:solidFill>
                  <a:schemeClr val="lt2"/>
                </a:solidFill>
              </a:rPr>
              <a:t>07</a:t>
            </a:r>
            <a:endParaRPr dirty="0">
              <a:solidFill>
                <a:schemeClr val="lt2"/>
              </a:solidFill>
            </a:endParaRPr>
          </a:p>
        </p:txBody>
      </p:sp>
      <p:sp>
        <p:nvSpPr>
          <p:cNvPr id="764" name="Google Shape;764;p45">
            <a:extLst>
              <a:ext uri="{FF2B5EF4-FFF2-40B4-BE49-F238E27FC236}">
                <a16:creationId xmlns:a16="http://schemas.microsoft.com/office/drawing/2014/main" id="{CA6E4449-8FC5-B2C2-A640-601D34470022}"/>
              </a:ext>
            </a:extLst>
          </p:cNvPr>
          <p:cNvSpPr txBox="1">
            <a:spLocks noGrp="1"/>
          </p:cNvSpPr>
          <p:nvPr>
            <p:ph type="subTitle" idx="1"/>
          </p:nvPr>
        </p:nvSpPr>
        <p:spPr>
          <a:xfrm>
            <a:off x="4620400" y="2038286"/>
            <a:ext cx="6620800" cy="4100000"/>
          </a:xfrm>
          <a:prstGeom prst="rect">
            <a:avLst/>
          </a:prstGeom>
        </p:spPr>
        <p:txBody>
          <a:bodyPr spcFirstLastPara="1" wrap="square" lIns="121900" tIns="121900" rIns="121900" bIns="121900" anchor="t" anchorCtr="0">
            <a:noAutofit/>
          </a:bodyPr>
          <a:lstStyle/>
          <a:p>
            <a:pPr marL="0" indent="0">
              <a:buNone/>
            </a:pPr>
            <a:r>
              <a:rPr lang="en-US" dirty="0"/>
              <a:t>Lab Task 7 – Exception Handling</a:t>
            </a:r>
            <a:endParaRPr dirty="0"/>
          </a:p>
          <a:p>
            <a:pPr marL="0" indent="0">
              <a:buNone/>
            </a:pPr>
            <a:endParaRPr dirty="0"/>
          </a:p>
        </p:txBody>
      </p:sp>
      <p:grpSp>
        <p:nvGrpSpPr>
          <p:cNvPr id="765" name="Google Shape;765;p45">
            <a:extLst>
              <a:ext uri="{FF2B5EF4-FFF2-40B4-BE49-F238E27FC236}">
                <a16:creationId xmlns:a16="http://schemas.microsoft.com/office/drawing/2014/main" id="{E08DF066-105F-D918-4723-EA53CFD502F1}"/>
              </a:ext>
            </a:extLst>
          </p:cNvPr>
          <p:cNvGrpSpPr/>
          <p:nvPr/>
        </p:nvGrpSpPr>
        <p:grpSpPr>
          <a:xfrm>
            <a:off x="723063" y="2065885"/>
            <a:ext cx="3188413" cy="4072747"/>
            <a:chOff x="358925" y="1867675"/>
            <a:chExt cx="2142175" cy="2736325"/>
          </a:xfrm>
        </p:grpSpPr>
        <p:sp>
          <p:nvSpPr>
            <p:cNvPr id="766" name="Google Shape;766;p45">
              <a:extLst>
                <a:ext uri="{FF2B5EF4-FFF2-40B4-BE49-F238E27FC236}">
                  <a16:creationId xmlns:a16="http://schemas.microsoft.com/office/drawing/2014/main" id="{DECA4B25-079A-0FCE-BC8C-58B06CAEE8CB}"/>
                </a:ext>
              </a:extLst>
            </p:cNvPr>
            <p:cNvSpPr/>
            <p:nvPr/>
          </p:nvSpPr>
          <p:spPr>
            <a:xfrm>
              <a:off x="358925" y="1876250"/>
              <a:ext cx="2910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67" name="Google Shape;767;p45">
              <a:extLst>
                <a:ext uri="{FF2B5EF4-FFF2-40B4-BE49-F238E27FC236}">
                  <a16:creationId xmlns:a16="http://schemas.microsoft.com/office/drawing/2014/main" id="{5E2329B7-0F48-78B2-8834-C265D079AEE7}"/>
                </a:ext>
              </a:extLst>
            </p:cNvPr>
            <p:cNvSpPr/>
            <p:nvPr/>
          </p:nvSpPr>
          <p:spPr>
            <a:xfrm>
              <a:off x="757650" y="1867675"/>
              <a:ext cx="2910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68" name="Google Shape;768;p45">
              <a:extLst>
                <a:ext uri="{FF2B5EF4-FFF2-40B4-BE49-F238E27FC236}">
                  <a16:creationId xmlns:a16="http://schemas.microsoft.com/office/drawing/2014/main" id="{127D1EFD-AF27-5D76-F2AB-4BEF374D2FAE}"/>
                </a:ext>
              </a:extLst>
            </p:cNvPr>
            <p:cNvSpPr/>
            <p:nvPr/>
          </p:nvSpPr>
          <p:spPr>
            <a:xfrm>
              <a:off x="358925" y="2188475"/>
              <a:ext cx="2910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69" name="Google Shape;769;p45">
              <a:extLst>
                <a:ext uri="{FF2B5EF4-FFF2-40B4-BE49-F238E27FC236}">
                  <a16:creationId xmlns:a16="http://schemas.microsoft.com/office/drawing/2014/main" id="{4585DAC1-41B0-1D27-1F02-95829A21AC76}"/>
                </a:ext>
              </a:extLst>
            </p:cNvPr>
            <p:cNvSpPr/>
            <p:nvPr/>
          </p:nvSpPr>
          <p:spPr>
            <a:xfrm>
              <a:off x="358925" y="2515188"/>
              <a:ext cx="2910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70" name="Google Shape;770;p45">
              <a:extLst>
                <a:ext uri="{FF2B5EF4-FFF2-40B4-BE49-F238E27FC236}">
                  <a16:creationId xmlns:a16="http://schemas.microsoft.com/office/drawing/2014/main" id="{81DF2C09-17C8-19AA-CB59-416EE6DC543A}"/>
                </a:ext>
              </a:extLst>
            </p:cNvPr>
            <p:cNvSpPr/>
            <p:nvPr/>
          </p:nvSpPr>
          <p:spPr>
            <a:xfrm>
              <a:off x="358925" y="2841925"/>
              <a:ext cx="2910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71" name="Google Shape;771;p45">
              <a:extLst>
                <a:ext uri="{FF2B5EF4-FFF2-40B4-BE49-F238E27FC236}">
                  <a16:creationId xmlns:a16="http://schemas.microsoft.com/office/drawing/2014/main" id="{B1F903D8-33C3-4F72-EFD0-FEEA922657C0}"/>
                </a:ext>
              </a:extLst>
            </p:cNvPr>
            <p:cNvSpPr/>
            <p:nvPr/>
          </p:nvSpPr>
          <p:spPr>
            <a:xfrm>
              <a:off x="709062" y="2841925"/>
              <a:ext cx="2979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72" name="Google Shape;772;p45">
              <a:extLst>
                <a:ext uri="{FF2B5EF4-FFF2-40B4-BE49-F238E27FC236}">
                  <a16:creationId xmlns:a16="http://schemas.microsoft.com/office/drawing/2014/main" id="{AACDBAE9-55E8-9A14-521A-03DE06DCC06B}"/>
                </a:ext>
              </a:extLst>
            </p:cNvPr>
            <p:cNvSpPr/>
            <p:nvPr/>
          </p:nvSpPr>
          <p:spPr>
            <a:xfrm>
              <a:off x="1059518" y="2841925"/>
              <a:ext cx="2328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73" name="Google Shape;773;p45">
              <a:extLst>
                <a:ext uri="{FF2B5EF4-FFF2-40B4-BE49-F238E27FC236}">
                  <a16:creationId xmlns:a16="http://schemas.microsoft.com/office/drawing/2014/main" id="{6C78B1FE-E7AB-DCB2-9D18-847B572860D5}"/>
                </a:ext>
              </a:extLst>
            </p:cNvPr>
            <p:cNvSpPr/>
            <p:nvPr/>
          </p:nvSpPr>
          <p:spPr>
            <a:xfrm>
              <a:off x="358925" y="3152500"/>
              <a:ext cx="2685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74" name="Google Shape;774;p45">
              <a:extLst>
                <a:ext uri="{FF2B5EF4-FFF2-40B4-BE49-F238E27FC236}">
                  <a16:creationId xmlns:a16="http://schemas.microsoft.com/office/drawing/2014/main" id="{6B4341FA-8AA8-477B-8D6E-E456893FA5C1}"/>
                </a:ext>
              </a:extLst>
            </p:cNvPr>
            <p:cNvSpPr/>
            <p:nvPr/>
          </p:nvSpPr>
          <p:spPr>
            <a:xfrm>
              <a:off x="358925" y="3495350"/>
              <a:ext cx="2685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75" name="Google Shape;775;p45">
              <a:extLst>
                <a:ext uri="{FF2B5EF4-FFF2-40B4-BE49-F238E27FC236}">
                  <a16:creationId xmlns:a16="http://schemas.microsoft.com/office/drawing/2014/main" id="{48A67170-8979-8473-A0CE-CD9217AF772A}"/>
                </a:ext>
              </a:extLst>
            </p:cNvPr>
            <p:cNvSpPr/>
            <p:nvPr/>
          </p:nvSpPr>
          <p:spPr>
            <a:xfrm>
              <a:off x="358925" y="3804275"/>
              <a:ext cx="2685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76" name="Google Shape;776;p45">
              <a:extLst>
                <a:ext uri="{FF2B5EF4-FFF2-40B4-BE49-F238E27FC236}">
                  <a16:creationId xmlns:a16="http://schemas.microsoft.com/office/drawing/2014/main" id="{EBB80FAB-53BD-3EBF-E120-8EDCF8CC47C3}"/>
                </a:ext>
              </a:extLst>
            </p:cNvPr>
            <p:cNvSpPr/>
            <p:nvPr/>
          </p:nvSpPr>
          <p:spPr>
            <a:xfrm>
              <a:off x="358925" y="4113200"/>
              <a:ext cx="2685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77" name="Google Shape;777;p45">
              <a:extLst>
                <a:ext uri="{FF2B5EF4-FFF2-40B4-BE49-F238E27FC236}">
                  <a16:creationId xmlns:a16="http://schemas.microsoft.com/office/drawing/2014/main" id="{850DC785-8570-F48F-F2D3-B652E09AECC5}"/>
                </a:ext>
              </a:extLst>
            </p:cNvPr>
            <p:cNvSpPr/>
            <p:nvPr/>
          </p:nvSpPr>
          <p:spPr>
            <a:xfrm>
              <a:off x="709062" y="3152500"/>
              <a:ext cx="214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778" name="Google Shape;778;p45">
              <a:extLst>
                <a:ext uri="{FF2B5EF4-FFF2-40B4-BE49-F238E27FC236}">
                  <a16:creationId xmlns:a16="http://schemas.microsoft.com/office/drawing/2014/main" id="{E5AAB559-D615-6037-9510-E29EB2B35D56}"/>
                </a:ext>
              </a:extLst>
            </p:cNvPr>
            <p:cNvSpPr/>
            <p:nvPr/>
          </p:nvSpPr>
          <p:spPr>
            <a:xfrm>
              <a:off x="683525" y="3495350"/>
              <a:ext cx="2148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79" name="Google Shape;779;p45">
              <a:extLst>
                <a:ext uri="{FF2B5EF4-FFF2-40B4-BE49-F238E27FC236}">
                  <a16:creationId xmlns:a16="http://schemas.microsoft.com/office/drawing/2014/main" id="{6EAEF5A7-F0FE-70AE-AA0A-44723A46A52C}"/>
                </a:ext>
              </a:extLst>
            </p:cNvPr>
            <p:cNvSpPr/>
            <p:nvPr/>
          </p:nvSpPr>
          <p:spPr>
            <a:xfrm>
              <a:off x="709062" y="3804275"/>
              <a:ext cx="2148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80" name="Google Shape;780;p45">
              <a:extLst>
                <a:ext uri="{FF2B5EF4-FFF2-40B4-BE49-F238E27FC236}">
                  <a16:creationId xmlns:a16="http://schemas.microsoft.com/office/drawing/2014/main" id="{16186239-0086-6E63-5FEE-B252863DFCE9}"/>
                </a:ext>
              </a:extLst>
            </p:cNvPr>
            <p:cNvSpPr/>
            <p:nvPr/>
          </p:nvSpPr>
          <p:spPr>
            <a:xfrm>
              <a:off x="709062" y="4130163"/>
              <a:ext cx="214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81" name="Google Shape;781;p45">
              <a:extLst>
                <a:ext uri="{FF2B5EF4-FFF2-40B4-BE49-F238E27FC236}">
                  <a16:creationId xmlns:a16="http://schemas.microsoft.com/office/drawing/2014/main" id="{3E1F4D65-AEC9-048B-EE21-6EDE0C63EF62}"/>
                </a:ext>
              </a:extLst>
            </p:cNvPr>
            <p:cNvSpPr/>
            <p:nvPr/>
          </p:nvSpPr>
          <p:spPr>
            <a:xfrm>
              <a:off x="709062" y="4456050"/>
              <a:ext cx="2148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82" name="Google Shape;782;p45">
              <a:extLst>
                <a:ext uri="{FF2B5EF4-FFF2-40B4-BE49-F238E27FC236}">
                  <a16:creationId xmlns:a16="http://schemas.microsoft.com/office/drawing/2014/main" id="{35883487-0DBD-42ED-F4CA-C1273574423A}"/>
                </a:ext>
              </a:extLst>
            </p:cNvPr>
            <p:cNvSpPr/>
            <p:nvPr/>
          </p:nvSpPr>
          <p:spPr>
            <a:xfrm>
              <a:off x="973809" y="3152500"/>
              <a:ext cx="4155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83" name="Google Shape;783;p45">
              <a:extLst>
                <a:ext uri="{FF2B5EF4-FFF2-40B4-BE49-F238E27FC236}">
                  <a16:creationId xmlns:a16="http://schemas.microsoft.com/office/drawing/2014/main" id="{796511CD-B40B-1782-3677-028341E3025B}"/>
                </a:ext>
              </a:extLst>
            </p:cNvPr>
            <p:cNvSpPr/>
            <p:nvPr/>
          </p:nvSpPr>
          <p:spPr>
            <a:xfrm>
              <a:off x="973809" y="3495350"/>
              <a:ext cx="5802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84" name="Google Shape;784;p45">
              <a:extLst>
                <a:ext uri="{FF2B5EF4-FFF2-40B4-BE49-F238E27FC236}">
                  <a16:creationId xmlns:a16="http://schemas.microsoft.com/office/drawing/2014/main" id="{5C7768DA-1890-40C6-8C10-E82D267F249C}"/>
                </a:ext>
              </a:extLst>
            </p:cNvPr>
            <p:cNvSpPr/>
            <p:nvPr/>
          </p:nvSpPr>
          <p:spPr>
            <a:xfrm>
              <a:off x="994246" y="3804275"/>
              <a:ext cx="6756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85" name="Google Shape;785;p45">
              <a:extLst>
                <a:ext uri="{FF2B5EF4-FFF2-40B4-BE49-F238E27FC236}">
                  <a16:creationId xmlns:a16="http://schemas.microsoft.com/office/drawing/2014/main" id="{A619F344-385D-24D9-F9AE-933E7CD61A83}"/>
                </a:ext>
              </a:extLst>
            </p:cNvPr>
            <p:cNvSpPr/>
            <p:nvPr/>
          </p:nvSpPr>
          <p:spPr>
            <a:xfrm>
              <a:off x="994246" y="4148775"/>
              <a:ext cx="675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86" name="Google Shape;786;p45">
              <a:extLst>
                <a:ext uri="{FF2B5EF4-FFF2-40B4-BE49-F238E27FC236}">
                  <a16:creationId xmlns:a16="http://schemas.microsoft.com/office/drawing/2014/main" id="{740A25A4-39B9-D5CC-82D1-08C3A7744B44}"/>
                </a:ext>
              </a:extLst>
            </p:cNvPr>
            <p:cNvSpPr/>
            <p:nvPr/>
          </p:nvSpPr>
          <p:spPr>
            <a:xfrm>
              <a:off x="994246" y="4456050"/>
              <a:ext cx="675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87" name="Google Shape;787;p45">
              <a:extLst>
                <a:ext uri="{FF2B5EF4-FFF2-40B4-BE49-F238E27FC236}">
                  <a16:creationId xmlns:a16="http://schemas.microsoft.com/office/drawing/2014/main" id="{5DAAA790-F461-48F9-355E-4305EED46F45}"/>
                </a:ext>
              </a:extLst>
            </p:cNvPr>
            <p:cNvSpPr/>
            <p:nvPr/>
          </p:nvSpPr>
          <p:spPr>
            <a:xfrm>
              <a:off x="1439171" y="3152500"/>
              <a:ext cx="3783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88" name="Google Shape;788;p45">
              <a:extLst>
                <a:ext uri="{FF2B5EF4-FFF2-40B4-BE49-F238E27FC236}">
                  <a16:creationId xmlns:a16="http://schemas.microsoft.com/office/drawing/2014/main" id="{34BA98CE-14FB-3DF8-A234-C8CFA05695AB}"/>
                </a:ext>
              </a:extLst>
            </p:cNvPr>
            <p:cNvSpPr/>
            <p:nvPr/>
          </p:nvSpPr>
          <p:spPr>
            <a:xfrm>
              <a:off x="1629567" y="3478388"/>
              <a:ext cx="3783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89" name="Google Shape;789;p45">
              <a:extLst>
                <a:ext uri="{FF2B5EF4-FFF2-40B4-BE49-F238E27FC236}">
                  <a16:creationId xmlns:a16="http://schemas.microsoft.com/office/drawing/2014/main" id="{30430439-09BD-FE66-6870-443BE5E1A729}"/>
                </a:ext>
              </a:extLst>
            </p:cNvPr>
            <p:cNvSpPr/>
            <p:nvPr/>
          </p:nvSpPr>
          <p:spPr>
            <a:xfrm>
              <a:off x="1740173" y="3804300"/>
              <a:ext cx="232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90" name="Google Shape;790;p45">
              <a:extLst>
                <a:ext uri="{FF2B5EF4-FFF2-40B4-BE49-F238E27FC236}">
                  <a16:creationId xmlns:a16="http://schemas.microsoft.com/office/drawing/2014/main" id="{F59881E1-2DE3-9B1C-81FB-2CA60AD16200}"/>
                </a:ext>
              </a:extLst>
            </p:cNvPr>
            <p:cNvSpPr/>
            <p:nvPr/>
          </p:nvSpPr>
          <p:spPr>
            <a:xfrm>
              <a:off x="1740173" y="4456100"/>
              <a:ext cx="232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791" name="Google Shape;791;p45">
              <a:extLst>
                <a:ext uri="{FF2B5EF4-FFF2-40B4-BE49-F238E27FC236}">
                  <a16:creationId xmlns:a16="http://schemas.microsoft.com/office/drawing/2014/main" id="{D4781FD3-5409-492A-FA8D-52FB7B01E975}"/>
                </a:ext>
              </a:extLst>
            </p:cNvPr>
            <p:cNvSpPr/>
            <p:nvPr/>
          </p:nvSpPr>
          <p:spPr>
            <a:xfrm>
              <a:off x="757650" y="2182588"/>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2" name="Google Shape;792;p45">
              <a:extLst>
                <a:ext uri="{FF2B5EF4-FFF2-40B4-BE49-F238E27FC236}">
                  <a16:creationId xmlns:a16="http://schemas.microsoft.com/office/drawing/2014/main" id="{DC3411B1-1C94-A5F0-C7CE-9B7A49177ADB}"/>
                </a:ext>
              </a:extLst>
            </p:cNvPr>
            <p:cNvSpPr/>
            <p:nvPr/>
          </p:nvSpPr>
          <p:spPr>
            <a:xfrm>
              <a:off x="757650" y="2512250"/>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3" name="Google Shape;793;p45">
              <a:extLst>
                <a:ext uri="{FF2B5EF4-FFF2-40B4-BE49-F238E27FC236}">
                  <a16:creationId xmlns:a16="http://schemas.microsoft.com/office/drawing/2014/main" id="{79EB1DCE-B4C3-BC7C-6CE0-56BD6CDACAD8}"/>
                </a:ext>
              </a:extLst>
            </p:cNvPr>
            <p:cNvSpPr/>
            <p:nvPr/>
          </p:nvSpPr>
          <p:spPr>
            <a:xfrm>
              <a:off x="1445575" y="2509300"/>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4" name="Google Shape;794;p45">
              <a:extLst>
                <a:ext uri="{FF2B5EF4-FFF2-40B4-BE49-F238E27FC236}">
                  <a16:creationId xmlns:a16="http://schemas.microsoft.com/office/drawing/2014/main" id="{BC9D501D-CDA3-C2BE-C9AB-B3CFAB77B8C3}"/>
                </a:ext>
              </a:extLst>
            </p:cNvPr>
            <p:cNvSpPr/>
            <p:nvPr/>
          </p:nvSpPr>
          <p:spPr>
            <a:xfrm>
              <a:off x="1344900" y="2841925"/>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5" name="Google Shape;795;p45">
              <a:extLst>
                <a:ext uri="{FF2B5EF4-FFF2-40B4-BE49-F238E27FC236}">
                  <a16:creationId xmlns:a16="http://schemas.microsoft.com/office/drawing/2014/main" id="{8CBB35E4-C041-82A9-F07D-836E37410DA9}"/>
                </a:ext>
              </a:extLst>
            </p:cNvPr>
            <p:cNvSpPr/>
            <p:nvPr/>
          </p:nvSpPr>
          <p:spPr>
            <a:xfrm>
              <a:off x="1740250" y="4148775"/>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6" name="Google Shape;796;p45">
              <a:extLst>
                <a:ext uri="{FF2B5EF4-FFF2-40B4-BE49-F238E27FC236}">
                  <a16:creationId xmlns:a16="http://schemas.microsoft.com/office/drawing/2014/main" id="{A75ED3BD-7843-14D2-1386-CA2341EBAC46}"/>
                </a:ext>
              </a:extLst>
            </p:cNvPr>
            <p:cNvSpPr/>
            <p:nvPr/>
          </p:nvSpPr>
          <p:spPr>
            <a:xfrm>
              <a:off x="2043300" y="4456050"/>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grpSp>
      <p:sp>
        <p:nvSpPr>
          <p:cNvPr id="797" name="Google Shape;797;p45">
            <a:extLst>
              <a:ext uri="{FF2B5EF4-FFF2-40B4-BE49-F238E27FC236}">
                <a16:creationId xmlns:a16="http://schemas.microsoft.com/office/drawing/2014/main" id="{10AA4111-DA5E-422E-C149-081961136653}"/>
              </a:ext>
            </a:extLst>
          </p:cNvPr>
          <p:cNvSpPr txBox="1"/>
          <p:nvPr/>
        </p:nvSpPr>
        <p:spPr>
          <a:xfrm>
            <a:off x="10685167" y="5393200"/>
            <a:ext cx="692400" cy="1055600"/>
          </a:xfrm>
          <a:prstGeom prst="rect">
            <a:avLst/>
          </a:prstGeom>
          <a:noFill/>
          <a:ln>
            <a:noFill/>
          </a:ln>
        </p:spPr>
        <p:txBody>
          <a:bodyPr spcFirstLastPara="1" wrap="square" lIns="121900" tIns="121900" rIns="121900" bIns="121900" anchor="t" anchorCtr="0">
            <a:noAutofit/>
          </a:bodyPr>
          <a:lstStyle/>
          <a:p>
            <a:r>
              <a:rPr lang="en" sz="12800">
                <a:solidFill>
                  <a:schemeClr val="accent1"/>
                </a:solidFill>
                <a:latin typeface="Comfortaa"/>
                <a:ea typeface="Comfortaa"/>
                <a:cs typeface="Comfortaa"/>
                <a:sym typeface="Comfortaa"/>
              </a:rPr>
              <a:t>*</a:t>
            </a:r>
            <a:endParaRPr sz="12800">
              <a:solidFill>
                <a:schemeClr val="accent1"/>
              </a:solidFill>
              <a:latin typeface="Comfortaa"/>
              <a:ea typeface="Comfortaa"/>
              <a:cs typeface="Comfortaa"/>
              <a:sym typeface="Comfortaa"/>
            </a:endParaRPr>
          </a:p>
        </p:txBody>
      </p:sp>
      <p:pic>
        <p:nvPicPr>
          <p:cNvPr id="3" name="Picture 2">
            <a:extLst>
              <a:ext uri="{FF2B5EF4-FFF2-40B4-BE49-F238E27FC236}">
                <a16:creationId xmlns:a16="http://schemas.microsoft.com/office/drawing/2014/main" id="{9911667F-BA8B-8218-848B-CB55AB1AF66D}"/>
              </a:ext>
            </a:extLst>
          </p:cNvPr>
          <p:cNvPicPr>
            <a:picLocks noChangeAspect="1"/>
          </p:cNvPicPr>
          <p:nvPr/>
        </p:nvPicPr>
        <p:blipFill>
          <a:blip r:embed="rId3"/>
          <a:stretch>
            <a:fillRect/>
          </a:stretch>
        </p:blipFill>
        <p:spPr>
          <a:xfrm>
            <a:off x="3565205" y="2507724"/>
            <a:ext cx="8069280" cy="3381257"/>
          </a:xfrm>
          <a:prstGeom prst="rect">
            <a:avLst/>
          </a:prstGeom>
        </p:spPr>
      </p:pic>
    </p:spTree>
    <p:extLst>
      <p:ext uri="{BB962C8B-B14F-4D97-AF65-F5344CB8AC3E}">
        <p14:creationId xmlns:p14="http://schemas.microsoft.com/office/powerpoint/2010/main" val="23071125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62">
          <a:extLst>
            <a:ext uri="{FF2B5EF4-FFF2-40B4-BE49-F238E27FC236}">
              <a16:creationId xmlns:a16="http://schemas.microsoft.com/office/drawing/2014/main" id="{90979341-AE89-E22B-0D1F-1301D1300F62}"/>
            </a:ext>
          </a:extLst>
        </p:cNvPr>
        <p:cNvGrpSpPr/>
        <p:nvPr/>
      </p:nvGrpSpPr>
      <p:grpSpPr>
        <a:xfrm>
          <a:off x="0" y="0"/>
          <a:ext cx="0" cy="0"/>
          <a:chOff x="0" y="0"/>
          <a:chExt cx="0" cy="0"/>
        </a:xfrm>
      </p:grpSpPr>
      <p:sp>
        <p:nvSpPr>
          <p:cNvPr id="763" name="Google Shape;763;p45">
            <a:extLst>
              <a:ext uri="{FF2B5EF4-FFF2-40B4-BE49-F238E27FC236}">
                <a16:creationId xmlns:a16="http://schemas.microsoft.com/office/drawing/2014/main" id="{A2A516C5-9A10-0271-E875-39883CEABC3B}"/>
              </a:ext>
            </a:extLst>
          </p:cNvPr>
          <p:cNvSpPr txBox="1">
            <a:spLocks noGrp="1"/>
          </p:cNvSpPr>
          <p:nvPr>
            <p:ph type="title"/>
          </p:nvPr>
        </p:nvSpPr>
        <p:spPr>
          <a:xfrm>
            <a:off x="960000" y="593367"/>
            <a:ext cx="10281200" cy="763600"/>
          </a:xfrm>
          <a:prstGeom prst="rect">
            <a:avLst/>
          </a:prstGeom>
        </p:spPr>
        <p:txBody>
          <a:bodyPr spcFirstLastPara="1" wrap="square" lIns="121900" tIns="121900" rIns="121900" bIns="121900" anchor="t" anchorCtr="0">
            <a:noAutofit/>
          </a:bodyPr>
          <a:lstStyle/>
          <a:p>
            <a:r>
              <a:rPr lang="en" dirty="0"/>
              <a:t>Practical </a:t>
            </a:r>
            <a:r>
              <a:rPr lang="en" dirty="0">
                <a:solidFill>
                  <a:schemeClr val="accent4"/>
                </a:solidFill>
              </a:rPr>
              <a:t>exercise </a:t>
            </a:r>
            <a:r>
              <a:rPr lang="en" dirty="0">
                <a:solidFill>
                  <a:schemeClr val="lt2"/>
                </a:solidFill>
              </a:rPr>
              <a:t>08</a:t>
            </a:r>
            <a:endParaRPr dirty="0">
              <a:solidFill>
                <a:schemeClr val="lt2"/>
              </a:solidFill>
            </a:endParaRPr>
          </a:p>
        </p:txBody>
      </p:sp>
      <p:sp>
        <p:nvSpPr>
          <p:cNvPr id="764" name="Google Shape;764;p45">
            <a:extLst>
              <a:ext uri="{FF2B5EF4-FFF2-40B4-BE49-F238E27FC236}">
                <a16:creationId xmlns:a16="http://schemas.microsoft.com/office/drawing/2014/main" id="{39B22F3E-4AFB-E720-149D-0565228363C2}"/>
              </a:ext>
            </a:extLst>
          </p:cNvPr>
          <p:cNvSpPr txBox="1">
            <a:spLocks noGrp="1"/>
          </p:cNvSpPr>
          <p:nvPr>
            <p:ph type="subTitle" idx="1"/>
          </p:nvPr>
        </p:nvSpPr>
        <p:spPr>
          <a:xfrm>
            <a:off x="4319092" y="2038286"/>
            <a:ext cx="6620800" cy="4100000"/>
          </a:xfrm>
          <a:prstGeom prst="rect">
            <a:avLst/>
          </a:prstGeom>
        </p:spPr>
        <p:txBody>
          <a:bodyPr spcFirstLastPara="1" wrap="square" lIns="121900" tIns="121900" rIns="121900" bIns="121900" anchor="t" anchorCtr="0">
            <a:noAutofit/>
          </a:bodyPr>
          <a:lstStyle/>
          <a:p>
            <a:pPr marL="0" indent="0">
              <a:buNone/>
            </a:pPr>
            <a:r>
              <a:rPr lang="en-US" dirty="0"/>
              <a:t>Lab Task 8 – User-Defined Exception Handling</a:t>
            </a:r>
            <a:endParaRPr dirty="0"/>
          </a:p>
        </p:txBody>
      </p:sp>
      <p:grpSp>
        <p:nvGrpSpPr>
          <p:cNvPr id="765" name="Google Shape;765;p45">
            <a:extLst>
              <a:ext uri="{FF2B5EF4-FFF2-40B4-BE49-F238E27FC236}">
                <a16:creationId xmlns:a16="http://schemas.microsoft.com/office/drawing/2014/main" id="{52524268-BC72-36FE-4A7C-CB854B48FDC7}"/>
              </a:ext>
            </a:extLst>
          </p:cNvPr>
          <p:cNvGrpSpPr/>
          <p:nvPr/>
        </p:nvGrpSpPr>
        <p:grpSpPr>
          <a:xfrm>
            <a:off x="723063" y="2065885"/>
            <a:ext cx="3188413" cy="4072747"/>
            <a:chOff x="358925" y="1867675"/>
            <a:chExt cx="2142175" cy="2736325"/>
          </a:xfrm>
        </p:grpSpPr>
        <p:sp>
          <p:nvSpPr>
            <p:cNvPr id="766" name="Google Shape;766;p45">
              <a:extLst>
                <a:ext uri="{FF2B5EF4-FFF2-40B4-BE49-F238E27FC236}">
                  <a16:creationId xmlns:a16="http://schemas.microsoft.com/office/drawing/2014/main" id="{F2B513FD-3738-08F1-3511-2AA840DE0CE1}"/>
                </a:ext>
              </a:extLst>
            </p:cNvPr>
            <p:cNvSpPr/>
            <p:nvPr/>
          </p:nvSpPr>
          <p:spPr>
            <a:xfrm>
              <a:off x="358925" y="1876250"/>
              <a:ext cx="2910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67" name="Google Shape;767;p45">
              <a:extLst>
                <a:ext uri="{FF2B5EF4-FFF2-40B4-BE49-F238E27FC236}">
                  <a16:creationId xmlns:a16="http://schemas.microsoft.com/office/drawing/2014/main" id="{D3692879-05B2-5693-110C-B5AD73998460}"/>
                </a:ext>
              </a:extLst>
            </p:cNvPr>
            <p:cNvSpPr/>
            <p:nvPr/>
          </p:nvSpPr>
          <p:spPr>
            <a:xfrm>
              <a:off x="757650" y="1867675"/>
              <a:ext cx="2910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68" name="Google Shape;768;p45">
              <a:extLst>
                <a:ext uri="{FF2B5EF4-FFF2-40B4-BE49-F238E27FC236}">
                  <a16:creationId xmlns:a16="http://schemas.microsoft.com/office/drawing/2014/main" id="{138973A7-63F8-159C-38C9-132C7326D43F}"/>
                </a:ext>
              </a:extLst>
            </p:cNvPr>
            <p:cNvSpPr/>
            <p:nvPr/>
          </p:nvSpPr>
          <p:spPr>
            <a:xfrm>
              <a:off x="358925" y="2188475"/>
              <a:ext cx="2910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69" name="Google Shape;769;p45">
              <a:extLst>
                <a:ext uri="{FF2B5EF4-FFF2-40B4-BE49-F238E27FC236}">
                  <a16:creationId xmlns:a16="http://schemas.microsoft.com/office/drawing/2014/main" id="{3FE7AEDE-65D5-ECA2-C717-DA61D4B00B40}"/>
                </a:ext>
              </a:extLst>
            </p:cNvPr>
            <p:cNvSpPr/>
            <p:nvPr/>
          </p:nvSpPr>
          <p:spPr>
            <a:xfrm>
              <a:off x="358925" y="2515188"/>
              <a:ext cx="2910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70" name="Google Shape;770;p45">
              <a:extLst>
                <a:ext uri="{FF2B5EF4-FFF2-40B4-BE49-F238E27FC236}">
                  <a16:creationId xmlns:a16="http://schemas.microsoft.com/office/drawing/2014/main" id="{C57F641E-9574-60FE-303E-F97CF66753F7}"/>
                </a:ext>
              </a:extLst>
            </p:cNvPr>
            <p:cNvSpPr/>
            <p:nvPr/>
          </p:nvSpPr>
          <p:spPr>
            <a:xfrm>
              <a:off x="358925" y="2841925"/>
              <a:ext cx="2910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71" name="Google Shape;771;p45">
              <a:extLst>
                <a:ext uri="{FF2B5EF4-FFF2-40B4-BE49-F238E27FC236}">
                  <a16:creationId xmlns:a16="http://schemas.microsoft.com/office/drawing/2014/main" id="{DDBACC31-27AC-F613-FCEF-7C1376E005A5}"/>
                </a:ext>
              </a:extLst>
            </p:cNvPr>
            <p:cNvSpPr/>
            <p:nvPr/>
          </p:nvSpPr>
          <p:spPr>
            <a:xfrm>
              <a:off x="709062" y="2841925"/>
              <a:ext cx="2979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72" name="Google Shape;772;p45">
              <a:extLst>
                <a:ext uri="{FF2B5EF4-FFF2-40B4-BE49-F238E27FC236}">
                  <a16:creationId xmlns:a16="http://schemas.microsoft.com/office/drawing/2014/main" id="{E8EB7CFC-8C98-D05B-CAFC-72BC09E944E8}"/>
                </a:ext>
              </a:extLst>
            </p:cNvPr>
            <p:cNvSpPr/>
            <p:nvPr/>
          </p:nvSpPr>
          <p:spPr>
            <a:xfrm>
              <a:off x="1059518" y="2841925"/>
              <a:ext cx="2328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73" name="Google Shape;773;p45">
              <a:extLst>
                <a:ext uri="{FF2B5EF4-FFF2-40B4-BE49-F238E27FC236}">
                  <a16:creationId xmlns:a16="http://schemas.microsoft.com/office/drawing/2014/main" id="{FEE448EA-7D7C-7F2C-1106-01F01EBEA3CA}"/>
                </a:ext>
              </a:extLst>
            </p:cNvPr>
            <p:cNvSpPr/>
            <p:nvPr/>
          </p:nvSpPr>
          <p:spPr>
            <a:xfrm>
              <a:off x="358925" y="3152500"/>
              <a:ext cx="2685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74" name="Google Shape;774;p45">
              <a:extLst>
                <a:ext uri="{FF2B5EF4-FFF2-40B4-BE49-F238E27FC236}">
                  <a16:creationId xmlns:a16="http://schemas.microsoft.com/office/drawing/2014/main" id="{D013800A-D47A-050A-167B-7D7353D45D5D}"/>
                </a:ext>
              </a:extLst>
            </p:cNvPr>
            <p:cNvSpPr/>
            <p:nvPr/>
          </p:nvSpPr>
          <p:spPr>
            <a:xfrm>
              <a:off x="358925" y="3495350"/>
              <a:ext cx="2685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75" name="Google Shape;775;p45">
              <a:extLst>
                <a:ext uri="{FF2B5EF4-FFF2-40B4-BE49-F238E27FC236}">
                  <a16:creationId xmlns:a16="http://schemas.microsoft.com/office/drawing/2014/main" id="{05BE4812-8A10-BEF1-1825-A4A9B4DE3142}"/>
                </a:ext>
              </a:extLst>
            </p:cNvPr>
            <p:cNvSpPr/>
            <p:nvPr/>
          </p:nvSpPr>
          <p:spPr>
            <a:xfrm>
              <a:off x="358925" y="3804275"/>
              <a:ext cx="2685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76" name="Google Shape;776;p45">
              <a:extLst>
                <a:ext uri="{FF2B5EF4-FFF2-40B4-BE49-F238E27FC236}">
                  <a16:creationId xmlns:a16="http://schemas.microsoft.com/office/drawing/2014/main" id="{8E8D5BA8-B4C1-4F85-BDD1-7B963293AFBA}"/>
                </a:ext>
              </a:extLst>
            </p:cNvPr>
            <p:cNvSpPr/>
            <p:nvPr/>
          </p:nvSpPr>
          <p:spPr>
            <a:xfrm>
              <a:off x="358925" y="4113200"/>
              <a:ext cx="2685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777" name="Google Shape;777;p45">
              <a:extLst>
                <a:ext uri="{FF2B5EF4-FFF2-40B4-BE49-F238E27FC236}">
                  <a16:creationId xmlns:a16="http://schemas.microsoft.com/office/drawing/2014/main" id="{30B1EDE3-489C-D715-64BC-E87C4DC2116D}"/>
                </a:ext>
              </a:extLst>
            </p:cNvPr>
            <p:cNvSpPr/>
            <p:nvPr/>
          </p:nvSpPr>
          <p:spPr>
            <a:xfrm>
              <a:off x="709062" y="3152500"/>
              <a:ext cx="214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778" name="Google Shape;778;p45">
              <a:extLst>
                <a:ext uri="{FF2B5EF4-FFF2-40B4-BE49-F238E27FC236}">
                  <a16:creationId xmlns:a16="http://schemas.microsoft.com/office/drawing/2014/main" id="{C5FD0643-FD40-B2D8-E99E-A2E7E56C320F}"/>
                </a:ext>
              </a:extLst>
            </p:cNvPr>
            <p:cNvSpPr/>
            <p:nvPr/>
          </p:nvSpPr>
          <p:spPr>
            <a:xfrm>
              <a:off x="683525" y="3495350"/>
              <a:ext cx="2148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79" name="Google Shape;779;p45">
              <a:extLst>
                <a:ext uri="{FF2B5EF4-FFF2-40B4-BE49-F238E27FC236}">
                  <a16:creationId xmlns:a16="http://schemas.microsoft.com/office/drawing/2014/main" id="{C81CFE3D-C227-8025-C1D4-3D13365651F9}"/>
                </a:ext>
              </a:extLst>
            </p:cNvPr>
            <p:cNvSpPr/>
            <p:nvPr/>
          </p:nvSpPr>
          <p:spPr>
            <a:xfrm>
              <a:off x="709062" y="3804275"/>
              <a:ext cx="2148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80" name="Google Shape;780;p45">
              <a:extLst>
                <a:ext uri="{FF2B5EF4-FFF2-40B4-BE49-F238E27FC236}">
                  <a16:creationId xmlns:a16="http://schemas.microsoft.com/office/drawing/2014/main" id="{448FE889-F2AD-958B-5F04-74D3A3723D34}"/>
                </a:ext>
              </a:extLst>
            </p:cNvPr>
            <p:cNvSpPr/>
            <p:nvPr/>
          </p:nvSpPr>
          <p:spPr>
            <a:xfrm>
              <a:off x="709062" y="4130163"/>
              <a:ext cx="214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81" name="Google Shape;781;p45">
              <a:extLst>
                <a:ext uri="{FF2B5EF4-FFF2-40B4-BE49-F238E27FC236}">
                  <a16:creationId xmlns:a16="http://schemas.microsoft.com/office/drawing/2014/main" id="{FAD89BA8-B2BC-5142-1C64-B512DA975693}"/>
                </a:ext>
              </a:extLst>
            </p:cNvPr>
            <p:cNvSpPr/>
            <p:nvPr/>
          </p:nvSpPr>
          <p:spPr>
            <a:xfrm>
              <a:off x="709062" y="4456050"/>
              <a:ext cx="2148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82" name="Google Shape;782;p45">
              <a:extLst>
                <a:ext uri="{FF2B5EF4-FFF2-40B4-BE49-F238E27FC236}">
                  <a16:creationId xmlns:a16="http://schemas.microsoft.com/office/drawing/2014/main" id="{E05AE32A-96A9-FAE3-8C20-D15965AB0365}"/>
                </a:ext>
              </a:extLst>
            </p:cNvPr>
            <p:cNvSpPr/>
            <p:nvPr/>
          </p:nvSpPr>
          <p:spPr>
            <a:xfrm>
              <a:off x="973809" y="3152500"/>
              <a:ext cx="4155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83" name="Google Shape;783;p45">
              <a:extLst>
                <a:ext uri="{FF2B5EF4-FFF2-40B4-BE49-F238E27FC236}">
                  <a16:creationId xmlns:a16="http://schemas.microsoft.com/office/drawing/2014/main" id="{87691344-5DC8-CA4C-DC58-9CD48298E1A2}"/>
                </a:ext>
              </a:extLst>
            </p:cNvPr>
            <p:cNvSpPr/>
            <p:nvPr/>
          </p:nvSpPr>
          <p:spPr>
            <a:xfrm>
              <a:off x="973809" y="3495350"/>
              <a:ext cx="5802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784" name="Google Shape;784;p45">
              <a:extLst>
                <a:ext uri="{FF2B5EF4-FFF2-40B4-BE49-F238E27FC236}">
                  <a16:creationId xmlns:a16="http://schemas.microsoft.com/office/drawing/2014/main" id="{C263C071-6F19-4D91-B59B-5781A95B2892}"/>
                </a:ext>
              </a:extLst>
            </p:cNvPr>
            <p:cNvSpPr/>
            <p:nvPr/>
          </p:nvSpPr>
          <p:spPr>
            <a:xfrm>
              <a:off x="994246" y="3804275"/>
              <a:ext cx="6756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85" name="Google Shape;785;p45">
              <a:extLst>
                <a:ext uri="{FF2B5EF4-FFF2-40B4-BE49-F238E27FC236}">
                  <a16:creationId xmlns:a16="http://schemas.microsoft.com/office/drawing/2014/main" id="{DDE6F2AB-5D47-3172-031E-5E27B977D363}"/>
                </a:ext>
              </a:extLst>
            </p:cNvPr>
            <p:cNvSpPr/>
            <p:nvPr/>
          </p:nvSpPr>
          <p:spPr>
            <a:xfrm>
              <a:off x="994246" y="4148775"/>
              <a:ext cx="675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786" name="Google Shape;786;p45">
              <a:extLst>
                <a:ext uri="{FF2B5EF4-FFF2-40B4-BE49-F238E27FC236}">
                  <a16:creationId xmlns:a16="http://schemas.microsoft.com/office/drawing/2014/main" id="{514EAEE5-24C5-7D5A-A0D1-51991FC83300}"/>
                </a:ext>
              </a:extLst>
            </p:cNvPr>
            <p:cNvSpPr/>
            <p:nvPr/>
          </p:nvSpPr>
          <p:spPr>
            <a:xfrm>
              <a:off x="994246" y="4456050"/>
              <a:ext cx="675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787" name="Google Shape;787;p45">
              <a:extLst>
                <a:ext uri="{FF2B5EF4-FFF2-40B4-BE49-F238E27FC236}">
                  <a16:creationId xmlns:a16="http://schemas.microsoft.com/office/drawing/2014/main" id="{3C21D0B3-3CA5-0385-F776-548CFBD3DDAC}"/>
                </a:ext>
              </a:extLst>
            </p:cNvPr>
            <p:cNvSpPr/>
            <p:nvPr/>
          </p:nvSpPr>
          <p:spPr>
            <a:xfrm>
              <a:off x="1439171" y="3152500"/>
              <a:ext cx="3783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788" name="Google Shape;788;p45">
              <a:extLst>
                <a:ext uri="{FF2B5EF4-FFF2-40B4-BE49-F238E27FC236}">
                  <a16:creationId xmlns:a16="http://schemas.microsoft.com/office/drawing/2014/main" id="{7EE1589A-C627-C39C-BCE1-E3C931EB968E}"/>
                </a:ext>
              </a:extLst>
            </p:cNvPr>
            <p:cNvSpPr/>
            <p:nvPr/>
          </p:nvSpPr>
          <p:spPr>
            <a:xfrm>
              <a:off x="1629567" y="3478388"/>
              <a:ext cx="3783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789" name="Google Shape;789;p45">
              <a:extLst>
                <a:ext uri="{FF2B5EF4-FFF2-40B4-BE49-F238E27FC236}">
                  <a16:creationId xmlns:a16="http://schemas.microsoft.com/office/drawing/2014/main" id="{7FAC05C9-6D84-F0E0-704E-0E73B562756A}"/>
                </a:ext>
              </a:extLst>
            </p:cNvPr>
            <p:cNvSpPr/>
            <p:nvPr/>
          </p:nvSpPr>
          <p:spPr>
            <a:xfrm>
              <a:off x="1740173" y="3804300"/>
              <a:ext cx="232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790" name="Google Shape;790;p45">
              <a:extLst>
                <a:ext uri="{FF2B5EF4-FFF2-40B4-BE49-F238E27FC236}">
                  <a16:creationId xmlns:a16="http://schemas.microsoft.com/office/drawing/2014/main" id="{90D37E2A-CF1B-4790-65C2-DA62576AF29C}"/>
                </a:ext>
              </a:extLst>
            </p:cNvPr>
            <p:cNvSpPr/>
            <p:nvPr/>
          </p:nvSpPr>
          <p:spPr>
            <a:xfrm>
              <a:off x="1740173" y="4456100"/>
              <a:ext cx="232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791" name="Google Shape;791;p45">
              <a:extLst>
                <a:ext uri="{FF2B5EF4-FFF2-40B4-BE49-F238E27FC236}">
                  <a16:creationId xmlns:a16="http://schemas.microsoft.com/office/drawing/2014/main" id="{94B12797-288F-D21E-8DE5-DFCFB942B4E8}"/>
                </a:ext>
              </a:extLst>
            </p:cNvPr>
            <p:cNvSpPr/>
            <p:nvPr/>
          </p:nvSpPr>
          <p:spPr>
            <a:xfrm>
              <a:off x="757650" y="2182588"/>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2" name="Google Shape;792;p45">
              <a:extLst>
                <a:ext uri="{FF2B5EF4-FFF2-40B4-BE49-F238E27FC236}">
                  <a16:creationId xmlns:a16="http://schemas.microsoft.com/office/drawing/2014/main" id="{034BA1E1-54A5-D34A-C60E-F0E2CC3249F1}"/>
                </a:ext>
              </a:extLst>
            </p:cNvPr>
            <p:cNvSpPr/>
            <p:nvPr/>
          </p:nvSpPr>
          <p:spPr>
            <a:xfrm>
              <a:off x="757650" y="2512250"/>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3" name="Google Shape;793;p45">
              <a:extLst>
                <a:ext uri="{FF2B5EF4-FFF2-40B4-BE49-F238E27FC236}">
                  <a16:creationId xmlns:a16="http://schemas.microsoft.com/office/drawing/2014/main" id="{F168B2AD-29E5-06A4-6C2C-8985EB4C091F}"/>
                </a:ext>
              </a:extLst>
            </p:cNvPr>
            <p:cNvSpPr/>
            <p:nvPr/>
          </p:nvSpPr>
          <p:spPr>
            <a:xfrm>
              <a:off x="1445575" y="2509300"/>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4" name="Google Shape;794;p45">
              <a:extLst>
                <a:ext uri="{FF2B5EF4-FFF2-40B4-BE49-F238E27FC236}">
                  <a16:creationId xmlns:a16="http://schemas.microsoft.com/office/drawing/2014/main" id="{56C2E712-64F3-1EA6-F8B2-763EB028EC67}"/>
                </a:ext>
              </a:extLst>
            </p:cNvPr>
            <p:cNvSpPr/>
            <p:nvPr/>
          </p:nvSpPr>
          <p:spPr>
            <a:xfrm>
              <a:off x="1344900" y="2841925"/>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5" name="Google Shape;795;p45">
              <a:extLst>
                <a:ext uri="{FF2B5EF4-FFF2-40B4-BE49-F238E27FC236}">
                  <a16:creationId xmlns:a16="http://schemas.microsoft.com/office/drawing/2014/main" id="{F8157D43-8DBE-8727-AA2C-539058108F7A}"/>
                </a:ext>
              </a:extLst>
            </p:cNvPr>
            <p:cNvSpPr/>
            <p:nvPr/>
          </p:nvSpPr>
          <p:spPr>
            <a:xfrm>
              <a:off x="1740250" y="4148775"/>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796" name="Google Shape;796;p45">
              <a:extLst>
                <a:ext uri="{FF2B5EF4-FFF2-40B4-BE49-F238E27FC236}">
                  <a16:creationId xmlns:a16="http://schemas.microsoft.com/office/drawing/2014/main" id="{3083366B-867A-3351-C7A9-9CA3850AC866}"/>
                </a:ext>
              </a:extLst>
            </p:cNvPr>
            <p:cNvSpPr/>
            <p:nvPr/>
          </p:nvSpPr>
          <p:spPr>
            <a:xfrm>
              <a:off x="2043300" y="4456050"/>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grpSp>
      <p:sp>
        <p:nvSpPr>
          <p:cNvPr id="797" name="Google Shape;797;p45">
            <a:extLst>
              <a:ext uri="{FF2B5EF4-FFF2-40B4-BE49-F238E27FC236}">
                <a16:creationId xmlns:a16="http://schemas.microsoft.com/office/drawing/2014/main" id="{B59E8367-51E1-A433-8CD2-623AC8DEE6B3}"/>
              </a:ext>
            </a:extLst>
          </p:cNvPr>
          <p:cNvSpPr txBox="1"/>
          <p:nvPr/>
        </p:nvSpPr>
        <p:spPr>
          <a:xfrm>
            <a:off x="10685167" y="5393200"/>
            <a:ext cx="692400" cy="1055600"/>
          </a:xfrm>
          <a:prstGeom prst="rect">
            <a:avLst/>
          </a:prstGeom>
          <a:noFill/>
          <a:ln>
            <a:noFill/>
          </a:ln>
        </p:spPr>
        <p:txBody>
          <a:bodyPr spcFirstLastPara="1" wrap="square" lIns="121900" tIns="121900" rIns="121900" bIns="121900" anchor="t" anchorCtr="0">
            <a:noAutofit/>
          </a:bodyPr>
          <a:lstStyle/>
          <a:p>
            <a:r>
              <a:rPr lang="en" sz="12800">
                <a:solidFill>
                  <a:schemeClr val="accent1"/>
                </a:solidFill>
                <a:latin typeface="Comfortaa"/>
                <a:ea typeface="Comfortaa"/>
                <a:cs typeface="Comfortaa"/>
                <a:sym typeface="Comfortaa"/>
              </a:rPr>
              <a:t>*</a:t>
            </a:r>
            <a:endParaRPr sz="12800">
              <a:solidFill>
                <a:schemeClr val="accent1"/>
              </a:solidFill>
              <a:latin typeface="Comfortaa"/>
              <a:ea typeface="Comfortaa"/>
              <a:cs typeface="Comfortaa"/>
              <a:sym typeface="Comfortaa"/>
            </a:endParaRPr>
          </a:p>
        </p:txBody>
      </p:sp>
      <p:pic>
        <p:nvPicPr>
          <p:cNvPr id="4" name="Picture 3">
            <a:extLst>
              <a:ext uri="{FF2B5EF4-FFF2-40B4-BE49-F238E27FC236}">
                <a16:creationId xmlns:a16="http://schemas.microsoft.com/office/drawing/2014/main" id="{E8EB5CC8-22C0-2633-5BD2-FC73358ECAD8}"/>
              </a:ext>
            </a:extLst>
          </p:cNvPr>
          <p:cNvPicPr>
            <a:picLocks noChangeAspect="1"/>
          </p:cNvPicPr>
          <p:nvPr/>
        </p:nvPicPr>
        <p:blipFill>
          <a:blip r:embed="rId3"/>
          <a:stretch>
            <a:fillRect/>
          </a:stretch>
        </p:blipFill>
        <p:spPr>
          <a:xfrm>
            <a:off x="4275415" y="2546834"/>
            <a:ext cx="6708154" cy="3799769"/>
          </a:xfrm>
          <a:prstGeom prst="rect">
            <a:avLst/>
          </a:prstGeom>
        </p:spPr>
      </p:pic>
    </p:spTree>
    <p:extLst>
      <p:ext uri="{BB962C8B-B14F-4D97-AF65-F5344CB8AC3E}">
        <p14:creationId xmlns:p14="http://schemas.microsoft.com/office/powerpoint/2010/main" val="36441685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34"/>
          <p:cNvSpPr txBox="1">
            <a:spLocks noGrp="1"/>
          </p:cNvSpPr>
          <p:nvPr>
            <p:ph type="title"/>
          </p:nvPr>
        </p:nvSpPr>
        <p:spPr>
          <a:xfrm>
            <a:off x="5662781" y="748501"/>
            <a:ext cx="5544039" cy="706416"/>
          </a:xfrm>
          <a:prstGeom prst="rect">
            <a:avLst/>
          </a:prstGeom>
        </p:spPr>
        <p:txBody>
          <a:bodyPr spcFirstLastPara="1" wrap="square" lIns="121900" tIns="121900" rIns="121900" bIns="121900" anchor="b" anchorCtr="0">
            <a:noAutofit/>
          </a:bodyPr>
          <a:lstStyle/>
          <a:p>
            <a:pPr lvl="0"/>
            <a:r>
              <a:rPr lang="en-US" sz="1867" dirty="0"/>
              <a:t>Thank You for Your Focus Today!</a:t>
            </a:r>
            <a:endParaRPr sz="1867" dirty="0"/>
          </a:p>
        </p:txBody>
      </p:sp>
      <p:sp>
        <p:nvSpPr>
          <p:cNvPr id="353" name="Google Shape;353;p34"/>
          <p:cNvSpPr txBox="1">
            <a:spLocks noGrp="1"/>
          </p:cNvSpPr>
          <p:nvPr>
            <p:ph type="subTitle" idx="1"/>
          </p:nvPr>
        </p:nvSpPr>
        <p:spPr>
          <a:xfrm>
            <a:off x="5459796" y="4751364"/>
            <a:ext cx="5608000" cy="1740008"/>
          </a:xfrm>
          <a:prstGeom prst="rect">
            <a:avLst/>
          </a:prstGeom>
        </p:spPr>
        <p:txBody>
          <a:bodyPr spcFirstLastPara="1" wrap="square" lIns="121900" tIns="121900" rIns="121900" bIns="121900" anchor="t" anchorCtr="0">
            <a:noAutofit/>
          </a:bodyPr>
          <a:lstStyle/>
          <a:p>
            <a:pPr marL="0" indent="0"/>
            <a:r>
              <a:rPr lang="en-US" sz="1400" dirty="0"/>
              <a:t>Waleed Khan</a:t>
            </a:r>
            <a:br>
              <a:rPr lang="en-US" sz="1400" dirty="0"/>
            </a:br>
            <a:r>
              <a:rPr lang="en-US" sz="1400" dirty="0"/>
              <a:t>(</a:t>
            </a:r>
            <a:r>
              <a:rPr lang="en-US" sz="1200" dirty="0"/>
              <a:t>Robotics Engineer | Senior Python Developer)</a:t>
            </a:r>
            <a:br>
              <a:rPr lang="en-US" sz="1400" dirty="0"/>
            </a:br>
            <a:endParaRPr lang="en-US" sz="1400" dirty="0"/>
          </a:p>
          <a:p>
            <a:pPr marL="0" indent="0"/>
            <a:r>
              <a:rPr lang="en-US" sz="1400" dirty="0"/>
              <a:t>Email: 0xcloudcoder@gmail.com</a:t>
            </a:r>
            <a:br>
              <a:rPr lang="en-US" sz="1867" dirty="0"/>
            </a:br>
            <a:r>
              <a:rPr lang="en-US" sz="1400" dirty="0"/>
              <a:t>Contact: +923126008702</a:t>
            </a:r>
            <a:endParaRPr sz="1400" dirty="0"/>
          </a:p>
        </p:txBody>
      </p:sp>
      <p:sp>
        <p:nvSpPr>
          <p:cNvPr id="354" name="Google Shape;354;p34"/>
          <p:cNvSpPr txBox="1"/>
          <p:nvPr/>
        </p:nvSpPr>
        <p:spPr>
          <a:xfrm>
            <a:off x="11106533" y="5304433"/>
            <a:ext cx="692400" cy="1055600"/>
          </a:xfrm>
          <a:prstGeom prst="rect">
            <a:avLst/>
          </a:prstGeom>
          <a:noFill/>
          <a:ln>
            <a:noFill/>
          </a:ln>
        </p:spPr>
        <p:txBody>
          <a:bodyPr spcFirstLastPara="1" wrap="square" lIns="121900" tIns="121900" rIns="121900" bIns="121900" anchor="t" anchorCtr="0">
            <a:noAutofit/>
          </a:bodyPr>
          <a:lstStyle/>
          <a:p>
            <a:r>
              <a:rPr lang="en" sz="12800" dirty="0">
                <a:solidFill>
                  <a:schemeClr val="accent1"/>
                </a:solidFill>
                <a:latin typeface="Comfortaa"/>
                <a:ea typeface="Comfortaa"/>
                <a:cs typeface="Comfortaa"/>
                <a:sym typeface="Comfortaa"/>
              </a:rPr>
              <a:t>*</a:t>
            </a:r>
            <a:endParaRPr sz="12800" dirty="0">
              <a:solidFill>
                <a:schemeClr val="accent1"/>
              </a:solidFill>
              <a:latin typeface="Comfortaa"/>
              <a:ea typeface="Comfortaa"/>
              <a:cs typeface="Comfortaa"/>
              <a:sym typeface="Comfortaa"/>
            </a:endParaRPr>
          </a:p>
        </p:txBody>
      </p:sp>
      <p:grpSp>
        <p:nvGrpSpPr>
          <p:cNvPr id="355" name="Google Shape;355;p34"/>
          <p:cNvGrpSpPr/>
          <p:nvPr/>
        </p:nvGrpSpPr>
        <p:grpSpPr>
          <a:xfrm>
            <a:off x="447523" y="928585"/>
            <a:ext cx="3909392" cy="5210084"/>
            <a:chOff x="335642" y="696438"/>
            <a:chExt cx="2932044" cy="3907563"/>
          </a:xfrm>
        </p:grpSpPr>
        <p:sp>
          <p:nvSpPr>
            <p:cNvPr id="356" name="Google Shape;356;p34"/>
            <p:cNvSpPr/>
            <p:nvPr/>
          </p:nvSpPr>
          <p:spPr>
            <a:xfrm>
              <a:off x="335642" y="705013"/>
              <a:ext cx="354933"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357" name="Google Shape;357;p34"/>
            <p:cNvSpPr/>
            <p:nvPr/>
          </p:nvSpPr>
          <p:spPr>
            <a:xfrm>
              <a:off x="821967" y="696438"/>
              <a:ext cx="354933"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358" name="Google Shape;358;p34"/>
            <p:cNvSpPr/>
            <p:nvPr/>
          </p:nvSpPr>
          <p:spPr>
            <a:xfrm>
              <a:off x="335642" y="1017238"/>
              <a:ext cx="354933"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359" name="Google Shape;359;p34"/>
            <p:cNvSpPr/>
            <p:nvPr/>
          </p:nvSpPr>
          <p:spPr>
            <a:xfrm>
              <a:off x="335642" y="1343950"/>
              <a:ext cx="354933"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360" name="Google Shape;360;p34"/>
            <p:cNvSpPr/>
            <p:nvPr/>
          </p:nvSpPr>
          <p:spPr>
            <a:xfrm>
              <a:off x="335642" y="1670688"/>
              <a:ext cx="354933"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361" name="Google Shape;361;p34"/>
            <p:cNvSpPr/>
            <p:nvPr/>
          </p:nvSpPr>
          <p:spPr>
            <a:xfrm>
              <a:off x="770496" y="1670688"/>
              <a:ext cx="45446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362" name="Google Shape;362;p34"/>
            <p:cNvSpPr/>
            <p:nvPr/>
          </p:nvSpPr>
          <p:spPr>
            <a:xfrm>
              <a:off x="1304877" y="1670688"/>
              <a:ext cx="354933"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363" name="Google Shape;363;p34"/>
            <p:cNvSpPr/>
            <p:nvPr/>
          </p:nvSpPr>
          <p:spPr>
            <a:xfrm>
              <a:off x="335642" y="1981263"/>
              <a:ext cx="327489"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364" name="Google Shape;364;p34"/>
            <p:cNvSpPr/>
            <p:nvPr/>
          </p:nvSpPr>
          <p:spPr>
            <a:xfrm>
              <a:off x="335642" y="2324113"/>
              <a:ext cx="327489"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365" name="Google Shape;365;p34"/>
            <p:cNvSpPr/>
            <p:nvPr/>
          </p:nvSpPr>
          <p:spPr>
            <a:xfrm>
              <a:off x="335642" y="2633038"/>
              <a:ext cx="327489"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366" name="Google Shape;366;p34"/>
            <p:cNvSpPr/>
            <p:nvPr/>
          </p:nvSpPr>
          <p:spPr>
            <a:xfrm>
              <a:off x="335642" y="2941963"/>
              <a:ext cx="327489"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367" name="Google Shape;367;p34"/>
            <p:cNvSpPr/>
            <p:nvPr/>
          </p:nvSpPr>
          <p:spPr>
            <a:xfrm>
              <a:off x="349364" y="3722938"/>
              <a:ext cx="327489"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368" name="Google Shape;368;p34"/>
            <p:cNvSpPr/>
            <p:nvPr/>
          </p:nvSpPr>
          <p:spPr>
            <a:xfrm>
              <a:off x="770496" y="1981263"/>
              <a:ext cx="327489"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369" name="Google Shape;369;p34"/>
            <p:cNvSpPr/>
            <p:nvPr/>
          </p:nvSpPr>
          <p:spPr>
            <a:xfrm>
              <a:off x="731557" y="2324113"/>
              <a:ext cx="327489"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370" name="Google Shape;370;p34"/>
            <p:cNvSpPr/>
            <p:nvPr/>
          </p:nvSpPr>
          <p:spPr>
            <a:xfrm>
              <a:off x="770496" y="2633038"/>
              <a:ext cx="327489"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371" name="Google Shape;371;p34"/>
            <p:cNvSpPr/>
            <p:nvPr/>
          </p:nvSpPr>
          <p:spPr>
            <a:xfrm>
              <a:off x="770496" y="2958925"/>
              <a:ext cx="327489"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372" name="Google Shape;372;p34"/>
            <p:cNvSpPr/>
            <p:nvPr/>
          </p:nvSpPr>
          <p:spPr>
            <a:xfrm>
              <a:off x="770496" y="3284813"/>
              <a:ext cx="327489"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373" name="Google Shape;373;p34"/>
            <p:cNvSpPr/>
            <p:nvPr/>
          </p:nvSpPr>
          <p:spPr>
            <a:xfrm>
              <a:off x="1174186" y="1981263"/>
              <a:ext cx="63339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374" name="Google Shape;374;p34"/>
            <p:cNvSpPr/>
            <p:nvPr/>
          </p:nvSpPr>
          <p:spPr>
            <a:xfrm>
              <a:off x="1174186" y="2324113"/>
              <a:ext cx="88477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375" name="Google Shape;375;p34"/>
            <p:cNvSpPr/>
            <p:nvPr/>
          </p:nvSpPr>
          <p:spPr>
            <a:xfrm>
              <a:off x="1205349" y="2633038"/>
              <a:ext cx="1030037"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376" name="Google Shape;376;p34"/>
            <p:cNvSpPr/>
            <p:nvPr/>
          </p:nvSpPr>
          <p:spPr>
            <a:xfrm>
              <a:off x="1205349" y="2977538"/>
              <a:ext cx="1030037"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377" name="Google Shape;377;p34"/>
            <p:cNvSpPr/>
            <p:nvPr/>
          </p:nvSpPr>
          <p:spPr>
            <a:xfrm>
              <a:off x="1205349" y="3284813"/>
              <a:ext cx="1030037"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378" name="Google Shape;378;p34"/>
            <p:cNvSpPr/>
            <p:nvPr/>
          </p:nvSpPr>
          <p:spPr>
            <a:xfrm>
              <a:off x="1883777" y="1981263"/>
              <a:ext cx="57704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379" name="Google Shape;379;p34"/>
            <p:cNvSpPr/>
            <p:nvPr/>
          </p:nvSpPr>
          <p:spPr>
            <a:xfrm>
              <a:off x="2174096" y="2307150"/>
              <a:ext cx="57704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380" name="Google Shape;380;p34"/>
            <p:cNvSpPr/>
            <p:nvPr/>
          </p:nvSpPr>
          <p:spPr>
            <a:xfrm>
              <a:off x="2342750" y="2633063"/>
              <a:ext cx="354933"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381" name="Google Shape;381;p34"/>
            <p:cNvSpPr/>
            <p:nvPr/>
          </p:nvSpPr>
          <p:spPr>
            <a:xfrm>
              <a:off x="2342750" y="3284863"/>
              <a:ext cx="354933"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382" name="Google Shape;382;p34"/>
            <p:cNvSpPr/>
            <p:nvPr/>
          </p:nvSpPr>
          <p:spPr>
            <a:xfrm>
              <a:off x="349364" y="3962013"/>
              <a:ext cx="327489"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383" name="Google Shape;383;p34"/>
            <p:cNvSpPr/>
            <p:nvPr/>
          </p:nvSpPr>
          <p:spPr>
            <a:xfrm>
              <a:off x="731557" y="4245513"/>
              <a:ext cx="327489"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384" name="Google Shape;384;p34"/>
            <p:cNvSpPr/>
            <p:nvPr/>
          </p:nvSpPr>
          <p:spPr>
            <a:xfrm>
              <a:off x="1224956" y="4245513"/>
              <a:ext cx="524349"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385" name="Google Shape;385;p34"/>
            <p:cNvSpPr/>
            <p:nvPr/>
          </p:nvSpPr>
          <p:spPr>
            <a:xfrm>
              <a:off x="1883777" y="4245513"/>
              <a:ext cx="661931"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386" name="Google Shape;386;p34"/>
            <p:cNvSpPr/>
            <p:nvPr/>
          </p:nvSpPr>
          <p:spPr>
            <a:xfrm>
              <a:off x="2634075" y="4245513"/>
              <a:ext cx="241501"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387" name="Google Shape;387;p34"/>
            <p:cNvSpPr/>
            <p:nvPr/>
          </p:nvSpPr>
          <p:spPr>
            <a:xfrm>
              <a:off x="731557" y="4454038"/>
              <a:ext cx="327489"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388" name="Google Shape;388;p34"/>
            <p:cNvSpPr/>
            <p:nvPr/>
          </p:nvSpPr>
          <p:spPr>
            <a:xfrm>
              <a:off x="1224956" y="4454038"/>
              <a:ext cx="833909"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389" name="Google Shape;389;p34"/>
            <p:cNvSpPr/>
            <p:nvPr/>
          </p:nvSpPr>
          <p:spPr>
            <a:xfrm>
              <a:off x="2169156" y="4454038"/>
              <a:ext cx="354933"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390" name="Google Shape;390;p34"/>
            <p:cNvSpPr/>
            <p:nvPr/>
          </p:nvSpPr>
          <p:spPr>
            <a:xfrm>
              <a:off x="1250486" y="7083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1" name="Google Shape;391;p34"/>
            <p:cNvSpPr/>
            <p:nvPr/>
          </p:nvSpPr>
          <p:spPr>
            <a:xfrm>
              <a:off x="821986" y="1017263"/>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2" name="Google Shape;392;p34"/>
            <p:cNvSpPr/>
            <p:nvPr/>
          </p:nvSpPr>
          <p:spPr>
            <a:xfrm>
              <a:off x="1555286" y="10131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3" name="Google Shape;393;p34"/>
            <p:cNvSpPr/>
            <p:nvPr/>
          </p:nvSpPr>
          <p:spPr>
            <a:xfrm>
              <a:off x="821979" y="1343988"/>
              <a:ext cx="402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4" name="Google Shape;394;p34"/>
            <p:cNvSpPr/>
            <p:nvPr/>
          </p:nvSpPr>
          <p:spPr>
            <a:xfrm>
              <a:off x="1739729" y="1668625"/>
              <a:ext cx="402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5" name="Google Shape;395;p34"/>
            <p:cNvSpPr/>
            <p:nvPr/>
          </p:nvSpPr>
          <p:spPr>
            <a:xfrm>
              <a:off x="2342754" y="2977538"/>
              <a:ext cx="402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6" name="Google Shape;396;p34"/>
            <p:cNvSpPr/>
            <p:nvPr/>
          </p:nvSpPr>
          <p:spPr>
            <a:xfrm>
              <a:off x="2537025" y="1981263"/>
              <a:ext cx="3276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7" name="Google Shape;397;p34"/>
            <p:cNvSpPr/>
            <p:nvPr/>
          </p:nvSpPr>
          <p:spPr>
            <a:xfrm>
              <a:off x="2805050" y="2633038"/>
              <a:ext cx="3276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8" name="Google Shape;398;p34"/>
            <p:cNvSpPr/>
            <p:nvPr/>
          </p:nvSpPr>
          <p:spPr>
            <a:xfrm>
              <a:off x="2634386" y="4456100"/>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9" name="Google Shape;399;p34"/>
            <p:cNvSpPr/>
            <p:nvPr/>
          </p:nvSpPr>
          <p:spPr>
            <a:xfrm>
              <a:off x="770511" y="3936575"/>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400" name="Google Shape;400;p34"/>
            <p:cNvSpPr/>
            <p:nvPr/>
          </p:nvSpPr>
          <p:spPr>
            <a:xfrm>
              <a:off x="770511" y="3706475"/>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grpSp>
      <p:sp>
        <p:nvSpPr>
          <p:cNvPr id="401" name="Google Shape;401;p34"/>
          <p:cNvSpPr txBox="1"/>
          <p:nvPr/>
        </p:nvSpPr>
        <p:spPr>
          <a:xfrm>
            <a:off x="8854201" y="5162812"/>
            <a:ext cx="692400" cy="1161600"/>
          </a:xfrm>
          <a:prstGeom prst="rect">
            <a:avLst/>
          </a:prstGeom>
          <a:noFill/>
          <a:ln>
            <a:noFill/>
          </a:ln>
        </p:spPr>
        <p:txBody>
          <a:bodyPr spcFirstLastPara="1" wrap="square" lIns="121900" tIns="121900" rIns="121900" bIns="121900" anchor="t" anchorCtr="0">
            <a:noAutofit/>
          </a:bodyPr>
          <a:lstStyle/>
          <a:p>
            <a:r>
              <a:rPr lang="en" sz="6667" dirty="0">
                <a:solidFill>
                  <a:schemeClr val="accent3"/>
                </a:solidFill>
                <a:latin typeface="Comfortaa"/>
                <a:ea typeface="Comfortaa"/>
                <a:cs typeface="Comfortaa"/>
                <a:sym typeface="Comfortaa"/>
              </a:rPr>
              <a:t>}</a:t>
            </a:r>
            <a:endParaRPr sz="6667" dirty="0">
              <a:solidFill>
                <a:schemeClr val="accent3"/>
              </a:solidFill>
              <a:latin typeface="Comfortaa"/>
              <a:ea typeface="Comfortaa"/>
              <a:cs typeface="Comfortaa"/>
              <a:sym typeface="Comfortaa"/>
            </a:endParaRPr>
          </a:p>
        </p:txBody>
      </p:sp>
      <p:sp>
        <p:nvSpPr>
          <p:cNvPr id="2" name="TextBox 1">
            <a:extLst>
              <a:ext uri="{FF2B5EF4-FFF2-40B4-BE49-F238E27FC236}">
                <a16:creationId xmlns:a16="http://schemas.microsoft.com/office/drawing/2014/main" id="{2AE2DD26-B17A-503C-A9CA-D2B6DDAE5AF0}"/>
              </a:ext>
            </a:extLst>
          </p:cNvPr>
          <p:cNvSpPr txBox="1"/>
          <p:nvPr/>
        </p:nvSpPr>
        <p:spPr>
          <a:xfrm>
            <a:off x="5387008" y="2407057"/>
            <a:ext cx="6411925" cy="2000548"/>
          </a:xfrm>
          <a:prstGeom prst="rect">
            <a:avLst/>
          </a:prstGeom>
          <a:noFill/>
        </p:spPr>
        <p:txBody>
          <a:bodyPr wrap="square" rtlCol="0">
            <a:spAutoFit/>
          </a:bodyPr>
          <a:lstStyle/>
          <a:p>
            <a:r>
              <a:rPr lang="en-US" sz="1600" dirty="0">
                <a:latin typeface="Source Code Pro" panose="020B0509030403020204" pitchFamily="49" charset="0"/>
                <a:ea typeface="Source Code Pro" panose="020B0509030403020204" pitchFamily="49" charset="0"/>
              </a:rPr>
              <a:t>What was the most </a:t>
            </a:r>
            <a:br>
              <a:rPr lang="en-US" sz="1600" dirty="0">
                <a:latin typeface="Source Code Pro" panose="020B0509030403020204" pitchFamily="49" charset="0"/>
                <a:ea typeface="Source Code Pro" panose="020B0509030403020204" pitchFamily="49" charset="0"/>
              </a:rPr>
            </a:br>
            <a:r>
              <a:rPr lang="en-US" sz="6000" dirty="0">
                <a:solidFill>
                  <a:schemeClr val="accent5">
                    <a:lumMod val="50000"/>
                  </a:schemeClr>
                </a:solidFill>
                <a:latin typeface="Source Code Pro" panose="020B0509030403020204" pitchFamily="49" charset="0"/>
                <a:ea typeface="Source Code Pro" panose="020B0509030403020204" pitchFamily="49" charset="0"/>
              </a:rPr>
              <a:t>confusing</a:t>
            </a:r>
            <a:r>
              <a:rPr lang="en-US" sz="1600" dirty="0">
                <a:latin typeface="Source Code Pro" panose="020B0509030403020204" pitchFamily="49" charset="0"/>
                <a:ea typeface="Source Code Pro" panose="020B0509030403020204" pitchFamily="49" charset="0"/>
              </a:rPr>
              <a:t> </a:t>
            </a:r>
            <a:br>
              <a:rPr lang="en-US" sz="1600" dirty="0">
                <a:latin typeface="Source Code Pro" panose="020B0509030403020204" pitchFamily="49" charset="0"/>
                <a:ea typeface="Source Code Pro" panose="020B0509030403020204" pitchFamily="49" charset="0"/>
              </a:rPr>
            </a:br>
            <a:r>
              <a:rPr lang="en-US" sz="1600" dirty="0">
                <a:latin typeface="Source Code Pro" panose="020B0509030403020204" pitchFamily="49" charset="0"/>
                <a:ea typeface="Source Code Pro" panose="020B0509030403020204" pitchFamily="49" charset="0"/>
              </a:rPr>
              <a:t>part of today's lab?</a:t>
            </a:r>
            <a:br>
              <a:rPr lang="en-US" sz="1600" dirty="0">
                <a:latin typeface="Source Code Pro" panose="020B0509030403020204" pitchFamily="49" charset="0"/>
                <a:ea typeface="Source Code Pro" panose="020B0509030403020204" pitchFamily="49" charset="0"/>
              </a:rPr>
            </a:br>
            <a:br>
              <a:rPr lang="en-US" sz="1600" dirty="0">
                <a:latin typeface="Source Code Pro" panose="020B0509030403020204" pitchFamily="49" charset="0"/>
                <a:ea typeface="Source Code Pro" panose="020B0509030403020204" pitchFamily="49" charset="0"/>
              </a:rPr>
            </a:br>
            <a:endParaRPr lang="en-US" sz="1600" dirty="0">
              <a:latin typeface="Source Code Pro" panose="020B0509030403020204" pitchFamily="49" charset="0"/>
              <a:ea typeface="Source Code Pro" panose="020B0509030403020204" pitchFamily="49" charset="0"/>
            </a:endParaRPr>
          </a:p>
        </p:txBody>
      </p:sp>
    </p:spTree>
  </p:cSld>
  <p:clrMapOvr>
    <a:masterClrMapping/>
  </p:clrMapOvr>
</p:sld>
</file>

<file path=ppt/theme/theme1.xml><?xml version="1.0" encoding="utf-8"?>
<a:theme xmlns:a="http://schemas.openxmlformats.org/drawingml/2006/main" name="Introduction to Java Programming for High School by Slidesgo">
  <a:themeElements>
    <a:clrScheme name="Simple Light">
      <a:dk1>
        <a:srgbClr val="E7E7E7"/>
      </a:dk1>
      <a:lt1>
        <a:srgbClr val="10111A"/>
      </a:lt1>
      <a:dk2>
        <a:srgbClr val="FD4A4A"/>
      </a:dk2>
      <a:lt2>
        <a:srgbClr val="EC7955"/>
      </a:lt2>
      <a:accent1>
        <a:srgbClr val="E81A81"/>
      </a:accent1>
      <a:accent2>
        <a:srgbClr val="94EE6B"/>
      </a:accent2>
      <a:accent3>
        <a:srgbClr val="4CAE97"/>
      </a:accent3>
      <a:accent4>
        <a:srgbClr val="BD64B5"/>
      </a:accent4>
      <a:accent5>
        <a:srgbClr val="FFFF99"/>
      </a:accent5>
      <a:accent6>
        <a:srgbClr val="2C293A"/>
      </a:accent6>
      <a:hlink>
        <a:srgbClr val="F8F8F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235</TotalTime>
  <Words>1019</Words>
  <Application>Microsoft Office PowerPoint</Application>
  <PresentationFormat>Widescreen</PresentationFormat>
  <Paragraphs>124</Paragraphs>
  <Slides>18</Slides>
  <Notes>18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Arial</vt:lpstr>
      <vt:lpstr>Bebas Neue</vt:lpstr>
      <vt:lpstr>Calibri</vt:lpstr>
      <vt:lpstr>Comfortaa</vt:lpstr>
      <vt:lpstr>Fira Code</vt:lpstr>
      <vt:lpstr>Nunito Light</vt:lpstr>
      <vt:lpstr>PT Sans</vt:lpstr>
      <vt:lpstr>Source Code Pro</vt:lpstr>
      <vt:lpstr>Source Code Pro Medium</vt:lpstr>
      <vt:lpstr>Introduction to Java Programming for High School by Slidesgo</vt:lpstr>
      <vt:lpstr>Artificial Intelligence (Machine Learning &amp; Deep Learning)</vt:lpstr>
      <vt:lpstr>PowerPoint Presentation</vt:lpstr>
      <vt:lpstr>Contents of Day 6</vt:lpstr>
      <vt:lpstr>Today Objective - Functions &amp; Scope</vt:lpstr>
      <vt:lpstr>Core Concept (Definition &amp; Rules)</vt:lpstr>
      <vt:lpstr>Core Concept (Definition &amp; Rules)</vt:lpstr>
      <vt:lpstr>Core Concept (Definition &amp; Rules)</vt:lpstr>
      <vt:lpstr>Core Concept (Definition &amp; Rules)</vt:lpstr>
      <vt:lpstr>Core Concept (Definition &amp; Rules)</vt:lpstr>
      <vt:lpstr>Practical exercise 01</vt:lpstr>
      <vt:lpstr>Practical exercise 02</vt:lpstr>
      <vt:lpstr>Practical exercise 03</vt:lpstr>
      <vt:lpstr>Practical exercise 04</vt:lpstr>
      <vt:lpstr>Practical exercise 05</vt:lpstr>
      <vt:lpstr>Practical exercise 06</vt:lpstr>
      <vt:lpstr>Practical exercise 07</vt:lpstr>
      <vt:lpstr>Practical exercise 08</vt:lpstr>
      <vt:lpstr>Thank You for Your Focus Today!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Master Mind</dc:creator>
  <cp:lastModifiedBy>Master Mind</cp:lastModifiedBy>
  <cp:revision>12</cp:revision>
  <dcterms:created xsi:type="dcterms:W3CDTF">2026-02-23T17:51:07Z</dcterms:created>
  <dcterms:modified xsi:type="dcterms:W3CDTF">2026-02-24T19:31:24Z</dcterms:modified>
</cp:coreProperties>
</file>